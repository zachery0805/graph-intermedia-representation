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0"/>
  </p:notesMasterIdLst>
  <p:sldIdLst>
    <p:sldId id="281" r:id="rId5"/>
    <p:sldId id="282" r:id="rId6"/>
    <p:sldId id="285" r:id="rId7"/>
    <p:sldId id="286" r:id="rId8"/>
    <p:sldId id="279" r:id="rId9"/>
    <p:sldId id="283" r:id="rId10"/>
    <p:sldId id="284" r:id="rId11"/>
    <p:sldId id="272" r:id="rId12"/>
    <p:sldId id="278" r:id="rId13"/>
    <p:sldId id="280" r:id="rId14"/>
    <p:sldId id="275" r:id="rId15"/>
    <p:sldId id="262" r:id="rId16"/>
    <p:sldId id="273" r:id="rId17"/>
    <p:sldId id="271" r:id="rId18"/>
    <p:sldId id="270" r:id="rId19"/>
    <p:sldId id="269" r:id="rId20"/>
    <p:sldId id="268" r:id="rId21"/>
    <p:sldId id="267" r:id="rId22"/>
    <p:sldId id="256" r:id="rId23"/>
    <p:sldId id="258" r:id="rId24"/>
    <p:sldId id="257" r:id="rId25"/>
    <p:sldId id="260" r:id="rId26"/>
    <p:sldId id="274" r:id="rId27"/>
    <p:sldId id="276" r:id="rId28"/>
    <p:sldId id="277" r:id="rId29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FF"/>
    <a:srgbClr val="FFAFFF"/>
    <a:srgbClr val="F8D9FF"/>
    <a:srgbClr val="F4E2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24" autoAdjust="0"/>
    <p:restoredTop sz="94690"/>
  </p:normalViewPr>
  <p:slideViewPr>
    <p:cSldViewPr snapToGrid="0" snapToObjects="1">
      <p:cViewPr>
        <p:scale>
          <a:sx n="150" d="100"/>
          <a:sy n="150" d="100"/>
        </p:scale>
        <p:origin x="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1A39-43BE-7C85-1476-B00B9D2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4E662-763C-405E-A5CC-A925E07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73BA-276D-8D11-12C6-E51A0777B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2EB0-5CD5-140C-3C40-1620EC60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C5FD-B88A-AAD3-44F1-F1386A77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74712-2AEB-5A78-95B3-88395A87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219D0-CD02-2051-0879-148C73FB8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E6E19-D125-0815-B873-40DF4891F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4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3659-1127-5E56-981B-89D73A04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63F0-85DA-B373-FC84-B1BB6A62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BA0F-CF7A-8D0F-FC5C-0C34E56F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2F46-CA45-828A-A482-BA10D3A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03F-59A1-B3B8-4857-E5258E49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119A-97ED-43F3-80DD-469855631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2490C-C16C-8247-BC12-85B36D0E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2124-B52B-9D3F-7356-CC885BC7C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4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FC9E-C553-CBF5-61B4-E0BEC0A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E61546E7-5B99-89CB-3A2F-258BDC49A670}"/>
              </a:ext>
            </a:extLst>
          </p:cNvPr>
          <p:cNvSpPr/>
          <p:nvPr/>
        </p:nvSpPr>
        <p:spPr>
          <a:xfrm>
            <a:off x="1674889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89C45-3AE7-C804-6515-9451FE127B69}"/>
              </a:ext>
            </a:extLst>
          </p:cNvPr>
          <p:cNvSpPr txBox="1"/>
          <p:nvPr/>
        </p:nvSpPr>
        <p:spPr>
          <a:xfrm>
            <a:off x="206652" y="258675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D9132-25C2-F6EF-FCE2-12E1FD8FBDAB}"/>
              </a:ext>
            </a:extLst>
          </p:cNvPr>
          <p:cNvGrpSpPr/>
          <p:nvPr/>
        </p:nvGrpSpPr>
        <p:grpSpPr>
          <a:xfrm>
            <a:off x="2949" y="787098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C982962-2264-C81F-BFE9-EEEC3E95EED4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7C1C1BC-C14D-31FF-BD79-A2C808AB0CC8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9F7751-405D-66CE-B5BC-B605019D824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FCB93FA-44BD-C551-0545-3AD6CEE380F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D9E037-15F2-0536-E1CB-45DC137E167C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6DC2688-BA98-4798-97D8-5F60E4993160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6357B5C-C1A4-AF36-668E-EBAF40E6134D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149D1C2-3A52-9ABA-FF16-A84EE26184BF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B2D1769-8BD9-0405-27D8-BDB85EACD766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D5EE66D-FDBC-BCCA-317C-9A3760AD4BE4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98A3B8-71E3-A1CC-1646-D539BAB119BE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4FF94F9-E587-EB37-ACDF-B0520A94E7F0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BE39D55-11D5-AC84-D8EF-BF76205EEAA0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FEF5EFC-7F4D-AB98-357A-C95F43EECBB5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A731A-B493-4609-2882-DEC8EEA1F76C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391732F-BAEE-0B20-A8A0-4AFE7782F059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D5F7908-5CCD-5987-1F8A-C7AF5A803E2C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955BDB5-021C-5B5F-3C4F-438E2A52A7F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32670840-646E-EFE3-4E6D-6363214A86F1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06352FB-5097-9E42-9556-8B930A9BA961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0B30CAB-E9EF-6AA5-EBF9-18E7013BCF9F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7C1352F-AA1B-FE96-7358-EA823A70423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581D3BF-6DA9-25D3-AE91-45ED08D26639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8293DFB-637C-217B-F4C7-889908C63A2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FA9CF39E-02D7-F010-5EC2-1AA18AC178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6D2700D5-D211-DEB6-311C-3F21F1821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F4124297-B064-C908-167D-4B46B2D77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9F66EA2-1415-75F5-81B8-D3CC5A30C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5E39CCA4-BCC4-1220-6CAC-4B8A86A0C9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83772BB6-5215-5C52-CC7A-F7D020181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6A9F154-F413-972A-BE61-AA38B2E6C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DE7462CB-BDAD-7E83-930E-37118A72E7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753DDDB8-B868-EBAD-5C2B-621C44D076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E2E369D-654E-A101-C47C-15ECD28A81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0760B37B-B6B4-14A6-58B8-37818B775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E55DEE07-4FBE-005E-8CC5-F5D0BFF0F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04DD317-D382-05A9-F76A-DA5EE731D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A47272B-D39E-BCF7-37FB-32DCB14964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7370ECC-3FF8-7379-1327-65F8B1DD0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CD7DC4EB-E25D-616B-FC05-8716BD035B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F5DCBC-7CBC-315D-7ECA-15FCF25C5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3A0C6CB-E2EA-A0AF-77D1-3E0FACD7A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5FD14459-68AA-C6E9-8BDF-5CD3D3838852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6D6291-4F60-BFEB-9189-6769B406A667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287B72-B63D-5C0E-432A-588D5CA4C41C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576887-9549-4CA0-6C58-82CEEAA23857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D08F0D-D11C-B360-F464-6F6DCB883BEA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AEC37D9-9BE6-227C-E835-2764FF5616B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979D63-32A7-C3CB-68A6-152A667FC69D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6651FAC-ED51-7AB0-2BC9-167A9C9594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CC2E64-11B9-556D-29C9-C384270590B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2C3946-BA17-7B9A-861A-A35E8AEBE655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36E1428-B938-E13E-499B-E4E028D7123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B1A9F760-2141-D548-2B5F-C65F59F5FB5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9F72CA95-2BA3-8054-1920-19A06F1D397D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E9994327-FEFE-E280-0456-A7FA3996174F}"/>
              </a:ext>
            </a:extLst>
          </p:cNvPr>
          <p:cNvSpPr/>
          <p:nvPr/>
        </p:nvSpPr>
        <p:spPr>
          <a:xfrm>
            <a:off x="5825747" y="14249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5E668F6-3B19-7C1E-86A8-B7A25F68569D}"/>
              </a:ext>
            </a:extLst>
          </p:cNvPr>
          <p:cNvGrpSpPr/>
          <p:nvPr/>
        </p:nvGrpSpPr>
        <p:grpSpPr>
          <a:xfrm>
            <a:off x="6112052" y="673305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0B3B6B8-31E8-A924-9389-EDF89816A15D}"/>
                </a:ext>
              </a:extLst>
            </p:cNvPr>
            <p:cNvSpPr/>
            <p:nvPr/>
          </p:nvSpPr>
          <p:spPr>
            <a:xfrm>
              <a:off x="6501599" y="594182"/>
              <a:ext cx="118115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98A3CED-C797-D07C-0AC4-62BD34F93C85}"/>
                </a:ext>
              </a:extLst>
            </p:cNvPr>
            <p:cNvSpPr/>
            <p:nvPr/>
          </p:nvSpPr>
          <p:spPr>
            <a:xfrm>
              <a:off x="6501599" y="838798"/>
              <a:ext cx="57562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A9AB4FE0-A659-3F0F-BDED-E951B7893C7E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93D42A5-BFB7-C106-89A6-AC33FA8F1E31}"/>
                </a:ext>
              </a:extLst>
            </p:cNvPr>
            <p:cNvSpPr/>
            <p:nvPr/>
          </p:nvSpPr>
          <p:spPr>
            <a:xfrm>
              <a:off x="6501599" y="1292473"/>
              <a:ext cx="576635" cy="4598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ECB58B3-054B-77B3-52E7-0B0C3FDDD3CD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E5C6CB2-5F8B-EB2B-D147-B6E1D897BF29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381A0260-6B40-7B04-1F51-21DB3F3F2B0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41A80538-4F40-3A9A-0744-1EBB6DCA1C5B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10609542-BCFC-7D76-1258-ABC40759B379}"/>
              </a:ext>
            </a:extLst>
          </p:cNvPr>
          <p:cNvSpPr txBox="1"/>
          <p:nvPr/>
        </p:nvSpPr>
        <p:spPr>
          <a:xfrm>
            <a:off x="6010854" y="260032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3B55E27-A96A-2CFD-DCE1-1F8C908D570A}"/>
              </a:ext>
            </a:extLst>
          </p:cNvPr>
          <p:cNvSpPr txBox="1"/>
          <p:nvPr/>
        </p:nvSpPr>
        <p:spPr>
          <a:xfrm>
            <a:off x="2049021" y="2600325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Find WCC, SCC, BCC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7701A858-3F75-4A73-F5B2-CB9D076E9C0B}"/>
              </a:ext>
            </a:extLst>
          </p:cNvPr>
          <p:cNvSpPr txBox="1"/>
          <p:nvPr/>
        </p:nvSpPr>
        <p:spPr>
          <a:xfrm>
            <a:off x="4116731" y="2611248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D9D0C3-04AF-8439-9737-8417AEBF66F4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30C5CC-F3BB-8662-D91B-F089B7D3BFE0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E405E1-ECAB-7DC8-9BE0-29ACA248EF7E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DA1CAD-4DE1-2154-A873-94DC6BC3E5EC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A3854CC-CFE3-0532-9A24-4C557237BDE9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17B592-0D01-0217-6698-8BE93DBFD909}"/>
              </a:ext>
            </a:extLst>
          </p:cNvPr>
          <p:cNvGrpSpPr/>
          <p:nvPr/>
        </p:nvGrpSpPr>
        <p:grpSpPr>
          <a:xfrm>
            <a:off x="1965630" y="678444"/>
            <a:ext cx="1894339" cy="1907987"/>
            <a:chOff x="1970012" y="772183"/>
            <a:chExt cx="1529496" cy="150103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4EC120-ADC1-2624-56A8-402EC05FD7BB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8A0482E-E144-184E-30B8-B2A2C296EC37}"/>
                </a:ext>
              </a:extLst>
            </p:cNvPr>
            <p:cNvSpPr/>
            <p:nvPr/>
          </p:nvSpPr>
          <p:spPr>
            <a:xfrm>
              <a:off x="1970012" y="772183"/>
              <a:ext cx="152949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FBAF46E-C7CA-9740-CC8A-288198DDD504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5EA7DFD-147E-ED29-4485-97F2497E08E0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8F87CFE-F174-108F-27CF-9F407C104D9B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9AC928F-FE83-A787-D6CC-70B9975B4459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18CD984-BCFB-97CB-E405-51BEBB8F78E8}"/>
                  </a:ext>
                </a:extLst>
              </p:cNvPr>
              <p:cNvCxnSpPr>
                <a:cxnSpLocks/>
                <a:stCxn id="464" idx="5"/>
                <a:endCxn id="44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886550E-E5C1-721D-B936-C03B89B52D58}"/>
                  </a:ext>
                </a:extLst>
              </p:cNvPr>
              <p:cNvCxnSpPr>
                <a:cxnSpLocks/>
                <a:stCxn id="456" idx="0"/>
                <a:endCxn id="464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307DBAF-5792-89C0-7B1B-C29F48C0A012}"/>
                  </a:ext>
                </a:extLst>
              </p:cNvPr>
              <p:cNvCxnSpPr>
                <a:cxnSpLocks/>
                <a:stCxn id="456" idx="6"/>
                <a:endCxn id="44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4A9D756-7ACD-38EF-93AC-1C5525B136E1}"/>
                  </a:ext>
                </a:extLst>
              </p:cNvPr>
              <p:cNvCxnSpPr>
                <a:cxnSpLocks/>
                <a:stCxn id="458" idx="7"/>
                <a:endCxn id="44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62A377A-ECB0-1587-4478-6B25EBF7943A}"/>
                  </a:ext>
                </a:extLst>
              </p:cNvPr>
              <p:cNvCxnSpPr>
                <a:cxnSpLocks/>
                <a:stCxn id="458" idx="1"/>
                <a:endCxn id="456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819B171-D971-968B-C855-97D3113BD3EA}"/>
                  </a:ext>
                </a:extLst>
              </p:cNvPr>
              <p:cNvCxnSpPr>
                <a:cxnSpLocks/>
                <a:stCxn id="464" idx="4"/>
                <a:endCxn id="458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ED518CF-3508-FA86-ABB9-EE1178008473}"/>
                  </a:ext>
                </a:extLst>
              </p:cNvPr>
              <p:cNvCxnSpPr>
                <a:cxnSpLocks/>
                <a:stCxn id="448" idx="6"/>
                <a:endCxn id="461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3CE13EF-1416-098E-7E95-3CA254055053}"/>
                  </a:ext>
                </a:extLst>
              </p:cNvPr>
              <p:cNvCxnSpPr>
                <a:cxnSpLocks/>
                <a:stCxn id="463" idx="6"/>
                <a:endCxn id="451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0E15EF7-AF34-CE84-A37A-80F0EE353E77}"/>
                  </a:ext>
                </a:extLst>
              </p:cNvPr>
              <p:cNvCxnSpPr>
                <a:cxnSpLocks/>
                <a:stCxn id="451" idx="4"/>
                <a:endCxn id="462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706F577-27BE-7A5A-ADA3-C20C9577A83D}"/>
                  </a:ext>
                </a:extLst>
              </p:cNvPr>
              <p:cNvCxnSpPr>
                <a:cxnSpLocks/>
                <a:stCxn id="453" idx="3"/>
                <a:endCxn id="454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3489147-988D-97CE-8B58-C038BA9BCDCA}"/>
                  </a:ext>
                </a:extLst>
              </p:cNvPr>
              <p:cNvCxnSpPr>
                <a:cxnSpLocks/>
                <a:stCxn id="454" idx="6"/>
                <a:endCxn id="455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DB43610-FDF9-F5F8-0242-3367039CAAFB}"/>
                  </a:ext>
                </a:extLst>
              </p:cNvPr>
              <p:cNvCxnSpPr>
                <a:cxnSpLocks/>
                <a:stCxn id="455" idx="0"/>
                <a:endCxn id="453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B034D4C-7799-45D7-5B6F-5A14C98CAB71}"/>
                  </a:ext>
                </a:extLst>
              </p:cNvPr>
              <p:cNvCxnSpPr>
                <a:cxnSpLocks/>
                <a:stCxn id="452" idx="6"/>
                <a:endCxn id="59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F90219E-DDB9-C81D-379E-57F009457C61}"/>
                  </a:ext>
                </a:extLst>
              </p:cNvPr>
              <p:cNvCxnSpPr>
                <a:cxnSpLocks/>
                <a:stCxn id="59" idx="0"/>
                <a:endCxn id="450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2E9E467-12A1-1BF3-6151-98835F7B16D9}"/>
                  </a:ext>
                </a:extLst>
              </p:cNvPr>
              <p:cNvCxnSpPr>
                <a:cxnSpLocks/>
                <a:stCxn id="450" idx="2"/>
                <a:endCxn id="457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F9AE433-C4CE-35B3-DC4E-8F58AEC7D281}"/>
                  </a:ext>
                </a:extLst>
              </p:cNvPr>
              <p:cNvCxnSpPr>
                <a:cxnSpLocks/>
                <a:stCxn id="457" idx="4"/>
                <a:endCxn id="452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D779343-5128-71DF-017D-B6FF0A20AC66}"/>
                  </a:ext>
                </a:extLst>
              </p:cNvPr>
              <p:cNvCxnSpPr>
                <a:cxnSpLocks/>
                <a:stCxn id="452" idx="4"/>
                <a:endCxn id="459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22D14CF-848E-B3E4-AE24-6FA51671C83F}"/>
                  </a:ext>
                </a:extLst>
              </p:cNvPr>
              <p:cNvCxnSpPr>
                <a:cxnSpLocks/>
                <a:stCxn id="459" idx="6"/>
                <a:endCxn id="61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392D74F-D2A2-C755-C2CC-E3510E0BEB21}"/>
                  </a:ext>
                </a:extLst>
              </p:cNvPr>
              <p:cNvCxnSpPr>
                <a:cxnSpLocks/>
                <a:stCxn id="448" idx="0"/>
                <a:endCxn id="460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D9B5C4B-EB40-FD40-C035-4328A94D612A}"/>
                  </a:ext>
                </a:extLst>
              </p:cNvPr>
              <p:cNvCxnSpPr>
                <a:cxnSpLocks/>
                <a:stCxn id="458" idx="4"/>
                <a:endCxn id="453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0FC46C1-5031-6503-D908-EBF14C545D78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BED27C10-6FD4-8DFC-49F3-A05F472F2AE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78E07C37-E1FC-16CE-D792-D172F9581C1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6DE433A0-7B5A-7290-86F5-7B854D94F1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448" name="Oval 447">
                        <a:extLst>
                          <a:ext uri="{FF2B5EF4-FFF2-40B4-BE49-F238E27FC236}">
                            <a16:creationId xmlns:a16="http://schemas.microsoft.com/office/drawing/2014/main" id="{CBD66F38-60AD-2828-727D-C74A90EEB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450" name="Oval 449">
                        <a:extLst>
                          <a:ext uri="{FF2B5EF4-FFF2-40B4-BE49-F238E27FC236}">
                            <a16:creationId xmlns:a16="http://schemas.microsoft.com/office/drawing/2014/main" id="{D60F7CBC-EF8A-4960-D1CE-ED6153198E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1" name="Oval 450">
                        <a:extLst>
                          <a:ext uri="{FF2B5EF4-FFF2-40B4-BE49-F238E27FC236}">
                            <a16:creationId xmlns:a16="http://schemas.microsoft.com/office/drawing/2014/main" id="{6BDC490B-5EB5-D9EE-74DA-8D5E0D6A14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452" name="Oval 451">
                        <a:extLst>
                          <a:ext uri="{FF2B5EF4-FFF2-40B4-BE49-F238E27FC236}">
                            <a16:creationId xmlns:a16="http://schemas.microsoft.com/office/drawing/2014/main" id="{731EDDFF-6CFD-A417-A812-1CED088BA1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3" name="Oval 452">
                        <a:extLst>
                          <a:ext uri="{FF2B5EF4-FFF2-40B4-BE49-F238E27FC236}">
                            <a16:creationId xmlns:a16="http://schemas.microsoft.com/office/drawing/2014/main" id="{BAFA17D6-EDF4-241A-63FE-2B29201164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4" name="Oval 453">
                        <a:extLst>
                          <a:ext uri="{FF2B5EF4-FFF2-40B4-BE49-F238E27FC236}">
                            <a16:creationId xmlns:a16="http://schemas.microsoft.com/office/drawing/2014/main" id="{31794233-0B2A-ADBB-EFE6-858D1EF98B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5" name="Oval 454">
                        <a:extLst>
                          <a:ext uri="{FF2B5EF4-FFF2-40B4-BE49-F238E27FC236}">
                            <a16:creationId xmlns:a16="http://schemas.microsoft.com/office/drawing/2014/main" id="{812B59E8-2D54-FBC9-9644-AA7895047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6" name="Oval 455">
                        <a:extLst>
                          <a:ext uri="{FF2B5EF4-FFF2-40B4-BE49-F238E27FC236}">
                            <a16:creationId xmlns:a16="http://schemas.microsoft.com/office/drawing/2014/main" id="{E6A20133-FC2A-C77E-C3A6-3D1A978CF6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457" name="Oval 456">
                        <a:extLst>
                          <a:ext uri="{FF2B5EF4-FFF2-40B4-BE49-F238E27FC236}">
                            <a16:creationId xmlns:a16="http://schemas.microsoft.com/office/drawing/2014/main" id="{A82D4CC4-8586-9E23-EA25-157D65949B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8" name="Oval 457">
                        <a:extLst>
                          <a:ext uri="{FF2B5EF4-FFF2-40B4-BE49-F238E27FC236}">
                            <a16:creationId xmlns:a16="http://schemas.microsoft.com/office/drawing/2014/main" id="{37BB891F-D9E5-1EF6-3AB0-33304CEAE7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459" name="Oval 458">
                        <a:extLst>
                          <a:ext uri="{FF2B5EF4-FFF2-40B4-BE49-F238E27FC236}">
                            <a16:creationId xmlns:a16="http://schemas.microsoft.com/office/drawing/2014/main" id="{298A3430-38CB-0B2B-ADA2-475B987E7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60" name="Oval 459">
                        <a:extLst>
                          <a:ext uri="{FF2B5EF4-FFF2-40B4-BE49-F238E27FC236}">
                            <a16:creationId xmlns:a16="http://schemas.microsoft.com/office/drawing/2014/main" id="{F05FD527-4677-1E3C-E2B2-BB7C2CB64D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461" name="Oval 460">
                        <a:extLst>
                          <a:ext uri="{FF2B5EF4-FFF2-40B4-BE49-F238E27FC236}">
                            <a16:creationId xmlns:a16="http://schemas.microsoft.com/office/drawing/2014/main" id="{039537BC-5703-6341-91C0-BEF484E88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462" name="Oval 461">
                        <a:extLst>
                          <a:ext uri="{FF2B5EF4-FFF2-40B4-BE49-F238E27FC236}">
                            <a16:creationId xmlns:a16="http://schemas.microsoft.com/office/drawing/2014/main" id="{26E74147-4430-EB91-F803-52A92570C1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463" name="Oval 462">
                        <a:extLst>
                          <a:ext uri="{FF2B5EF4-FFF2-40B4-BE49-F238E27FC236}">
                            <a16:creationId xmlns:a16="http://schemas.microsoft.com/office/drawing/2014/main" id="{C3AA2154-8D56-0BA7-610E-E996AA4FA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464" name="Oval 463">
                        <a:extLst>
                          <a:ext uri="{FF2B5EF4-FFF2-40B4-BE49-F238E27FC236}">
                            <a16:creationId xmlns:a16="http://schemas.microsoft.com/office/drawing/2014/main" id="{1A0436BB-A07B-48E8-19CE-579A9086C2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1" name="Oval 60">
                      <a:extLst>
                        <a:ext uri="{FF2B5EF4-FFF2-40B4-BE49-F238E27FC236}">
                          <a16:creationId xmlns:a16="http://schemas.microsoft.com/office/drawing/2014/main" id="{DC0FD3AC-60AD-FC6B-F0D8-C99B05FCC3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BD914D8-B5AC-FEED-DD19-46BCDA22E4E0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761298-ED30-CB4E-3E3E-BE2F8D23F1E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38B4DB-107C-AC4A-397F-C0CBAB3A7D1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A56BB31-DA89-DF7B-6F6E-49140CE57B84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F8329C-CBE9-9E92-0266-FBE44249D522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DB5E53E-5D50-F728-7A10-5D48C5AD4DF0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6DE5D25-DC6A-3D6F-D5A1-4F2D4D588AC2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42DABD7-617B-1920-3F88-71EFCE0AA9E3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182EE7C-63E4-EBC8-ED2A-77379E1C0F30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8F4979D-F390-1E58-B676-3A1A563FD95F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04914AE-1C4D-455E-1B0C-2F3A21BC919A}"/>
                </a:ext>
              </a:extLst>
            </p:cNvPr>
            <p:cNvCxnSpPr>
              <a:cxnSpLocks/>
              <a:stCxn id="448" idx="7"/>
              <a:endCxn id="463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5" name="Rectangle 464">
            <a:extLst>
              <a:ext uri="{FF2B5EF4-FFF2-40B4-BE49-F238E27FC236}">
                <a16:creationId xmlns:a16="http://schemas.microsoft.com/office/drawing/2014/main" id="{7DED2BF7-4931-1A97-151B-56CFC91A9F0A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0CE5AA3B-EED6-3E41-DF26-33367809F1EB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A23FB5A-570D-D30B-3AFE-1291BD4221D2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8" name="Arrow: Right 107">
            <a:extLst>
              <a:ext uri="{FF2B5EF4-FFF2-40B4-BE49-F238E27FC236}">
                <a16:creationId xmlns:a16="http://schemas.microsoft.com/office/drawing/2014/main" id="{F9DC8B3B-3C31-B0B2-938B-996ED7E57A98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F3D25CF7-46C2-97DE-76BC-557CC61D40EF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EFF5DA0-7E13-EAB0-9B29-44EDEE239273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CA5C7A1C-526A-A6B5-7098-D5B195943234}"/>
              </a:ext>
            </a:extLst>
          </p:cNvPr>
          <p:cNvCxnSpPr>
            <a:cxnSpLocks/>
            <a:stCxn id="515" idx="3"/>
            <a:endCxn id="516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F6BAAE7-78E6-7F81-FE98-9A118976C2AB}"/>
              </a:ext>
            </a:extLst>
          </p:cNvPr>
          <p:cNvCxnSpPr>
            <a:cxnSpLocks/>
            <a:stCxn id="516" idx="0"/>
            <a:endCxn id="473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Oval 472">
            <a:extLst>
              <a:ext uri="{FF2B5EF4-FFF2-40B4-BE49-F238E27FC236}">
                <a16:creationId xmlns:a16="http://schemas.microsoft.com/office/drawing/2014/main" id="{CADD4DE7-D760-56C5-4DFC-008911F8AA81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CBF80725-6E01-23E0-94E6-EDC55CE96D8B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00AFBC01-8449-161D-EF5D-2176BED3F907}"/>
                </a:ext>
              </a:extLst>
            </p:cNvPr>
            <p:cNvCxnSpPr>
              <a:cxnSpLocks/>
              <a:stCxn id="476" idx="6"/>
              <a:endCxn id="477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42FA38AE-011E-B073-4869-2EE534420AE9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B06A917A-7723-81B7-329A-2439A1558C6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3ABAB884-06B3-4C8A-5702-23ED9787E34D}"/>
                </a:ext>
              </a:extLst>
            </p:cNvPr>
            <p:cNvCxnSpPr>
              <a:cxnSpLocks/>
              <a:endCxn id="476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B8351CBB-36EC-CC81-4BF3-644566D19866}"/>
              </a:ext>
            </a:extLst>
          </p:cNvPr>
          <p:cNvCxnSpPr>
            <a:cxnSpLocks/>
            <a:stCxn id="516" idx="0"/>
            <a:endCxn id="525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167E5071-4035-71AF-5440-5119F9E71A9D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1DA5AA6A-17A7-C74F-23EB-09D8FBCE793B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9FECF5D-E184-6E45-5A63-920F3C886D02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3EE4E4B-5D9E-6E7D-285A-FDDFC15E170E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BF1A17C9-2B45-42F4-8934-820ED5AC1E6C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021CF63F-557E-86A2-7FC9-533AC3C087B0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FD6DF0E6-4CF9-9814-3C2E-6D13249BF5C3}"/>
              </a:ext>
            </a:extLst>
          </p:cNvPr>
          <p:cNvCxnSpPr>
            <a:cxnSpLocks/>
            <a:stCxn id="488" idx="3"/>
            <a:endCxn id="487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40A697B-5E63-0C0D-1441-DC6BEA2DFB64}"/>
              </a:ext>
            </a:extLst>
          </p:cNvPr>
          <p:cNvCxnSpPr>
            <a:cxnSpLocks/>
            <a:stCxn id="488" idx="5"/>
            <a:endCxn id="514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FAC50E20-9FCC-DC94-F8EB-7CB273890F4B}"/>
              </a:ext>
            </a:extLst>
          </p:cNvPr>
          <p:cNvCxnSpPr>
            <a:cxnSpLocks/>
            <a:stCxn id="487" idx="4"/>
            <a:endCxn id="513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Oval 491">
            <a:extLst>
              <a:ext uri="{FF2B5EF4-FFF2-40B4-BE49-F238E27FC236}">
                <a16:creationId xmlns:a16="http://schemas.microsoft.com/office/drawing/2014/main" id="{3C08D437-A273-9D38-0076-8B88A594554C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75D0AE9F-990E-D91D-F775-96D80982109F}"/>
              </a:ext>
            </a:extLst>
          </p:cNvPr>
          <p:cNvCxnSpPr>
            <a:cxnSpLocks/>
            <a:stCxn id="492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0BF4D551-0D86-E967-825F-54787E32D671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B62A6C99-A846-8306-A4A4-B502EDB1AE21}"/>
              </a:ext>
            </a:extLst>
          </p:cNvPr>
          <p:cNvCxnSpPr>
            <a:cxnSpLocks/>
            <a:stCxn id="498" idx="3"/>
            <a:endCxn id="497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Oval 495">
            <a:extLst>
              <a:ext uri="{FF2B5EF4-FFF2-40B4-BE49-F238E27FC236}">
                <a16:creationId xmlns:a16="http://schemas.microsoft.com/office/drawing/2014/main" id="{BC8BC709-9EE1-BF65-C9E1-DAAD60CAE249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D5187574-AD49-2BD4-5316-3F1F41FD10DA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4CA60B8E-4DAD-D023-F29B-4D4FC603F8C3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C1FFF846-09D6-7F1D-F088-CBD7D6746520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553955EF-A650-E495-A418-A1BC1718C4CC}"/>
              </a:ext>
            </a:extLst>
          </p:cNvPr>
          <p:cNvCxnSpPr>
            <a:cxnSpLocks/>
            <a:stCxn id="496" idx="1"/>
            <a:endCxn id="498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Oval 500">
            <a:extLst>
              <a:ext uri="{FF2B5EF4-FFF2-40B4-BE49-F238E27FC236}">
                <a16:creationId xmlns:a16="http://schemas.microsoft.com/office/drawing/2014/main" id="{23EE491A-A218-F553-CCA0-6D2F29C1542F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AD857E16-1D66-1C0A-E55C-02B5CCD8BBDF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E50829E2-F2B5-2412-9668-D30AF3DC4FC1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14775008-C598-DADF-0188-D44146C3573C}"/>
              </a:ext>
            </a:extLst>
          </p:cNvPr>
          <p:cNvCxnSpPr>
            <a:cxnSpLocks/>
            <a:stCxn id="502" idx="3"/>
            <a:endCxn id="501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CDD1EDF3-BF77-DFF6-0FEE-D78A0EBDB221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8F3537CF-263F-7793-69BB-1FE78608DDE4}"/>
              </a:ext>
            </a:extLst>
          </p:cNvPr>
          <p:cNvCxnSpPr>
            <a:cxnSpLocks/>
            <a:stCxn id="503" idx="1"/>
            <a:endCxn id="502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Arrow: Right 107">
            <a:extLst>
              <a:ext uri="{FF2B5EF4-FFF2-40B4-BE49-F238E27FC236}">
                <a16:creationId xmlns:a16="http://schemas.microsoft.com/office/drawing/2014/main" id="{CFD19689-1006-B387-7210-2078D423F729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C50025B3-58CD-7E42-D9BA-CF29E1B742F2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173821C-3171-D73D-C614-818CAB93B64D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10" name="Arrow: Right 107">
            <a:extLst>
              <a:ext uri="{FF2B5EF4-FFF2-40B4-BE49-F238E27FC236}">
                <a16:creationId xmlns:a16="http://schemas.microsoft.com/office/drawing/2014/main" id="{B58A9393-0EB9-4F53-3BB3-873F27E51263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1" name="Arrow: Right 107">
            <a:extLst>
              <a:ext uri="{FF2B5EF4-FFF2-40B4-BE49-F238E27FC236}">
                <a16:creationId xmlns:a16="http://schemas.microsoft.com/office/drawing/2014/main" id="{6221900E-9FDE-F900-D7B7-8D65825513F9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" name="Arrow: Right 107">
            <a:extLst>
              <a:ext uri="{FF2B5EF4-FFF2-40B4-BE49-F238E27FC236}">
                <a16:creationId xmlns:a16="http://schemas.microsoft.com/office/drawing/2014/main" id="{E5BF755B-A725-55F5-A166-7D97A093CD70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241B3C9B-129F-B33A-3724-48E7B73D9008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0F7F42A9-1942-497A-2955-4AEA6D8362B0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D9226555-BDF8-1688-7FA1-CA1C5C8DD33D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5DF89C47-4E7D-69C4-68E8-CF16A2D73B70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92225CE2-8C4F-A361-F82B-18C38263B992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46480C91-D0C3-3A06-9AA4-03251093A67F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DD07F843-93FD-A31E-5074-9CC2EB387870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A5426F50-31D5-F92B-EAFC-723412699DE1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01D9A0F4-FEAF-619A-384F-3D3EE2183C4F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BF060F7E-C648-E613-3605-6FB36052CB2A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7A3A2E7D-5257-0E48-236D-EBA7CE5CEDA5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286E64C5-21E7-F14E-12F3-DF0D01484471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BC7B4D1D-F0AC-3D53-BFD8-43EAA33E1CFF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2034968B-7EEC-BFFD-C34C-A9A28F0520BD}"/>
              </a:ext>
            </a:extLst>
          </p:cNvPr>
          <p:cNvCxnSpPr>
            <a:cxnSpLocks/>
            <a:stCxn id="525" idx="6"/>
            <a:endCxn id="517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Rectangle 526">
            <a:extLst>
              <a:ext uri="{FF2B5EF4-FFF2-40B4-BE49-F238E27FC236}">
                <a16:creationId xmlns:a16="http://schemas.microsoft.com/office/drawing/2014/main" id="{708FEC08-0D7B-8BAD-1714-EF82A69AE472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0D9222B0-16D6-6719-6620-9C86F4D77E81}"/>
              </a:ext>
            </a:extLst>
          </p:cNvPr>
          <p:cNvSpPr txBox="1"/>
          <p:nvPr/>
        </p:nvSpPr>
        <p:spPr>
          <a:xfrm>
            <a:off x="4930474" y="157062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6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1B88-04A4-CE96-17A5-DC52CCD3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B338102E-70EA-24B0-0E6E-1334E7B21E79}"/>
              </a:ext>
            </a:extLst>
          </p:cNvPr>
          <p:cNvSpPr/>
          <p:nvPr/>
        </p:nvSpPr>
        <p:spPr>
          <a:xfrm rot="8988447">
            <a:off x="2622671" y="645051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08C39E3-739F-D4CE-F736-9AB4A41E9823}"/>
              </a:ext>
            </a:extLst>
          </p:cNvPr>
          <p:cNvCxnSpPr/>
          <p:nvPr/>
        </p:nvCxnSpPr>
        <p:spPr>
          <a:xfrm flipV="1">
            <a:off x="426381" y="7267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CD0DB91-BB4E-FD5C-D5ED-F07B9140D826}"/>
              </a:ext>
            </a:extLst>
          </p:cNvPr>
          <p:cNvCxnSpPr/>
          <p:nvPr/>
        </p:nvCxnSpPr>
        <p:spPr>
          <a:xfrm flipV="1">
            <a:off x="426729" y="100360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72684E-66A2-BE52-2408-9EDA8BCC09CE}"/>
              </a:ext>
            </a:extLst>
          </p:cNvPr>
          <p:cNvCxnSpPr/>
          <p:nvPr/>
        </p:nvCxnSpPr>
        <p:spPr>
          <a:xfrm flipV="1">
            <a:off x="426381" y="131234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580EAB9-D2CD-8430-866B-DD83F3B51C8B}"/>
              </a:ext>
            </a:extLst>
          </p:cNvPr>
          <p:cNvCxnSpPr/>
          <p:nvPr/>
        </p:nvCxnSpPr>
        <p:spPr>
          <a:xfrm flipV="1">
            <a:off x="420413" y="161460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60E427-7823-0F82-4544-E7BAF5D44671}"/>
              </a:ext>
            </a:extLst>
          </p:cNvPr>
          <p:cNvSpPr txBox="1"/>
          <p:nvPr/>
        </p:nvSpPr>
        <p:spPr>
          <a:xfrm>
            <a:off x="1764195" y="1628622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E0A64A-8A29-1F4A-BDAC-256B9C744EE6}"/>
              </a:ext>
            </a:extLst>
          </p:cNvPr>
          <p:cNvSpPr txBox="1"/>
          <p:nvPr/>
        </p:nvSpPr>
        <p:spPr>
          <a:xfrm>
            <a:off x="1745761" y="568055"/>
            <a:ext cx="72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8),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(7, 4)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DFBB6751-6116-69CC-8AE4-8E4A2B5F81F4}"/>
              </a:ext>
            </a:extLst>
          </p:cNvPr>
          <p:cNvCxnSpPr>
            <a:cxnSpLocks/>
            <a:stCxn id="231" idx="3"/>
            <a:endCxn id="237" idx="6"/>
          </p:cNvCxnSpPr>
          <p:nvPr/>
        </p:nvCxnSpPr>
        <p:spPr>
          <a:xfrm>
            <a:off x="2856660" y="545442"/>
            <a:ext cx="217817" cy="601636"/>
          </a:xfrm>
          <a:prstGeom prst="curvedConnector3">
            <a:avLst>
              <a:gd name="adj1" fmla="val 1298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27231761-C709-764E-95C1-D23C4A678DF7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2856660" y="843295"/>
            <a:ext cx="192689" cy="621299"/>
          </a:xfrm>
          <a:prstGeom prst="curvedConnector3">
            <a:avLst>
              <a:gd name="adj1" fmla="val -942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81AFE592-A6EC-1C45-B7EF-D8DB0BCA3126}"/>
              </a:ext>
            </a:extLst>
          </p:cNvPr>
          <p:cNvSpPr/>
          <p:nvPr/>
        </p:nvSpPr>
        <p:spPr>
          <a:xfrm>
            <a:off x="3029769" y="574187"/>
            <a:ext cx="216000" cy="180000"/>
          </a:xfrm>
          <a:prstGeom prst="mathMultiply">
            <a:avLst>
              <a:gd name="adj1" fmla="val 15824"/>
            </a:avLst>
          </a:prstGeom>
          <a:solidFill>
            <a:srgbClr val="FFAFFF"/>
          </a:solidFill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0B4B1A63-EC48-82EB-0333-48C1BE8B150C}"/>
              </a:ext>
            </a:extLst>
          </p:cNvPr>
          <p:cNvSpPr/>
          <p:nvPr/>
        </p:nvSpPr>
        <p:spPr>
          <a:xfrm>
            <a:off x="1850135" y="1151163"/>
            <a:ext cx="415672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F8E606-CC77-D177-8480-F687E4AA4BE9}"/>
              </a:ext>
            </a:extLst>
          </p:cNvPr>
          <p:cNvGrpSpPr/>
          <p:nvPr/>
        </p:nvGrpSpPr>
        <p:grpSpPr>
          <a:xfrm>
            <a:off x="936012" y="455119"/>
            <a:ext cx="627796" cy="1129607"/>
            <a:chOff x="2433843" y="1112497"/>
            <a:chExt cx="627796" cy="1129607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D0CE42-6BAC-1C1A-26A9-30F1815840B0}"/>
                </a:ext>
              </a:extLst>
            </p:cNvPr>
            <p:cNvCxnSpPr>
              <a:cxnSpLocks/>
              <a:stCxn id="80" idx="2"/>
              <a:endCxn id="68" idx="0"/>
            </p:cNvCxnSpPr>
            <p:nvPr/>
          </p:nvCxnSpPr>
          <p:spPr>
            <a:xfrm flipH="1">
              <a:off x="2543571" y="1620805"/>
              <a:ext cx="215651" cy="11151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1813738-692D-6016-63D6-D3E2034D322A}"/>
                </a:ext>
              </a:extLst>
            </p:cNvPr>
            <p:cNvSpPr/>
            <p:nvPr/>
          </p:nvSpPr>
          <p:spPr>
            <a:xfrm>
              <a:off x="2433843" y="1732316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5F29D73-5E7A-F2E8-0BD9-9C530AE2E948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2759222" y="1322952"/>
              <a:ext cx="0" cy="12909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57FFB69-5739-FCBF-8FDF-94883B60EC44}"/>
                </a:ext>
              </a:extLst>
            </p:cNvPr>
            <p:cNvSpPr/>
            <p:nvPr/>
          </p:nvSpPr>
          <p:spPr>
            <a:xfrm>
              <a:off x="2674622" y="1154196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5C5107-6F2B-AEB7-7734-EF6D9CEA5304}"/>
                </a:ext>
              </a:extLst>
            </p:cNvPr>
            <p:cNvSpPr/>
            <p:nvPr/>
          </p:nvSpPr>
          <p:spPr>
            <a:xfrm>
              <a:off x="2674622" y="1452049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7F79E1-DA79-D10D-E634-7D7AB15C4A58}"/>
                </a:ext>
              </a:extLst>
            </p:cNvPr>
            <p:cNvSpPr/>
            <p:nvPr/>
          </p:nvSpPr>
          <p:spPr>
            <a:xfrm>
              <a:off x="2867311" y="2073348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530BBBD-499A-4418-7B83-414EA10ABA02}"/>
                </a:ext>
              </a:extLst>
            </p:cNvPr>
            <p:cNvSpPr txBox="1"/>
            <p:nvPr/>
          </p:nvSpPr>
          <p:spPr>
            <a:xfrm>
              <a:off x="2613306" y="1112497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09ED00-301C-F791-5334-928CA06B8AFD}"/>
                </a:ext>
              </a:extLst>
            </p:cNvPr>
            <p:cNvSpPr txBox="1"/>
            <p:nvPr/>
          </p:nvSpPr>
          <p:spPr>
            <a:xfrm>
              <a:off x="2601133" y="1416606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F3BB80-7917-69BE-75CA-DB7DDFF77281}"/>
                </a:ext>
              </a:extLst>
            </p:cNvPr>
            <p:cNvSpPr/>
            <p:nvPr/>
          </p:nvSpPr>
          <p:spPr>
            <a:xfrm>
              <a:off x="2842183" y="173505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2F78A9-9A4B-8E94-4CA7-38B7F0920AB3}"/>
                </a:ext>
              </a:extLst>
            </p:cNvPr>
            <p:cNvCxnSpPr>
              <a:cxnSpLocks/>
              <a:stCxn id="87" idx="4"/>
              <a:endCxn id="81" idx="0"/>
            </p:cNvCxnSpPr>
            <p:nvPr/>
          </p:nvCxnSpPr>
          <p:spPr>
            <a:xfrm>
              <a:off x="2951911" y="1945366"/>
              <a:ext cx="0" cy="127982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64253E54-A28B-3F94-F079-E80C7CBDA4AD}"/>
                </a:ext>
              </a:extLst>
            </p:cNvPr>
            <p:cNvCxnSpPr>
              <a:cxnSpLocks/>
              <a:stCxn id="80" idx="2"/>
              <a:endCxn id="87" idx="0"/>
            </p:cNvCxnSpPr>
            <p:nvPr/>
          </p:nvCxnSpPr>
          <p:spPr>
            <a:xfrm>
              <a:off x="2759222" y="1620805"/>
              <a:ext cx="192689" cy="1142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F2C3DEF-6568-E985-8B7F-2D571DCDB641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2556409" y="927673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7C155C31-6D6F-3988-6AF0-63A06EC49BAB}"/>
              </a:ext>
            </a:extLst>
          </p:cNvPr>
          <p:cNvSpPr/>
          <p:nvPr/>
        </p:nvSpPr>
        <p:spPr>
          <a:xfrm>
            <a:off x="2446681" y="103918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2908A54-B09B-9142-EA49-FABE7E923619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2772060" y="62982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5859968-6092-AC39-A86B-6A162EE0F462}"/>
              </a:ext>
            </a:extLst>
          </p:cNvPr>
          <p:cNvSpPr/>
          <p:nvPr/>
        </p:nvSpPr>
        <p:spPr>
          <a:xfrm>
            <a:off x="2687460" y="46106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3A2BA4-79B5-828E-E8D2-742E213A1085}"/>
              </a:ext>
            </a:extLst>
          </p:cNvPr>
          <p:cNvSpPr/>
          <p:nvPr/>
        </p:nvSpPr>
        <p:spPr>
          <a:xfrm>
            <a:off x="2687460" y="75891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6B4441A-7DFB-39FD-2DB3-002FE88A154F}"/>
              </a:ext>
            </a:extLst>
          </p:cNvPr>
          <p:cNvSpPr/>
          <p:nvPr/>
        </p:nvSpPr>
        <p:spPr>
          <a:xfrm>
            <a:off x="2880149" y="138021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10D8100-AEB7-BAD6-A098-3A4916C749C0}"/>
              </a:ext>
            </a:extLst>
          </p:cNvPr>
          <p:cNvSpPr txBox="1"/>
          <p:nvPr/>
        </p:nvSpPr>
        <p:spPr>
          <a:xfrm>
            <a:off x="2627145" y="40596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F7B60EA-30D5-BAB4-3A51-CACF76DB8F1E}"/>
              </a:ext>
            </a:extLst>
          </p:cNvPr>
          <p:cNvSpPr txBox="1"/>
          <p:nvPr/>
        </p:nvSpPr>
        <p:spPr>
          <a:xfrm>
            <a:off x="2634785" y="7245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4D2DFDC-6E2E-D835-9810-D5CAA77F5E20}"/>
              </a:ext>
            </a:extLst>
          </p:cNvPr>
          <p:cNvSpPr txBox="1"/>
          <p:nvPr/>
        </p:nvSpPr>
        <p:spPr>
          <a:xfrm>
            <a:off x="2802661" y="135614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E0903C9-1109-019B-6582-672FBD307503}"/>
              </a:ext>
            </a:extLst>
          </p:cNvPr>
          <p:cNvSpPr/>
          <p:nvPr/>
        </p:nvSpPr>
        <p:spPr>
          <a:xfrm>
            <a:off x="2855021" y="104192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7BF8E30-73ED-CFC6-BAE0-BF387FCE0E17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2964749" y="1252234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B95270E6-DA6C-EF7B-5E8F-A3B34B9DA2AF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2772060" y="927673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CB3AEC4C-8694-7FB6-19CC-59997F501D9E}"/>
              </a:ext>
            </a:extLst>
          </p:cNvPr>
          <p:cNvSpPr txBox="1"/>
          <p:nvPr/>
        </p:nvSpPr>
        <p:spPr>
          <a:xfrm>
            <a:off x="5509" y="162862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6BA415F-D481-0158-C822-B0A05E720165}"/>
              </a:ext>
            </a:extLst>
          </p:cNvPr>
          <p:cNvSpPr txBox="1"/>
          <p:nvPr/>
        </p:nvSpPr>
        <p:spPr>
          <a:xfrm>
            <a:off x="394425" y="507038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29FB766-1ACF-A633-904A-7F8F30FA5B17}"/>
              </a:ext>
            </a:extLst>
          </p:cNvPr>
          <p:cNvSpPr txBox="1"/>
          <p:nvPr/>
        </p:nvSpPr>
        <p:spPr>
          <a:xfrm>
            <a:off x="394425" y="77776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0FB0C5-B0EE-48FA-F187-E5D6BCF52284}"/>
              </a:ext>
            </a:extLst>
          </p:cNvPr>
          <p:cNvSpPr txBox="1"/>
          <p:nvPr/>
        </p:nvSpPr>
        <p:spPr>
          <a:xfrm>
            <a:off x="394425" y="104953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58732A2-0FBE-C60D-C90D-12C0A944573C}"/>
              </a:ext>
            </a:extLst>
          </p:cNvPr>
          <p:cNvSpPr txBox="1"/>
          <p:nvPr/>
        </p:nvSpPr>
        <p:spPr>
          <a:xfrm>
            <a:off x="394424" y="1342834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B8E16F-CAF7-5AC0-E505-0B46E4912BFE}"/>
              </a:ext>
            </a:extLst>
          </p:cNvPr>
          <p:cNvSpPr txBox="1"/>
          <p:nvPr/>
        </p:nvSpPr>
        <p:spPr>
          <a:xfrm>
            <a:off x="1311292" y="138188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8A02-1ECA-2D88-3D90-4B310B85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>
            <a:extLst>
              <a:ext uri="{FF2B5EF4-FFF2-40B4-BE49-F238E27FC236}">
                <a16:creationId xmlns:a16="http://schemas.microsoft.com/office/drawing/2014/main" id="{309CEECE-18D9-0472-600E-82D574EA03C3}"/>
              </a:ext>
            </a:extLst>
          </p:cNvPr>
          <p:cNvSpPr/>
          <p:nvPr/>
        </p:nvSpPr>
        <p:spPr>
          <a:xfrm>
            <a:off x="1343886" y="294691"/>
            <a:ext cx="216226" cy="216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41E5934-8E18-F5B8-BDAC-A7ADB324FC79}"/>
              </a:ext>
            </a:extLst>
          </p:cNvPr>
          <p:cNvSpPr/>
          <p:nvPr/>
        </p:nvSpPr>
        <p:spPr>
          <a:xfrm>
            <a:off x="1871100" y="697740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02A32D3-A122-CDBB-531C-9863AEF5BAA9}"/>
              </a:ext>
            </a:extLst>
          </p:cNvPr>
          <p:cNvCxnSpPr>
            <a:cxnSpLocks/>
            <a:stCxn id="67" idx="4"/>
            <a:endCxn id="70" idx="0"/>
          </p:cNvCxnSpPr>
          <p:nvPr/>
        </p:nvCxnSpPr>
        <p:spPr>
          <a:xfrm>
            <a:off x="1451999" y="510691"/>
            <a:ext cx="527214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9B5331-AEAC-8544-9804-381D8D6BF6BD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 flipH="1">
            <a:off x="1976860" y="913740"/>
            <a:ext cx="2353" cy="1318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ABE9470-805B-6A27-9565-36D792E73293}"/>
              </a:ext>
            </a:extLst>
          </p:cNvPr>
          <p:cNvSpPr/>
          <p:nvPr/>
        </p:nvSpPr>
        <p:spPr>
          <a:xfrm>
            <a:off x="1868747" y="104556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FE23D-C846-2A00-4176-CEA30ECAC2AC}"/>
              </a:ext>
            </a:extLst>
          </p:cNvPr>
          <p:cNvSpPr txBox="1"/>
          <p:nvPr/>
        </p:nvSpPr>
        <p:spPr>
          <a:xfrm>
            <a:off x="1296540" y="82910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1657BF-9377-969D-6ACB-7135E52A77C7}"/>
              </a:ext>
            </a:extLst>
          </p:cNvPr>
          <p:cNvCxnSpPr>
            <a:cxnSpLocks/>
          </p:cNvCxnSpPr>
          <p:nvPr/>
        </p:nvCxnSpPr>
        <p:spPr>
          <a:xfrm flipV="1">
            <a:off x="594249" y="583739"/>
            <a:ext cx="1747673" cy="20925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482001-B488-5138-7CAF-7DA422AC7856}"/>
              </a:ext>
            </a:extLst>
          </p:cNvPr>
          <p:cNvCxnSpPr>
            <a:cxnSpLocks/>
          </p:cNvCxnSpPr>
          <p:nvPr/>
        </p:nvCxnSpPr>
        <p:spPr>
          <a:xfrm flipV="1">
            <a:off x="594249" y="972436"/>
            <a:ext cx="1706398" cy="7351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678BF9E-7A61-65F9-DBF4-46FFCEFA2DEA}"/>
              </a:ext>
            </a:extLst>
          </p:cNvPr>
          <p:cNvSpPr/>
          <p:nvPr/>
        </p:nvSpPr>
        <p:spPr>
          <a:xfrm>
            <a:off x="810475" y="689114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686A10-B522-5487-61D6-2CADAA987A8B}"/>
              </a:ext>
            </a:extLst>
          </p:cNvPr>
          <p:cNvCxnSpPr>
            <a:cxnSpLocks/>
            <a:stCxn id="67" idx="4"/>
            <a:endCxn id="2" idx="0"/>
          </p:cNvCxnSpPr>
          <p:nvPr/>
        </p:nvCxnSpPr>
        <p:spPr>
          <a:xfrm flipH="1">
            <a:off x="918588" y="510691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F24E6-1396-12FA-B6C7-6E330DDC8A11}"/>
              </a:ext>
            </a:extLst>
          </p:cNvPr>
          <p:cNvSpPr/>
          <p:nvPr/>
        </p:nvSpPr>
        <p:spPr>
          <a:xfrm>
            <a:off x="1343886" y="684172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36BA8D-AAA5-9A58-F619-A0849BD6DBC3}"/>
              </a:ext>
            </a:extLst>
          </p:cNvPr>
          <p:cNvCxnSpPr>
            <a:cxnSpLocks/>
            <a:stCxn id="67" idx="4"/>
            <a:endCxn id="13" idx="0"/>
          </p:cNvCxnSpPr>
          <p:nvPr/>
        </p:nvCxnSpPr>
        <p:spPr>
          <a:xfrm>
            <a:off x="1451999" y="510691"/>
            <a:ext cx="0" cy="173481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739A66F-A378-8881-5177-5BC0774F9FF4}"/>
              </a:ext>
            </a:extLst>
          </p:cNvPr>
          <p:cNvSpPr/>
          <p:nvPr/>
        </p:nvSpPr>
        <p:spPr>
          <a:xfrm>
            <a:off x="807394" y="1051925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6AB86-C185-4806-D2C1-8090B3D23062}"/>
              </a:ext>
            </a:extLst>
          </p:cNvPr>
          <p:cNvCxnSpPr>
            <a:cxnSpLocks/>
            <a:stCxn id="31" idx="0"/>
            <a:endCxn id="2" idx="4"/>
          </p:cNvCxnSpPr>
          <p:nvPr/>
        </p:nvCxnSpPr>
        <p:spPr>
          <a:xfrm flipV="1">
            <a:off x="915507" y="905114"/>
            <a:ext cx="3081" cy="1468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16C8D3-759F-31EA-5885-37C79095036C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918588" y="510691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0198CB9-B686-84F8-100E-45E8955CBCA9}"/>
              </a:ext>
            </a:extLst>
          </p:cNvPr>
          <p:cNvSpPr/>
          <p:nvPr/>
        </p:nvSpPr>
        <p:spPr>
          <a:xfrm>
            <a:off x="1131997" y="104556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050FC3-EBD1-7395-66D7-7C9F1217F86F}"/>
              </a:ext>
            </a:extLst>
          </p:cNvPr>
          <p:cNvCxnSpPr>
            <a:cxnSpLocks/>
            <a:stCxn id="2" idx="4"/>
            <a:endCxn id="86" idx="0"/>
          </p:cNvCxnSpPr>
          <p:nvPr/>
        </p:nvCxnSpPr>
        <p:spPr>
          <a:xfrm>
            <a:off x="918588" y="905114"/>
            <a:ext cx="321522" cy="1404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50B1FA-639C-8EF4-9FAF-35AC160ABD4B}"/>
              </a:ext>
            </a:extLst>
          </p:cNvPr>
          <p:cNvCxnSpPr>
            <a:cxnSpLocks/>
          </p:cNvCxnSpPr>
          <p:nvPr/>
        </p:nvCxnSpPr>
        <p:spPr>
          <a:xfrm flipV="1">
            <a:off x="594249" y="1357935"/>
            <a:ext cx="1706398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B2C3A2-CEBA-2D5D-A012-2EC140566AB7}"/>
              </a:ext>
            </a:extLst>
          </p:cNvPr>
          <p:cNvSpPr/>
          <p:nvPr/>
        </p:nvSpPr>
        <p:spPr>
          <a:xfrm>
            <a:off x="807394" y="1444737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6AB3C3D-E10E-82F5-0DFE-86C2B884B65E}"/>
              </a:ext>
            </a:extLst>
          </p:cNvPr>
          <p:cNvCxnSpPr>
            <a:cxnSpLocks/>
            <a:stCxn id="31" idx="4"/>
            <a:endCxn id="124" idx="0"/>
          </p:cNvCxnSpPr>
          <p:nvPr/>
        </p:nvCxnSpPr>
        <p:spPr>
          <a:xfrm>
            <a:off x="915507" y="1267925"/>
            <a:ext cx="0" cy="176812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1F069E4-4E7C-2DDB-43C3-6E40224EDDDB}"/>
              </a:ext>
            </a:extLst>
          </p:cNvPr>
          <p:cNvSpPr txBox="1"/>
          <p:nvPr/>
        </p:nvSpPr>
        <p:spPr>
          <a:xfrm>
            <a:off x="1291524" y="6777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435528-3C81-E6FB-4419-77A0423AC44A}"/>
              </a:ext>
            </a:extLst>
          </p:cNvPr>
          <p:cNvSpPr txBox="1"/>
          <p:nvPr/>
        </p:nvSpPr>
        <p:spPr>
          <a:xfrm>
            <a:off x="1102197" y="10295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FE15424-942E-ECF0-E9CD-A8DD760BD4BE}"/>
              </a:ext>
            </a:extLst>
          </p:cNvPr>
          <p:cNvSpPr txBox="1"/>
          <p:nvPr/>
        </p:nvSpPr>
        <p:spPr>
          <a:xfrm>
            <a:off x="1830577" y="103356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51050D-23CC-6BF8-46B2-971FC4D4FB4A}"/>
              </a:ext>
            </a:extLst>
          </p:cNvPr>
          <p:cNvSpPr txBox="1"/>
          <p:nvPr/>
        </p:nvSpPr>
        <p:spPr>
          <a:xfrm>
            <a:off x="782195" y="143013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5F5F62-37BB-5AD3-990F-7ABB14F01D49}"/>
              </a:ext>
            </a:extLst>
          </p:cNvPr>
          <p:cNvSpPr txBox="1"/>
          <p:nvPr/>
        </p:nvSpPr>
        <p:spPr>
          <a:xfrm>
            <a:off x="3947488" y="183911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Detailed workflow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8F110B2-C662-45B7-39EF-1FD0B2280F94}"/>
              </a:ext>
            </a:extLst>
          </p:cNvPr>
          <p:cNvSpPr/>
          <p:nvPr/>
        </p:nvSpPr>
        <p:spPr>
          <a:xfrm>
            <a:off x="3921852" y="283648"/>
            <a:ext cx="844973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7D82AC8-D750-DA1C-54CD-8FAA0DEBC792}"/>
              </a:ext>
            </a:extLst>
          </p:cNvPr>
          <p:cNvSpPr/>
          <p:nvPr/>
        </p:nvSpPr>
        <p:spPr>
          <a:xfrm>
            <a:off x="2979975" y="283648"/>
            <a:ext cx="802759" cy="14587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004BE70-D849-899A-3799-F81A33278749}"/>
              </a:ext>
            </a:extLst>
          </p:cNvPr>
          <p:cNvSpPr/>
          <p:nvPr/>
        </p:nvSpPr>
        <p:spPr>
          <a:xfrm>
            <a:off x="4008153" y="88505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05B3663-3651-E20D-838E-7685CD1CF24C}"/>
              </a:ext>
            </a:extLst>
          </p:cNvPr>
          <p:cNvSpPr/>
          <p:nvPr/>
        </p:nvSpPr>
        <p:spPr>
          <a:xfrm>
            <a:off x="4234504" y="883799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55C5E80-D8EA-A3D3-BD8A-1C2B1095D71A}"/>
              </a:ext>
            </a:extLst>
          </p:cNvPr>
          <p:cNvSpPr/>
          <p:nvPr/>
        </p:nvSpPr>
        <p:spPr>
          <a:xfrm>
            <a:off x="4468402" y="886816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BAA231-FC4E-30BA-B6F9-BBEC1C04CE6D}"/>
              </a:ext>
            </a:extLst>
          </p:cNvPr>
          <p:cNvSpPr/>
          <p:nvPr/>
        </p:nvSpPr>
        <p:spPr>
          <a:xfrm>
            <a:off x="4882429" y="283648"/>
            <a:ext cx="963996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9F0F7FC-3098-4460-F799-F68EACCEDBCC}"/>
              </a:ext>
            </a:extLst>
          </p:cNvPr>
          <p:cNvSpPr txBox="1"/>
          <p:nvPr/>
        </p:nvSpPr>
        <p:spPr>
          <a:xfrm>
            <a:off x="2899668" y="251563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408CC81-4A46-35B1-2E6C-20B376E90A08}"/>
              </a:ext>
            </a:extLst>
          </p:cNvPr>
          <p:cNvSpPr txBox="1"/>
          <p:nvPr/>
        </p:nvSpPr>
        <p:spPr>
          <a:xfrm>
            <a:off x="3890346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0FA29F-1F08-5C17-4EAC-CA4F2EEE8D44}"/>
              </a:ext>
            </a:extLst>
          </p:cNvPr>
          <p:cNvSpPr txBox="1"/>
          <p:nvPr/>
        </p:nvSpPr>
        <p:spPr>
          <a:xfrm>
            <a:off x="4949119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5BFDD82-C1C8-95AB-0B9A-6AFF33096BC5}"/>
              </a:ext>
            </a:extLst>
          </p:cNvPr>
          <p:cNvSpPr/>
          <p:nvPr/>
        </p:nvSpPr>
        <p:spPr>
          <a:xfrm>
            <a:off x="4002227" y="613642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DE9134A-AE95-6F44-21BA-5E4D737F5193}"/>
              </a:ext>
            </a:extLst>
          </p:cNvPr>
          <p:cNvSpPr/>
          <p:nvPr/>
        </p:nvSpPr>
        <p:spPr>
          <a:xfrm>
            <a:off x="4234504" y="61421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7F4D554-2DA1-FA52-63CD-EAE93B27543F}"/>
              </a:ext>
            </a:extLst>
          </p:cNvPr>
          <p:cNvSpPr/>
          <p:nvPr/>
        </p:nvSpPr>
        <p:spPr>
          <a:xfrm>
            <a:off x="4468402" y="613642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65E6072-9D51-4A8B-376E-293F5FD56571}"/>
              </a:ext>
            </a:extLst>
          </p:cNvPr>
          <p:cNvCxnSpPr>
            <a:cxnSpLocks/>
            <a:stCxn id="154" idx="4"/>
            <a:endCxn id="143" idx="0"/>
          </p:cNvCxnSpPr>
          <p:nvPr/>
        </p:nvCxnSpPr>
        <p:spPr>
          <a:xfrm>
            <a:off x="4092227" y="793642"/>
            <a:ext cx="5926" cy="9140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A774D9-FD75-1BFB-4660-70AC96C60EB3}"/>
              </a:ext>
            </a:extLst>
          </p:cNvPr>
          <p:cNvCxnSpPr>
            <a:cxnSpLocks/>
            <a:stCxn id="155" idx="4"/>
            <a:endCxn id="144" idx="0"/>
          </p:cNvCxnSpPr>
          <p:nvPr/>
        </p:nvCxnSpPr>
        <p:spPr>
          <a:xfrm>
            <a:off x="4324504" y="794210"/>
            <a:ext cx="0" cy="895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78489A-9C88-CCD7-BC03-5007481A834B}"/>
              </a:ext>
            </a:extLst>
          </p:cNvPr>
          <p:cNvCxnSpPr>
            <a:cxnSpLocks/>
            <a:stCxn id="156" idx="4"/>
            <a:endCxn id="145" idx="0"/>
          </p:cNvCxnSpPr>
          <p:nvPr/>
        </p:nvCxnSpPr>
        <p:spPr>
          <a:xfrm>
            <a:off x="4558402" y="793642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675B02D4-A827-0C16-9F56-DBACB052DE0A}"/>
              </a:ext>
            </a:extLst>
          </p:cNvPr>
          <p:cNvSpPr txBox="1"/>
          <p:nvPr/>
        </p:nvSpPr>
        <p:spPr>
          <a:xfrm>
            <a:off x="3950553" y="86688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6EBE067-DFF2-6878-221A-C7EC7AFB4A99}"/>
              </a:ext>
            </a:extLst>
          </p:cNvPr>
          <p:cNvSpPr/>
          <p:nvPr/>
        </p:nvSpPr>
        <p:spPr>
          <a:xfrm>
            <a:off x="3253651" y="8868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2BFEED4-3F09-8452-9F10-3937CD61372C}"/>
              </a:ext>
            </a:extLst>
          </p:cNvPr>
          <p:cNvSpPr/>
          <p:nvPr/>
        </p:nvSpPr>
        <p:spPr>
          <a:xfrm>
            <a:off x="3253651" y="116726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F781C88-D66B-574A-BE88-A5BEBBF19542}"/>
              </a:ext>
            </a:extLst>
          </p:cNvPr>
          <p:cNvSpPr/>
          <p:nvPr/>
        </p:nvSpPr>
        <p:spPr>
          <a:xfrm>
            <a:off x="3263266" y="591454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D36FC94-2697-3FBC-2049-F3DE360E924B}"/>
              </a:ext>
            </a:extLst>
          </p:cNvPr>
          <p:cNvSpPr/>
          <p:nvPr/>
        </p:nvSpPr>
        <p:spPr>
          <a:xfrm>
            <a:off x="3249636" y="145803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8237279-AB87-0241-86B1-DDC7A836B401}"/>
              </a:ext>
            </a:extLst>
          </p:cNvPr>
          <p:cNvSpPr/>
          <p:nvPr/>
        </p:nvSpPr>
        <p:spPr>
          <a:xfrm>
            <a:off x="4002227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FA04F37-9A57-1C3D-5925-A887B2FE2563}"/>
              </a:ext>
            </a:extLst>
          </p:cNvPr>
          <p:cNvSpPr/>
          <p:nvPr/>
        </p:nvSpPr>
        <p:spPr>
          <a:xfrm>
            <a:off x="4002227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2CF8095-9316-3CFD-DCEB-9A95AA01AE09}"/>
              </a:ext>
            </a:extLst>
          </p:cNvPr>
          <p:cNvCxnSpPr>
            <a:cxnSpLocks/>
            <a:stCxn id="193" idx="4"/>
            <a:endCxn id="192" idx="0"/>
          </p:cNvCxnSpPr>
          <p:nvPr/>
        </p:nvCxnSpPr>
        <p:spPr>
          <a:xfrm>
            <a:off x="4092227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C2B45F2-7883-DD1E-C094-03403FD11A9A}"/>
              </a:ext>
            </a:extLst>
          </p:cNvPr>
          <p:cNvSpPr/>
          <p:nvPr/>
        </p:nvSpPr>
        <p:spPr>
          <a:xfrm>
            <a:off x="4240951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847D1BC-33F7-A675-576A-44E219122E7B}"/>
              </a:ext>
            </a:extLst>
          </p:cNvPr>
          <p:cNvSpPr/>
          <p:nvPr/>
        </p:nvSpPr>
        <p:spPr>
          <a:xfrm>
            <a:off x="4240951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0F7CEC0-8C15-4B68-22C1-5D03897BEAA9}"/>
              </a:ext>
            </a:extLst>
          </p:cNvPr>
          <p:cNvCxnSpPr>
            <a:cxnSpLocks/>
            <a:stCxn id="196" idx="4"/>
            <a:endCxn id="195" idx="0"/>
          </p:cNvCxnSpPr>
          <p:nvPr/>
        </p:nvCxnSpPr>
        <p:spPr>
          <a:xfrm>
            <a:off x="4330951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F7179B7A-B806-86ED-C9A3-84149056C9E1}"/>
              </a:ext>
            </a:extLst>
          </p:cNvPr>
          <p:cNvSpPr txBox="1"/>
          <p:nvPr/>
        </p:nvSpPr>
        <p:spPr>
          <a:xfrm>
            <a:off x="4175078" y="86760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740455F-3DFA-D709-14C7-9C4701020802}"/>
              </a:ext>
            </a:extLst>
          </p:cNvPr>
          <p:cNvSpPr txBox="1"/>
          <p:nvPr/>
        </p:nvSpPr>
        <p:spPr>
          <a:xfrm>
            <a:off x="4402356" y="87278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935F146-912F-1B4B-7A51-F71B885BC86B}"/>
              </a:ext>
            </a:extLst>
          </p:cNvPr>
          <p:cNvSpPr txBox="1"/>
          <p:nvPr/>
        </p:nvSpPr>
        <p:spPr>
          <a:xfrm>
            <a:off x="3950553" y="138507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3B1255A-8C04-8A3C-B4F4-F44FDF96B35E}"/>
              </a:ext>
            </a:extLst>
          </p:cNvPr>
          <p:cNvSpPr txBox="1"/>
          <p:nvPr/>
        </p:nvSpPr>
        <p:spPr>
          <a:xfrm>
            <a:off x="4181104" y="1390100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D960664-029A-D4D1-86F2-5001CC566102}"/>
              </a:ext>
            </a:extLst>
          </p:cNvPr>
          <p:cNvSpPr/>
          <p:nvPr/>
        </p:nvSpPr>
        <p:spPr>
          <a:xfrm>
            <a:off x="5000722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363E6134-891E-9E32-B106-2FC80E909F08}"/>
              </a:ext>
            </a:extLst>
          </p:cNvPr>
          <p:cNvSpPr/>
          <p:nvPr/>
        </p:nvSpPr>
        <p:spPr>
          <a:xfrm>
            <a:off x="5000722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34A3202-1F9D-3F43-3438-12DC72601EB7}"/>
              </a:ext>
            </a:extLst>
          </p:cNvPr>
          <p:cNvCxnSpPr>
            <a:cxnSpLocks/>
            <a:stCxn id="206" idx="4"/>
            <a:endCxn id="205" idx="0"/>
          </p:cNvCxnSpPr>
          <p:nvPr/>
        </p:nvCxnSpPr>
        <p:spPr>
          <a:xfrm>
            <a:off x="5090722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2BE12B0-6937-C6D1-0678-9896D54720B5}"/>
              </a:ext>
            </a:extLst>
          </p:cNvPr>
          <p:cNvSpPr/>
          <p:nvPr/>
        </p:nvSpPr>
        <p:spPr>
          <a:xfrm>
            <a:off x="5259484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E6E1602-620B-4246-449B-2E089A4EF097}"/>
              </a:ext>
            </a:extLst>
          </p:cNvPr>
          <p:cNvSpPr/>
          <p:nvPr/>
        </p:nvSpPr>
        <p:spPr>
          <a:xfrm>
            <a:off x="5259484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1EC61FB-5DC1-30F7-B891-48FFBC817F71}"/>
              </a:ext>
            </a:extLst>
          </p:cNvPr>
          <p:cNvCxnSpPr>
            <a:cxnSpLocks/>
            <a:stCxn id="209" idx="4"/>
            <a:endCxn id="208" idx="0"/>
          </p:cNvCxnSpPr>
          <p:nvPr/>
        </p:nvCxnSpPr>
        <p:spPr>
          <a:xfrm>
            <a:off x="5349484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11CF3FE-06FC-C556-3778-704650EC495B}"/>
              </a:ext>
            </a:extLst>
          </p:cNvPr>
          <p:cNvSpPr/>
          <p:nvPr/>
        </p:nvSpPr>
        <p:spPr>
          <a:xfrm>
            <a:off x="5509153" y="876598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21738DC-292A-698D-0F4A-52F4C96E27D4}"/>
              </a:ext>
            </a:extLst>
          </p:cNvPr>
          <p:cNvSpPr/>
          <p:nvPr/>
        </p:nvSpPr>
        <p:spPr>
          <a:xfrm>
            <a:off x="5509153" y="603424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BEA7299-F15B-B870-EEF1-AD8392C74BE0}"/>
              </a:ext>
            </a:extLst>
          </p:cNvPr>
          <p:cNvCxnSpPr>
            <a:cxnSpLocks/>
            <a:stCxn id="212" idx="4"/>
            <a:endCxn id="211" idx="0"/>
          </p:cNvCxnSpPr>
          <p:nvPr/>
        </p:nvCxnSpPr>
        <p:spPr>
          <a:xfrm>
            <a:off x="5599153" y="783424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0165FB0F-2BE3-51DA-7433-2E51D1F0DEBD}"/>
              </a:ext>
            </a:extLst>
          </p:cNvPr>
          <p:cNvSpPr txBox="1"/>
          <p:nvPr/>
        </p:nvSpPr>
        <p:spPr>
          <a:xfrm>
            <a:off x="4939450" y="85136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F2CB28F-A3B3-1913-083A-EBE92CD9760F}"/>
              </a:ext>
            </a:extLst>
          </p:cNvPr>
          <p:cNvSpPr txBox="1"/>
          <p:nvPr/>
        </p:nvSpPr>
        <p:spPr>
          <a:xfrm>
            <a:off x="5208933" y="85695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C62BB07-171A-9633-86FF-B9DC4E1C4013}"/>
              </a:ext>
            </a:extLst>
          </p:cNvPr>
          <p:cNvSpPr txBox="1"/>
          <p:nvPr/>
        </p:nvSpPr>
        <p:spPr>
          <a:xfrm>
            <a:off x="5455811" y="839004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795A4-2904-A89D-60F4-B58020A4C83D}"/>
              </a:ext>
            </a:extLst>
          </p:cNvPr>
          <p:cNvSpPr/>
          <p:nvPr/>
        </p:nvSpPr>
        <p:spPr>
          <a:xfrm>
            <a:off x="487392" y="1036130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7BE9FF-8086-F144-2E64-B6F64114C29D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 flipH="1">
            <a:off x="595505" y="905114"/>
            <a:ext cx="323083" cy="131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5C75D9-0CCB-DE1C-76FA-1737A3130A69}"/>
              </a:ext>
            </a:extLst>
          </p:cNvPr>
          <p:cNvSpPr txBox="1"/>
          <p:nvPr/>
        </p:nvSpPr>
        <p:spPr>
          <a:xfrm>
            <a:off x="436375" y="10198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B1681-D1FB-E7B3-AD72-2D3B4ADD4789}"/>
              </a:ext>
            </a:extLst>
          </p:cNvPr>
          <p:cNvSpPr txBox="1"/>
          <p:nvPr/>
        </p:nvSpPr>
        <p:spPr>
          <a:xfrm>
            <a:off x="635227" y="183715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Example graph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B97082-5870-0A64-9CA2-3D6B5089F8CE}"/>
              </a:ext>
            </a:extLst>
          </p:cNvPr>
          <p:cNvSpPr/>
          <p:nvPr/>
        </p:nvSpPr>
        <p:spPr>
          <a:xfrm>
            <a:off x="5000722" y="114413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81F4F-5AB5-EEEF-B577-6959D1F64CF5}"/>
              </a:ext>
            </a:extLst>
          </p:cNvPr>
          <p:cNvSpPr/>
          <p:nvPr/>
        </p:nvSpPr>
        <p:spPr>
          <a:xfrm>
            <a:off x="4997376" y="1425157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591C5A-6C53-CD84-E54D-8DB75AE12BC8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 flipH="1">
            <a:off x="5087376" y="1324130"/>
            <a:ext cx="3346" cy="1010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B8DD15-C654-490F-4C72-26423097F5FD}"/>
              </a:ext>
            </a:extLst>
          </p:cNvPr>
          <p:cNvSpPr txBox="1"/>
          <p:nvPr/>
        </p:nvSpPr>
        <p:spPr>
          <a:xfrm>
            <a:off x="4934644" y="1395193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55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9D3D2A-5670-FC04-98F2-C7E6BDF7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extBox 834">
            <a:extLst>
              <a:ext uri="{FF2B5EF4-FFF2-40B4-BE49-F238E27FC236}">
                <a16:creationId xmlns:a16="http://schemas.microsoft.com/office/drawing/2014/main" id="{97EFE249-E5BF-8537-3DE3-EFF24213F1B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EBCB9E5-B52E-FCB7-1047-6F1CD5BD307A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C82CB8A-5FE7-10EF-139E-394571ED2DA2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354C3D6-9C8F-59D8-6B6F-1C6088067FBF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D662CF9-DAEC-2E89-D1F1-95B8351B0D9E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BAB1F7EF-13DF-FE41-1FB8-F308F528C383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EB8F1F6-65F4-AFA1-C75A-61B8F4A46EC6}"/>
              </a:ext>
            </a:extLst>
          </p:cNvPr>
          <p:cNvGrpSpPr/>
          <p:nvPr/>
        </p:nvGrpSpPr>
        <p:grpSpPr>
          <a:xfrm>
            <a:off x="1965630" y="678444"/>
            <a:ext cx="1894339" cy="1907987"/>
            <a:chOff x="1970012" y="772183"/>
            <a:chExt cx="1529496" cy="1501033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B6C927F-0084-52AF-7C02-B4F96D12531F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32A29A0-911C-4CBE-6B93-222106D13E79}"/>
                </a:ext>
              </a:extLst>
            </p:cNvPr>
            <p:cNvSpPr/>
            <p:nvPr/>
          </p:nvSpPr>
          <p:spPr>
            <a:xfrm>
              <a:off x="1970012" y="772183"/>
              <a:ext cx="152949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B32D8EF-78CF-E797-89C6-0AAA86AD9980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9CD874F-AA5D-4708-AF28-452B6C602F29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EE08878-B3A5-C0C3-74B3-E8DA93EA03C3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989C8BA9-BAA2-6661-FE34-B1860743BB1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BD711428-21A1-D8FB-D183-355D2897169E}"/>
                  </a:ext>
                </a:extLst>
              </p:cNvPr>
              <p:cNvCxnSpPr>
                <a:cxnSpLocks/>
                <a:stCxn id="606" idx="5"/>
                <a:endCxn id="58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0C736F5E-CB5C-B4CD-90D5-9B1056F32B41}"/>
                  </a:ext>
                </a:extLst>
              </p:cNvPr>
              <p:cNvCxnSpPr>
                <a:cxnSpLocks/>
                <a:stCxn id="595" idx="0"/>
                <a:endCxn id="60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BF8108B-6EF9-1DFB-4316-20B95295C31E}"/>
                  </a:ext>
                </a:extLst>
              </p:cNvPr>
              <p:cNvCxnSpPr>
                <a:cxnSpLocks/>
                <a:stCxn id="595" idx="6"/>
                <a:endCxn id="58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8B542E61-FCD1-CA9F-8F81-942666D75665}"/>
                  </a:ext>
                </a:extLst>
              </p:cNvPr>
              <p:cNvCxnSpPr>
                <a:cxnSpLocks/>
                <a:stCxn id="597" idx="7"/>
                <a:endCxn id="58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43C910A9-4A26-2E6A-D05D-ADE1C890617B}"/>
                  </a:ext>
                </a:extLst>
              </p:cNvPr>
              <p:cNvCxnSpPr>
                <a:cxnSpLocks/>
                <a:stCxn id="597" idx="1"/>
                <a:endCxn id="59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00BD7005-2D6F-34E3-B968-08F5DCFB6A86}"/>
                  </a:ext>
                </a:extLst>
              </p:cNvPr>
              <p:cNvCxnSpPr>
                <a:cxnSpLocks/>
                <a:stCxn id="606" idx="4"/>
                <a:endCxn id="59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9B02ACDA-906A-AB74-D4DC-642B181081C9}"/>
                  </a:ext>
                </a:extLst>
              </p:cNvPr>
              <p:cNvCxnSpPr>
                <a:cxnSpLocks/>
                <a:stCxn id="588" idx="6"/>
                <a:endCxn id="600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440124E7-BB03-B57A-CCA5-627E2A463306}"/>
                  </a:ext>
                </a:extLst>
              </p:cNvPr>
              <p:cNvCxnSpPr>
                <a:cxnSpLocks/>
                <a:stCxn id="602" idx="6"/>
                <a:endCxn id="590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57AD95E5-77B4-BBA0-7EF4-F2B339F3BF2F}"/>
                  </a:ext>
                </a:extLst>
              </p:cNvPr>
              <p:cNvCxnSpPr>
                <a:cxnSpLocks/>
                <a:stCxn id="590" idx="4"/>
                <a:endCxn id="601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1ADA9B1C-6BDD-1BB3-2E6A-429A69CF2A1B}"/>
                  </a:ext>
                </a:extLst>
              </p:cNvPr>
              <p:cNvCxnSpPr>
                <a:cxnSpLocks/>
                <a:stCxn id="592" idx="3"/>
                <a:endCxn id="59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29CAB707-6853-A5B2-120D-5B718C145F24}"/>
                  </a:ext>
                </a:extLst>
              </p:cNvPr>
              <p:cNvCxnSpPr>
                <a:cxnSpLocks/>
                <a:stCxn id="593" idx="6"/>
                <a:endCxn id="59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3C0743F7-2E2C-78BB-00DB-A24F1BD99485}"/>
                  </a:ext>
                </a:extLst>
              </p:cNvPr>
              <p:cNvCxnSpPr>
                <a:cxnSpLocks/>
                <a:stCxn id="594" idx="0"/>
                <a:endCxn id="59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19649105-D8B2-6E88-E080-5A320192219F}"/>
                  </a:ext>
                </a:extLst>
              </p:cNvPr>
              <p:cNvCxnSpPr>
                <a:cxnSpLocks/>
                <a:stCxn id="591" idx="6"/>
                <a:endCxn id="585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B49244CC-9449-3AFB-44E3-9B1063C98659}"/>
                  </a:ext>
                </a:extLst>
              </p:cNvPr>
              <p:cNvCxnSpPr>
                <a:cxnSpLocks/>
                <a:stCxn id="585" idx="0"/>
                <a:endCxn id="58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3C5FB27F-384B-9C53-1605-6DE4A8076CFF}"/>
                  </a:ext>
                </a:extLst>
              </p:cNvPr>
              <p:cNvCxnSpPr>
                <a:cxnSpLocks/>
                <a:stCxn id="589" idx="2"/>
                <a:endCxn id="59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FC968619-40AC-8ADC-445C-69F913E8CB8E}"/>
                  </a:ext>
                </a:extLst>
              </p:cNvPr>
              <p:cNvCxnSpPr>
                <a:cxnSpLocks/>
                <a:stCxn id="596" idx="4"/>
                <a:endCxn id="59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A44796C3-7E73-B9F1-DBFB-35A2CA5073C3}"/>
                  </a:ext>
                </a:extLst>
              </p:cNvPr>
              <p:cNvCxnSpPr>
                <a:cxnSpLocks/>
                <a:stCxn id="591" idx="4"/>
                <a:endCxn id="59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CC3D5797-DF83-EC97-7A10-C20C3BCFB337}"/>
                  </a:ext>
                </a:extLst>
              </p:cNvPr>
              <p:cNvCxnSpPr>
                <a:cxnSpLocks/>
                <a:stCxn id="598" idx="6"/>
                <a:endCxn id="587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A0A6FD12-414B-B5FB-43EF-CBC9C3B45C22}"/>
                  </a:ext>
                </a:extLst>
              </p:cNvPr>
              <p:cNvCxnSpPr>
                <a:cxnSpLocks/>
                <a:stCxn id="588" idx="0"/>
                <a:endCxn id="599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F074223A-8E70-AB79-B9D8-90F5D7A37352}"/>
                  </a:ext>
                </a:extLst>
              </p:cNvPr>
              <p:cNvCxnSpPr>
                <a:cxnSpLocks/>
                <a:stCxn id="597" idx="4"/>
                <a:endCxn id="59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1D23DDAC-7C1B-19D2-FC15-E93546941CA1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E807DDAA-9F2A-D0F6-5424-7808B8EBBBE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4" name="Group 583">
                    <a:extLst>
                      <a:ext uri="{FF2B5EF4-FFF2-40B4-BE49-F238E27FC236}">
                        <a16:creationId xmlns:a16="http://schemas.microsoft.com/office/drawing/2014/main" id="{9B6645DC-D069-75F0-99F5-5052A3398A09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86" name="Group 585">
                      <a:extLst>
                        <a:ext uri="{FF2B5EF4-FFF2-40B4-BE49-F238E27FC236}">
                          <a16:creationId xmlns:a16="http://schemas.microsoft.com/office/drawing/2014/main" id="{A6E6A9E0-FBBB-1C28-CC18-6DC770F1B2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88" name="Oval 587">
                        <a:extLst>
                          <a:ext uri="{FF2B5EF4-FFF2-40B4-BE49-F238E27FC236}">
                            <a16:creationId xmlns:a16="http://schemas.microsoft.com/office/drawing/2014/main" id="{9A1FB2D8-6356-95AE-19E3-B9B1DED5E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89" name="Oval 588">
                        <a:extLst>
                          <a:ext uri="{FF2B5EF4-FFF2-40B4-BE49-F238E27FC236}">
                            <a16:creationId xmlns:a16="http://schemas.microsoft.com/office/drawing/2014/main" id="{EC229687-06D2-C4D2-BFE9-1291F128C3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0" name="Oval 589">
                        <a:extLst>
                          <a:ext uri="{FF2B5EF4-FFF2-40B4-BE49-F238E27FC236}">
                            <a16:creationId xmlns:a16="http://schemas.microsoft.com/office/drawing/2014/main" id="{23461036-BE60-8567-B8D0-D2840D7CC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91" name="Oval 590">
                        <a:extLst>
                          <a:ext uri="{FF2B5EF4-FFF2-40B4-BE49-F238E27FC236}">
                            <a16:creationId xmlns:a16="http://schemas.microsoft.com/office/drawing/2014/main" id="{7D7AAA49-5D5D-04F6-923E-CDFFAD49D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2" name="Oval 591">
                        <a:extLst>
                          <a:ext uri="{FF2B5EF4-FFF2-40B4-BE49-F238E27FC236}">
                            <a16:creationId xmlns:a16="http://schemas.microsoft.com/office/drawing/2014/main" id="{01FC46A9-92F7-EF37-A482-F6850A2A1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3" name="Oval 592">
                        <a:extLst>
                          <a:ext uri="{FF2B5EF4-FFF2-40B4-BE49-F238E27FC236}">
                            <a16:creationId xmlns:a16="http://schemas.microsoft.com/office/drawing/2014/main" id="{00FEDDE4-B27A-6F27-5374-B021A778E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4" name="Oval 593">
                        <a:extLst>
                          <a:ext uri="{FF2B5EF4-FFF2-40B4-BE49-F238E27FC236}">
                            <a16:creationId xmlns:a16="http://schemas.microsoft.com/office/drawing/2014/main" id="{051E3172-3B4F-9465-92E7-BF4584E24B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5" name="Oval 594">
                        <a:extLst>
                          <a:ext uri="{FF2B5EF4-FFF2-40B4-BE49-F238E27FC236}">
                            <a16:creationId xmlns:a16="http://schemas.microsoft.com/office/drawing/2014/main" id="{6E372DB4-559B-188A-FE44-AAE0BD8D1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96" name="Oval 595">
                        <a:extLst>
                          <a:ext uri="{FF2B5EF4-FFF2-40B4-BE49-F238E27FC236}">
                            <a16:creationId xmlns:a16="http://schemas.microsoft.com/office/drawing/2014/main" id="{346C11F1-4247-3CBC-F1BA-8D4C575C7A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7" name="Oval 596">
                        <a:extLst>
                          <a:ext uri="{FF2B5EF4-FFF2-40B4-BE49-F238E27FC236}">
                            <a16:creationId xmlns:a16="http://schemas.microsoft.com/office/drawing/2014/main" id="{217372AA-7060-AA5F-BDBF-CFDBA3507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E03AFD4B-B47C-A15B-3A89-3920D0C01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2844FB6C-9B01-87FB-AF71-E9946F3C7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6FA93027-7F80-A8A2-5805-9910CFEE57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24DFD942-90A0-939D-FC99-37BDDBF5A9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602" name="Oval 601">
                        <a:extLst>
                          <a:ext uri="{FF2B5EF4-FFF2-40B4-BE49-F238E27FC236}">
                            <a16:creationId xmlns:a16="http://schemas.microsoft.com/office/drawing/2014/main" id="{5DC7D992-1B41-51DA-C263-4311A98E8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606" name="Oval 605">
                        <a:extLst>
                          <a:ext uri="{FF2B5EF4-FFF2-40B4-BE49-F238E27FC236}">
                            <a16:creationId xmlns:a16="http://schemas.microsoft.com/office/drawing/2014/main" id="{5EC4A764-156D-07D4-0F72-C92453EF2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87" name="Oval 586">
                      <a:extLst>
                        <a:ext uri="{FF2B5EF4-FFF2-40B4-BE49-F238E27FC236}">
                          <a16:creationId xmlns:a16="http://schemas.microsoft.com/office/drawing/2014/main" id="{8AD3CE4C-71FE-6A81-C783-DDC3DFCA4D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55E42FC3-7B2E-D156-4FD0-A5789D7931E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16099C79-D7BD-4EDB-19A5-F90970FD2B68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8E601AF5-A330-1FAD-DA21-A5C63F1DB6B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1A6215AF-CD2B-B04A-849E-E77D7F83A069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C8562DB-9607-9347-C381-FC0665AA9C8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4F89C47B-3A00-FE3D-072F-C794F32F5726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9CDCF485-4A47-8DA0-1F8D-9010B5E8D21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F86817B8-737D-1F5E-E036-558F0DAB43CD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6D77A632-8A93-84DC-BA28-F10B5B92B351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D65E1973-57CD-AD5A-108B-68A72BF26686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5C0BCB16-41E3-6CDF-30E9-4C7E14F2E992}"/>
                </a:ext>
              </a:extLst>
            </p:cNvPr>
            <p:cNvCxnSpPr>
              <a:cxnSpLocks/>
              <a:stCxn id="588" idx="7"/>
              <a:endCxn id="602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7" name="Rectangle 606">
            <a:extLst>
              <a:ext uri="{FF2B5EF4-FFF2-40B4-BE49-F238E27FC236}">
                <a16:creationId xmlns:a16="http://schemas.microsoft.com/office/drawing/2014/main" id="{9AE83B69-AEFF-0BB9-BE9C-E5A15C6F0142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9571B10-8870-B4C8-6B14-F22589237E31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EE7C6C1A-A5FA-BEF2-0572-566E8F6AF99E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0" name="Arrow: Right 107">
            <a:extLst>
              <a:ext uri="{FF2B5EF4-FFF2-40B4-BE49-F238E27FC236}">
                <a16:creationId xmlns:a16="http://schemas.microsoft.com/office/drawing/2014/main" id="{6A2230D1-04DB-2550-7EA7-9D640B3C18C8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C8E93C44-957A-5ED7-5330-CA6A0F19EB23}"/>
              </a:ext>
            </a:extLst>
          </p:cNvPr>
          <p:cNvSpPr txBox="1"/>
          <p:nvPr/>
        </p:nvSpPr>
        <p:spPr>
          <a:xfrm>
            <a:off x="2268628" y="4146004"/>
            <a:ext cx="168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D5970B1B-D6AE-A5A4-15FC-5A10D1FCCBBE}"/>
              </a:ext>
            </a:extLst>
          </p:cNvPr>
          <p:cNvSpPr txBox="1"/>
          <p:nvPr/>
        </p:nvSpPr>
        <p:spPr>
          <a:xfrm>
            <a:off x="4116731" y="395127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5FD44E46-9032-F451-CF5B-3082B4A053C7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68881BED-A9C2-EA23-797E-259CC9E03575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F325071A-B689-4633-22CB-E3D4E4322098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075D3E6E-593B-1D75-2370-C91F97AD037F}"/>
              </a:ext>
            </a:extLst>
          </p:cNvPr>
          <p:cNvCxnSpPr>
            <a:cxnSpLocks/>
            <a:stCxn id="213" idx="0"/>
            <a:endCxn id="617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Oval 616">
            <a:extLst>
              <a:ext uri="{FF2B5EF4-FFF2-40B4-BE49-F238E27FC236}">
                <a16:creationId xmlns:a16="http://schemas.microsoft.com/office/drawing/2014/main" id="{5DF95FC9-CB37-9DC4-E4A7-4281D67727DE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9441FDCC-02B7-93E3-563C-A44D9E6C6F4C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3E654AD3-B54B-BC81-B4F9-596F58FC3081}"/>
                </a:ext>
              </a:extLst>
            </p:cNvPr>
            <p:cNvCxnSpPr>
              <a:cxnSpLocks/>
              <a:stCxn id="620" idx="6"/>
              <a:endCxn id="621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D85F59C1-C7CB-01F2-FAF6-DE00488CF8A8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75325262-DFB1-D687-33E3-BD9E5540EA2F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1A6E71AD-582D-503C-8811-D89CC2DBDB52}"/>
                </a:ext>
              </a:extLst>
            </p:cNvPr>
            <p:cNvCxnSpPr>
              <a:cxnSpLocks/>
              <a:endCxn id="620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61A2F585-EE02-2910-FD7F-ED079BF9E59D}"/>
              </a:ext>
            </a:extLst>
          </p:cNvPr>
          <p:cNvCxnSpPr>
            <a:cxnSpLocks/>
            <a:stCxn id="213" idx="0"/>
            <a:endCxn id="234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TextBox 623">
            <a:extLst>
              <a:ext uri="{FF2B5EF4-FFF2-40B4-BE49-F238E27FC236}">
                <a16:creationId xmlns:a16="http://schemas.microsoft.com/office/drawing/2014/main" id="{AF617576-09E5-3B09-6EA9-228EF384E2B9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A00C478-FDAA-333C-BBC8-9E432B6E8A1F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4B13F76C-FF28-AA84-1972-12B278F52230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60CFC61-CC9E-D9AF-BF0E-6BF296E8272E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75D97355-222A-977C-8D3D-B1DAAF6009BD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DDEC38FA-C806-7655-9D43-042E595D8B7A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411B145A-9E79-37AC-523D-A016A6A3FAA6}"/>
              </a:ext>
            </a:extLst>
          </p:cNvPr>
          <p:cNvCxnSpPr>
            <a:cxnSpLocks/>
            <a:stCxn id="632" idx="3"/>
            <a:endCxn id="630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486EAB11-3002-FA89-BAF2-0D1A738C8916}"/>
              </a:ext>
            </a:extLst>
          </p:cNvPr>
          <p:cNvCxnSpPr>
            <a:cxnSpLocks/>
            <a:stCxn id="632" idx="5"/>
            <a:endCxn id="211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E6D7D85E-8DAB-B278-78F4-F324FA0B31DF}"/>
              </a:ext>
            </a:extLst>
          </p:cNvPr>
          <p:cNvCxnSpPr>
            <a:cxnSpLocks/>
            <a:stCxn id="630" idx="4"/>
            <a:endCxn id="210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Oval 636">
            <a:extLst>
              <a:ext uri="{FF2B5EF4-FFF2-40B4-BE49-F238E27FC236}">
                <a16:creationId xmlns:a16="http://schemas.microsoft.com/office/drawing/2014/main" id="{D40C1189-88A2-7F1D-160C-E9E6CA2A2DF7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CF2E655D-FCF6-54AB-053E-B0E54A05059E}"/>
              </a:ext>
            </a:extLst>
          </p:cNvPr>
          <p:cNvCxnSpPr>
            <a:cxnSpLocks/>
            <a:stCxn id="637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3F4C7DE3-2120-7CAA-EBDA-08D114F834D6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F9C774CB-8CF7-17BA-1018-1FD84F662735}"/>
              </a:ext>
            </a:extLst>
          </p:cNvPr>
          <p:cNvCxnSpPr>
            <a:cxnSpLocks/>
            <a:stCxn id="195" idx="3"/>
            <a:endCxn id="194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53550505-D7F7-F094-F63A-0F681A6CA383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12BFF95A-F531-628D-A761-C08AF8A8BCCC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4DCC854-55D6-0E6D-FD25-593CD6B21834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4B63391-5F0B-923C-19A6-D56E504FAF4E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E074ABB-82C1-4B1F-1981-975699CAB141}"/>
              </a:ext>
            </a:extLst>
          </p:cNvPr>
          <p:cNvCxnSpPr>
            <a:cxnSpLocks/>
            <a:stCxn id="193" idx="1"/>
            <a:endCxn id="195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B5192E78-EEBD-87C5-6E0E-3EF1A6971C79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22C6052E-0C02-B4F8-C67F-1C158F77BEE5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64206B3F-24EF-0E58-E642-291F98EA5FE4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1B4E41A7-65C6-4173-1F28-480E02342F20}"/>
              </a:ext>
            </a:extLst>
          </p:cNvPr>
          <p:cNvCxnSpPr>
            <a:cxnSpLocks/>
            <a:stCxn id="199" idx="3"/>
            <a:endCxn id="198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A5A17D1-456E-81DF-7288-10629AB271FC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7A46242-0732-0057-D298-ACDBDF40D875}"/>
              </a:ext>
            </a:extLst>
          </p:cNvPr>
          <p:cNvCxnSpPr>
            <a:cxnSpLocks/>
            <a:stCxn id="200" idx="1"/>
            <a:endCxn id="199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107">
            <a:extLst>
              <a:ext uri="{FF2B5EF4-FFF2-40B4-BE49-F238E27FC236}">
                <a16:creationId xmlns:a16="http://schemas.microsoft.com/office/drawing/2014/main" id="{48BAFB77-9D94-7FD7-442A-7417E9B7D054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AAB2009-322A-0063-BDE5-06B4878AF778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A4D732A-9D38-839C-AB8F-FD23D4A14474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7" name="Arrow: Right 107">
            <a:extLst>
              <a:ext uri="{FF2B5EF4-FFF2-40B4-BE49-F238E27FC236}">
                <a16:creationId xmlns:a16="http://schemas.microsoft.com/office/drawing/2014/main" id="{27D5EB12-582A-F0A8-E391-B87081D4D031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Arrow: Right 107">
            <a:extLst>
              <a:ext uri="{FF2B5EF4-FFF2-40B4-BE49-F238E27FC236}">
                <a16:creationId xmlns:a16="http://schemas.microsoft.com/office/drawing/2014/main" id="{31650981-6E6A-8AA4-BFFE-5A39FC5A538C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row: Right 107">
            <a:extLst>
              <a:ext uri="{FF2B5EF4-FFF2-40B4-BE49-F238E27FC236}">
                <a16:creationId xmlns:a16="http://schemas.microsoft.com/office/drawing/2014/main" id="{C20998A5-0913-0885-39E4-AC77AA476DA3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B0DF04B-AFB6-280E-7230-4BDA6F87AA13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A2C5FD2-926C-A21A-11F2-053621F07C8B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2651B75-6C9F-8283-C381-D84A97D50894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008528C-2EF8-147F-7005-1891061CB831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3566B6-CBF9-1869-9631-209533A61433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706B25E-5BDD-EDAF-6C21-8239E96AEEBB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5BB4E79-638A-EE34-E576-D5A1A000CE4C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8B78098-C122-FDBA-9677-5218C63B4029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55126CC-8718-0DCA-7F1E-14D456524064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9E951CE-561A-80F0-6342-38CC67A15038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BF2BD7A-934E-652B-D7BE-0CC07E60BCCD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C483C45-3FA0-7BDB-B94A-22E2EAEB0C1E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767856ED-2A16-5FE7-2D36-B33A5364371A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9AB0E2C-B1BF-0897-6EA1-CB38FA547949}"/>
              </a:ext>
            </a:extLst>
          </p:cNvPr>
          <p:cNvCxnSpPr>
            <a:cxnSpLocks/>
            <a:stCxn id="234" idx="6"/>
            <a:endCxn id="216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78C5F2E-80E8-222E-5563-C63CFFE45E47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0BD2ECB-2501-2C58-E407-42A0D66F33BB}"/>
              </a:ext>
            </a:extLst>
          </p:cNvPr>
          <p:cNvSpPr txBox="1"/>
          <p:nvPr/>
        </p:nvSpPr>
        <p:spPr>
          <a:xfrm>
            <a:off x="4917841" y="156159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9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450D137-EB25-A9D2-FE49-4403AA8C6CEC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F5E4E5-6BBB-6BD9-857E-96987950A7B3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B1C999-E82D-3359-C12C-4A61EDCD27C2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BBCF2EA-0FEF-A236-EB21-FEC8371F93A7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9C051-CE84-F754-79F5-44A0A909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AB8D213-7859-7C34-07C3-2A9DDC71C949}"/>
              </a:ext>
            </a:extLst>
          </p:cNvPr>
          <p:cNvSpPr/>
          <p:nvPr/>
        </p:nvSpPr>
        <p:spPr>
          <a:xfrm>
            <a:off x="3312355" y="2105488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55CE4-12C1-A026-9703-11AA03D96A4B}"/>
              </a:ext>
            </a:extLst>
          </p:cNvPr>
          <p:cNvSpPr/>
          <p:nvPr/>
        </p:nvSpPr>
        <p:spPr>
          <a:xfrm>
            <a:off x="2910221" y="210548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E5A4A-DC81-9D0B-CA8F-2DF3A45A5201}"/>
              </a:ext>
            </a:extLst>
          </p:cNvPr>
          <p:cNvSpPr/>
          <p:nvPr/>
        </p:nvSpPr>
        <p:spPr>
          <a:xfrm>
            <a:off x="2906497" y="99004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655CB-730D-8AFC-C1DB-D99C21805912}"/>
              </a:ext>
            </a:extLst>
          </p:cNvPr>
          <p:cNvSpPr/>
          <p:nvPr/>
        </p:nvSpPr>
        <p:spPr>
          <a:xfrm>
            <a:off x="3035505" y="588705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55138032-C309-1D69-2A47-0CE847F1CC00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7DD6946-2387-848C-0D28-95703BF46389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05EED49-B8AD-2C01-52C0-C706BC5289EC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32764C51-C81F-BF4A-22B2-E4B8534DBC78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2353DB6-0D72-56D1-39DC-50955CEB8C78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55CE5C4A-DF27-1CCC-60E0-EB0BE7E32CF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CC0FDB8-AAAD-6EE3-4205-79CFF61326C5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0AB2EFD-A823-7DFD-0A49-B3B4710371CA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A7FD576-0CF6-9FC0-F5D2-05CBD09BD79B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4678AEA-C842-A0E9-4466-B3751C7DFB20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5912EC6D-994A-F9E8-1FD1-DFD1C1D6B2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E1FDFFE-F507-F5FA-AABF-3E0B74C3E200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9B794DD-8D64-861A-9693-2D8A875393E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C77F2056-527F-E8B7-016B-B8F63EFAD31E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6FD090B-5FB3-F7FC-2379-D26CCC1F5EB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E3098-CA5A-1699-D0EA-6219702F43A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3B6771-BBEE-957C-4934-C0E6CD7D4E4F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8A7147E-E8FF-366D-70B0-947E7170698C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24223D4C-ABB8-5E56-13EE-733AC2B79426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163A2CFE-46E2-03FB-7CE2-5085859669C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602B3D28-CF3F-7D27-CB20-180930AB5AF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438BA159-A55D-F8F4-0CB4-1EFA36E7159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8E37EA0-5172-67CD-DD9B-86F4EF1CDA2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9EC95F9-D573-D7EF-0700-59FF411E0B1A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B5EBBDD-2FA0-2A00-F6A2-C3305253BC57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748B21BA-00C9-6A99-15E0-96F3D3F0E50F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57FD8-9799-8669-C4D2-40C0867EE98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DA4619B9-CD73-6977-4AE6-008419BF2F40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B0F05E28-7534-1FA8-E1AE-787414EC2E94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8D82BDC3-D31D-56D1-52AA-570F11C04873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FE7978B-11B4-0200-BB53-2CBB06CB3AEF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B04C636E-81F7-6630-74AE-FDBBFA628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87501DC9-B314-E928-0C5A-01E98CD04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3E462FAE-809E-58BD-9921-C15EC7072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CE871129-9457-7295-4650-2E972F6E9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33C50535-F852-1862-2A47-139DA0641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E040F59F-904C-A4DD-68D0-1AE071CEDD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F7632A9F-2FA9-9EE3-2BED-B530F6040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7D5A635-F7CF-220B-C54C-5A2EBB107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1AD2BC69-BFD2-3614-B052-801288AE2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2B4D38-BE24-402B-93C7-970099B4D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A66EEAAF-600E-FE26-1047-F0F14098E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54191BD-5610-25E4-671B-70A0CE306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D268390-4029-1455-17F4-09886CE85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52673F50-FB8F-CB3A-EAB3-7DE484B97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1E75481-BC2E-8934-3500-540ADCCBB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1843510-5FA6-1225-15AC-2299ADE43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3896CED2-0652-849C-C281-DA1A38DC6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0F4BAD9B-DD01-B36B-6A6E-DA14296FE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DB08CC1-B6C8-C049-4E6A-AC720B8DC3B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51A1467B-B887-38E0-5648-73223548AD2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E55AB465-DAD8-4D4E-1608-16F80D92E7B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E1AA0A3-72CE-E541-CC3A-ADD454564CA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5F91E88D-AE95-2676-88EF-D0A67BC073F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17F970D-DC3B-4A03-894F-60EB2CCF67A4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618B8D1-E2A6-C5B0-6D62-18B385E0A6C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BA4661D-72C4-C500-5A6E-3866D98A14E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3639BA57-C5F5-FC98-9FC5-6671DF53368A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1D32E731-FCFC-CA3B-DF22-5AD876F94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56F2AB2-518E-0094-B0AE-EE4553A3000E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4239FC-A6A1-AEB4-C847-427E2F181455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D215CE-001A-6EB6-5B2B-3439FA005148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B32E098-AF72-D2DA-E901-212879EAC6B4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CB7BACD-36B7-9BDA-295C-9B02EF921F1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F4B6D-BA28-4EDA-9A21-F0A8EC97F89F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DBFD36-9723-B3D5-0285-80761A6C449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D11D84-35D3-B46B-581B-7D7B750AF55E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3BCB2FE-2D37-3EB5-E502-AB149C21EDC9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938EC4B-A262-ECC3-C6C2-7AEDCB80002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48AC1F3-1925-B659-5F08-2018B0DE070A}"/>
              </a:ext>
            </a:extLst>
          </p:cNvPr>
          <p:cNvCxnSpPr>
            <a:cxnSpLocks/>
            <a:stCxn id="36" idx="0"/>
            <a:endCxn id="631" idx="5"/>
          </p:cNvCxnSpPr>
          <p:nvPr/>
        </p:nvCxnSpPr>
        <p:spPr>
          <a:xfrm flipH="1" flipV="1">
            <a:off x="4424931" y="756963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70F68621-DAF3-4EDD-5DD4-F87A7F225DB1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6A1FEF3-E460-079A-1BAA-B9E4DF82DD54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03DFE0C0-4D3F-0D7D-20AD-DAAC458A8263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78B92E0-2751-522D-8792-0FBE6C96A8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E914D28-6592-64EA-4155-1FFFA8169D3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3315D129-34D4-E499-718C-D381CF76AA93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2F6A056B-1D8D-84E5-8306-8149AAAD7D95}"/>
              </a:ext>
            </a:extLst>
          </p:cNvPr>
          <p:cNvCxnSpPr>
            <a:cxnSpLocks/>
            <a:stCxn id="36" idx="0"/>
            <a:endCxn id="56" idx="3"/>
          </p:cNvCxnSpPr>
          <p:nvPr/>
        </p:nvCxnSpPr>
        <p:spPr>
          <a:xfrm flipV="1">
            <a:off x="4575945" y="758704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D71213-F20A-C792-62F4-EB89A478F72A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349F-1874-F1A8-7DBE-2A66C4D4C1F8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B8FE4-0A02-7367-9DBD-D56F4D29332F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7490181-5A60-CDE1-7AB1-E5FB777BB0CE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7FE069F8-3814-9148-3682-A8730852ED82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52335FF4-F0F5-25D5-934A-AC9C80052ED4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8EC0659-5EB7-FD1F-C104-F13F51732F9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42E431E2-B300-FBEB-E0E7-AE9016A920BB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77D751D-38D3-501F-66ED-6D82407FD2B5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AE521476-762E-A271-61FC-C2A5648FC0D9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3883FBA-1E8E-648D-BC9E-392A103E708C}"/>
              </a:ext>
            </a:extLst>
          </p:cNvPr>
          <p:cNvCxnSpPr>
            <a:cxnSpLocks/>
            <a:stCxn id="544" idx="3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7B20F9CE-C579-5B62-12AF-8BD270AF8D77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C280B2-EFAB-0D82-3DD8-2E718BDFDFE5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204C35CA-9277-79E9-6560-6341FF208073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B8C5027B-7FD6-8608-95BB-76D5A3D2968C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FE26C623-C354-56DE-C7CC-CAF56201307E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E1217675-E154-EB75-B20D-0DBAF6281DE5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4C4890-FA42-3932-A7FD-529401E51EC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6F4568A-46A8-6A80-4B92-AB11F910B69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5A9E87-89D1-F12F-8E0B-D9CA66BA053C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886CEC-0025-6803-BD95-551D0B2410A2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C8796A-E332-15F8-3007-46DF798C8235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BCA3E1-FFFC-B5E7-2FF7-F8C47A6479B1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2B8298-5D49-249D-4D5A-C10295C5CA1C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2B88D306-84B2-BEBF-4EE2-97C3EFE01D5E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CABE956-4D43-ED47-9B79-DA3AFEDB47E8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2E0DDB2-519E-1CD4-2E4A-945E30914473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C6599D1-E0BC-7EA8-FF55-AB6BDA972C26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19407E5B-432C-2AE6-9D35-3E872B22DC04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2E5CA00C-7FFC-0790-47A3-A4F7C2E7334D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AEE28-08F1-76BE-31C7-8F7E69651DC6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88506-3F82-9411-50E2-ABCC70105FD8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98DC1-B1AA-1814-1FA6-0BCF4BD2BD7E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3363E-9029-1407-B39F-EDE13B7345D7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50C16-346B-761D-7C65-5AED1A23CB64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4C4596-CB26-590F-D8D5-C7249BDA09F9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AA82D58-56BC-DE71-E22B-39CA2B5C0A6E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EC7D83-CDDA-5681-30BB-A88FAFABDC53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1AC6365-1291-8780-6F07-2EEB73559253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43005EF-5616-BC73-2032-32AD498454DC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A4C1C-7957-3C5A-E6FD-3732FA1B2D21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0F8E05-9AFF-E9CD-596D-05EB1ABEE4B9}"/>
              </a:ext>
            </a:extLst>
          </p:cNvPr>
          <p:cNvSpPr txBox="1"/>
          <p:nvPr/>
        </p:nvSpPr>
        <p:spPr>
          <a:xfrm>
            <a:off x="4466703" y="144173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9D77F7-B10F-D53D-05CF-051851B6BF41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4E48FE7-F1E3-3616-B044-8E518859DF84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31F50-0375-6E24-E32C-651C4C04C8F2}"/>
              </a:ext>
            </a:extLst>
          </p:cNvPr>
          <p:cNvSpPr/>
          <p:nvPr/>
        </p:nvSpPr>
        <p:spPr>
          <a:xfrm>
            <a:off x="4966108" y="148538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509E8-0192-FF28-163A-7B14AAE658C7}"/>
              </a:ext>
            </a:extLst>
          </p:cNvPr>
          <p:cNvSpPr txBox="1"/>
          <p:nvPr/>
        </p:nvSpPr>
        <p:spPr>
          <a:xfrm>
            <a:off x="4901117" y="143935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648D5D-571D-CE95-D891-2E2CEF12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8898D9F0-B2AC-2FA4-D0E4-C797A93B73CD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DA786CE-6A6A-BA3A-DFB6-485CD6C563D6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7E19ECF5-3271-0ED6-5422-3326FE264DCB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DA3E21D-BE00-E210-9F1C-9C00A4BBAEE3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3F2F5EC9-F70A-D2AB-A470-67DFE2FDA946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4CD286D-21D0-B62A-09EA-D21B8272066D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02C3B70-F9BC-516A-7910-2A17E89B4121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17C932F9-9AC5-5EB4-E805-DF6EDAF450E4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AD21E2BB-6658-998B-F96D-FC23DA3D50BC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93EC3F5-6426-4F93-4D52-71E99987C84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51D2C4F-C777-16A1-024E-C32D638565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B4A178CA-C70B-AE79-88C0-DF3E4DA7F708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B99AE219-4B50-4DC1-831B-E9F821AC972F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AD7E254A-004B-71B6-468A-FB996804A73B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5EAE0BE2-0598-24F9-5C6B-752154A60B15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71E41D7D-3B3D-08C9-9378-EE7A13ACE44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B5E4CF35-80E8-AB02-C8E7-A11916E2783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C28A90E-DF8B-96E0-0B7D-A99B6167ADA5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7210F09-E83F-B666-80A9-971B0E762EC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D910BD2C-79C2-0377-0822-5437A714DA83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C330B92A-4713-0D1B-7FB2-DE3BD7D12FF5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A79CC347-5C66-4924-4535-4B47E6ECD63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9926B80-0D47-6B36-3010-1F026D2F30B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E69D70F-F3AC-C47C-9CA2-5C3BBBD27BA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29C5EDD-5AEF-5F88-620D-FF906140D94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3341AAD-4019-02EA-7714-C94303362ABE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5005F9BE-2D04-EDF5-1D89-397B8C8E184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DA97A59-98A8-C2FE-8C44-E0C51E5A8DE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A8DFB034-05AD-3481-17B0-8D3DF5910EF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44A8D053-465E-ED3B-B0D9-2B2C0F908A0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D65FEA-1615-6000-C1AB-14C08D38C65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20909AA-1B5D-4B17-872F-AC12A71905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E9EDEED8-3F9E-A527-C419-D07502EFA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F70E216-2EA5-5ED7-AFDB-058743349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32AC5B59-4F86-A3B1-260D-116207172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3E41D61-45FF-6963-AF6E-3830D39A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43FFBEFE-3F56-62F5-F9A8-6012FF852E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ECB405B-CC2E-A391-E513-4387D73FC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48273AB9-748F-2E85-69C1-23BF35600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E789D3FC-854C-CE4C-8C54-30EC46761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2D04E5F4-2D21-C85A-894F-DC40B3DDF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E28BA94B-0A56-E19D-9884-646BCDA66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25B022B6-CBEB-A3D8-CD6C-D8EB5BA79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F1F9C3F-E549-BBF4-33C2-FE38BA5D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A167B03D-0964-B551-558B-EA0944181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559DCB65-A935-3F83-D5ED-FA0748B0B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E94DD9C8-918A-D006-A604-A1E8F95F3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1F41D310-7462-9268-F9F9-192805E74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F4A93B87-8699-E134-AC65-45687A732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B50FC-6775-D742-20A2-FFC69F93727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0E5FB02-F647-2092-40B6-E56606EB93EF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F28A98D-0E1E-1511-00FC-E055A256B8DB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098C2B48-C812-6135-3F30-3EDA8D365BA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344E985-ECC5-7F8F-CF7D-B97AED0F77C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98141E2-6440-6A2D-41E2-4960BB3D237A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403CA742-F5CC-ED16-4045-3AACADDCEAF3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7DC5E85-7C9F-B336-F0D7-8D9BCF0A9161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C824B8-DE19-4611-4A96-41AE4E565998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7E1F82C-DFCB-8AD0-6BF7-D77FF77EF891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1BBFFB-9640-33B9-B910-974D325B09F0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40B174D-506D-73CE-F578-EBA4E2D23C6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A6C91C-75B1-ED6E-5193-06B2C919AFD8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9A70BB-BE0A-AF58-C8EF-61AC589E0D63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5448D-8C69-3C2A-AD90-B1A151BD1930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C740B501-EEAA-3888-7DB7-01E6097D8A2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9580E-854F-3F73-D1D8-C73D25484D8B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0372F2-E9AB-C794-2945-C36B06C540F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563E723-9042-37B1-9B2D-278D0B99AF6A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C91352C-EE2D-62B3-45DA-8F6DD2252A7D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D4DB571-1FC3-01F7-9033-B62FAAA7E57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61F8226D-DA73-CFFE-6487-202880F67DFD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5707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50AE871-F8BA-145F-ECE7-8F9AE924176D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4BDFE70-8C6C-3DED-D4F8-225233DDA0E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12248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9BC427FA-454B-FD45-DA38-56583A11E159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C5876264-12A8-10E0-9166-96BBF915664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C042B525-1A18-D68D-4448-D34F5442062B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AB8B88B9-606E-B593-1333-77C22D70C54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1AD0C066-44E0-2C44-E088-CBC358D13A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795399F8-127E-7880-7078-F0DFF669BF04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7594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E22CD-41D9-ED70-8591-6F24A551F434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5D1D-4076-4C99-CE0C-40E1DD6655C6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3982-CA66-A73C-925E-F8DE1AF3183C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66378E0-D4EE-B638-5B85-E603BAC70976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8DF7BBE-1F3E-70F3-0799-A2619E3F5DF7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78722A6-3351-F9C9-BABF-B229DC8BEDB7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FB7E215-CF77-4F0C-8710-35E5A8402CC8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7F431EC-AC06-D976-61F3-7FBF75B50E8F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CFE3A3C-1681-BB68-7875-E0AA4506EF6F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7374A3B0-AB66-34C6-6A26-F80B8F985002}"/>
              </a:ext>
            </a:extLst>
          </p:cNvPr>
          <p:cNvSpPr/>
          <p:nvPr/>
        </p:nvSpPr>
        <p:spPr>
          <a:xfrm>
            <a:off x="487246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703B137-45DC-FB56-5701-9EC9C5A3739E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FD50486-E307-7CBC-9AAF-8793ACE79A72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9FABA855-3456-4EC5-0DDE-C4AFBF12010F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BE4ACA45-81C0-254A-A198-40047CEB5349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315D9059-6E06-75B6-1A7A-E8ABF909CBCD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FAC64CC-6DE7-0F04-6D3D-96B6449D9788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5F32BFCC-4839-4F54-0C77-758752CF361C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6E0D564C-C67B-8CD8-D432-75276CDB0CD9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CB54D-48D9-B640-787F-3B627B698689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6AE4B4D-C18E-3C58-6B1F-DDB763991C8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310A25-1552-496A-1F6F-489939CE6985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860B9E9-5137-F01A-BFE3-50452346C9A4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479F8A-8BDA-C13D-9438-8567A72E04C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3EC2A-7F94-676C-B9C8-24EA424EB215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081AE10-7077-2F92-02E0-513629EE0994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FFE238-912B-5AFC-0D29-F9BD4FDE04FA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38D8A0D8-EF7A-5A1C-7448-7289FB66FD4C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594B6CAA-4B56-2417-D0A1-226247BD7EB8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ADBBC404-9A03-CA75-EE65-CBF632D970FB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AE3A526C-A1D9-F928-02F5-6F357448B4AB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41C443-8FBA-F137-57B2-3F5568956D10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E4D86-38C3-6749-B7EE-E3A8DBCE2225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F5812-6280-DFC7-6DB6-F42C5D10B99B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5EFDB-986B-939F-326F-CCDBBBAA8CF5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0C39A-B8A4-4B9F-3D45-1E6571CA91DA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6B9CF-E306-FC90-202D-A028B7F118A7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AC1FC-A3FC-2291-1411-E9EEF30FB7B0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3CCEE8D-2C46-DDF7-2CD3-ADFF6B4E6370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344DA9A-3009-F804-0169-876E46BEE181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7ED30A8-4915-9785-97B5-C0E4708FB55A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EDC94F5-59AB-9489-92AB-A94769EA603E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61923-B640-990A-E926-7371C960A300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227872-98EA-30C7-44D1-C3469CA116DE}"/>
              </a:ext>
            </a:extLst>
          </p:cNvPr>
          <p:cNvSpPr txBox="1"/>
          <p:nvPr/>
        </p:nvSpPr>
        <p:spPr>
          <a:xfrm>
            <a:off x="446577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AAA8035-7A11-60F4-2922-1786464B9B0C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24D2291F-AC55-279C-D26D-81A03FB1988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3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897252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02065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0206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689200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63999" y="24978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4978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19921" y="2497800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206299" y="652820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242649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16669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09950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34949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13003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1490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95393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46836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499885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2701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14213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395263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0373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28326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28829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46782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17775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76488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498106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494944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65030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080983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13404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896423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088584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</p:cNvCxnSpPr>
          <p:nvPr/>
        </p:nvCxnSpPr>
        <p:spPr>
          <a:xfrm>
            <a:off x="4112649" y="232363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273144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14355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834245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079667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798915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</p:cNvCxnSpPr>
          <p:nvPr/>
        </p:nvCxnSpPr>
        <p:spPr>
          <a:xfrm flipV="1">
            <a:off x="4830581" y="232776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18805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5219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26831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298932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12838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12388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34818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09315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2106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393030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38376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493643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79353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86441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2706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5852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0824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02510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35819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56508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78453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71931" y="129737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FD2822-2804-4A88-ACFD-82293BAB37C6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8332375-0823-46b1-9656-30fa6c0cb3d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4485</TotalTime>
  <Words>1811</Words>
  <Application>Microsoft Office PowerPoint</Application>
  <PresentationFormat>Custom</PresentationFormat>
  <Paragraphs>1215</Paragraphs>
  <Slides>25</Slides>
  <Notes>12</Notes>
  <HiddenSlides>22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Li, Chaoqun</cp:lastModifiedBy>
  <cp:revision>261</cp:revision>
  <cp:lastPrinted>2020-01-23T16:13:37Z</cp:lastPrinted>
  <dcterms:created xsi:type="dcterms:W3CDTF">2016-10-10T21:02:48Z</dcterms:created>
  <dcterms:modified xsi:type="dcterms:W3CDTF">2025-07-16T02:01:25Z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