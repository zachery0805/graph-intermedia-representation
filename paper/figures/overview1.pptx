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1"/>
  </p:notesMasterIdLst>
  <p:sldIdLst>
    <p:sldId id="262" r:id="rId5"/>
    <p:sldId id="272" r:id="rId6"/>
    <p:sldId id="275" r:id="rId7"/>
    <p:sldId id="273" r:id="rId8"/>
    <p:sldId id="271" r:id="rId9"/>
    <p:sldId id="270" r:id="rId10"/>
    <p:sldId id="269" r:id="rId11"/>
    <p:sldId id="268" r:id="rId12"/>
    <p:sldId id="267" r:id="rId13"/>
    <p:sldId id="256" r:id="rId14"/>
    <p:sldId id="258" r:id="rId15"/>
    <p:sldId id="257" r:id="rId16"/>
    <p:sldId id="260" r:id="rId17"/>
    <p:sldId id="274" r:id="rId18"/>
    <p:sldId id="276" r:id="rId19"/>
    <p:sldId id="277" r:id="rId20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1FF"/>
    <a:srgbClr val="FFD8FF"/>
    <a:srgbClr val="0432FF"/>
    <a:srgbClr val="FFAFFF"/>
    <a:srgbClr val="FF85FF"/>
    <a:srgbClr val="FFACA9"/>
    <a:srgbClr val="FF8AD8"/>
    <a:srgbClr val="0096FF"/>
    <a:srgbClr val="FF9300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78"/>
    <p:restoredTop sz="94690"/>
  </p:normalViewPr>
  <p:slideViewPr>
    <p:cSldViewPr snapToGrid="0" snapToObjects="1">
      <p:cViewPr>
        <p:scale>
          <a:sx n="125" d="100"/>
          <a:sy n="125" d="100"/>
        </p:scale>
        <p:origin x="932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4101551" y="1929308"/>
            <a:ext cx="2051593" cy="5163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4101552" y="1097493"/>
            <a:ext cx="2051591" cy="7803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4102054" y="449685"/>
            <a:ext cx="2051592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ED33521-DD08-D1B6-E059-4B500F63535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388D9B86-6FF8-BE3E-0B80-0695134DA797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B63B92D-341B-4A32-CBE1-608796518BF6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940020C2-5DFB-3F9E-6E50-6697893B474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DB2EA4D-00F7-3791-23DA-B29C9E2469CF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058B5CC-0B4C-7F18-D3E6-7299D9F34D71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5169E5-101A-F357-3F1D-73EBA119443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84EE0F3D-974D-5EB9-0C19-9D78ACC8EC89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A00401DB-9627-66C8-958B-7BBDBC0DFF0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0113D658-CE7D-8F52-0DB2-414DEC5D120D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845F392-2E3E-B1D2-C97A-AB8EA205FC22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6BC8DA8D-EDE1-9271-7FBD-725FEAB4AE97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10587A32-8222-E7CE-3587-58EB2E5AAFC7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8F9E212A-995C-6140-7ABC-288F1B787AC3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250C4A99-881F-9797-B1EF-E9924F0783BF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DBB71A2C-6C78-C082-AD1A-158F1F37820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4036158" y="1057526"/>
            <a:ext cx="141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4028174" y="1893795"/>
            <a:ext cx="14181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ED1F8D72-1DE5-2FA6-1331-0C8D436CED0F}"/>
              </a:ext>
            </a:extLst>
          </p:cNvPr>
          <p:cNvGrpSpPr/>
          <p:nvPr/>
        </p:nvGrpSpPr>
        <p:grpSpPr>
          <a:xfrm>
            <a:off x="4049022" y="-94044"/>
            <a:ext cx="2198881" cy="1119450"/>
            <a:chOff x="4192296" y="99170"/>
            <a:chExt cx="2198881" cy="111945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79AE15-53C3-66DE-B1B3-B6ED9532C13A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119450"/>
              <a:chOff x="4960433" y="592357"/>
              <a:chExt cx="1777989" cy="1119450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EC567A73-ACB2-BADB-7C5B-03ADD844E2DE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079498"/>
                <a:chOff x="5429891" y="521896"/>
                <a:chExt cx="1647774" cy="1079498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7EA077C5-1C5C-8163-5823-30D3C976F84B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D5D453D3-C6D5-A791-1518-CC28BF32AE09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FEAE9090-7374-E482-A27F-5307AD3B85C5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CCDEF10C-7557-8AD8-13DA-0FF90D678285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FA5D9F42-5662-2141-5A84-1F6E44321DA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BD06AABD-41CD-83A0-DEBB-7F327910A3A9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3F60F7-D842-5993-2117-DD566C3FDE7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6267E79-4DF0-7EF3-63EF-16232C80E763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7A8FAEA0-8B19-710D-E488-745237A8E82B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0AED34E7-464D-FF5F-6CA4-6A8C9FBAFC16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7049BCC1-F828-9B95-9DB0-EBEED0863F08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8E11B6C4-1CE0-23BD-AD73-BC6D5FB4AB63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8B4DF4A7-2433-8C1D-853A-653203AFE053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634DEF1A-6B01-1EAD-3A8D-D151A87F5933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969CDDDE-2513-2145-FB21-066E492D5C80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BA949268-73A1-C25E-5ECB-9EB7A54AEB4B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B834DA-5E7D-D501-659F-05409819DF1D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C2E52A-910D-675B-3187-32B987E948A9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4D6F47DD-6BE4-810A-6508-DECAD1FD5053}"/>
                </a:ext>
              </a:extLst>
            </p:cNvPr>
            <p:cNvGrpSpPr/>
            <p:nvPr/>
          </p:nvGrpSpPr>
          <p:grpSpPr>
            <a:xfrm>
              <a:off x="4192296" y="608470"/>
              <a:ext cx="1598645" cy="603433"/>
              <a:chOff x="4192296" y="608470"/>
              <a:chExt cx="1598645" cy="60343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57162F-52FD-000A-191D-66DBE0740A44}"/>
                  </a:ext>
                </a:extLst>
              </p:cNvPr>
              <p:cNvSpPr txBox="1"/>
              <p:nvPr/>
            </p:nvSpPr>
            <p:spPr>
              <a:xfrm>
                <a:off x="4192296" y="608470"/>
                <a:ext cx="59183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8EEE88C1-6F57-F6D4-C94A-6D4AF969CFC7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7EBC5420-CC80-08A3-1C13-2E4D3FF4DE3E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48873FC2-9D9A-8DD7-4050-92212AAE0917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B91212-A5DB-735B-3363-C572EFBE25F3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4487988" y="113655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2BCED58A-A73D-2114-9748-9C802F80C743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E15737F4-AE6C-0685-E857-69D2D29F8E10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559860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03927"/>
            <a:ext cx="47204" cy="9427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582648" y="2156958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839134" y="220873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4398088" y="220873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614314" y="19773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614314" y="2313962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798874" y="215695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5140085" y="22184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5359975" y="199445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605397" y="22128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324645" y="217409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356311" y="231809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544535" y="217409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1670991">
            <a:off x="5049176" y="1025875"/>
            <a:ext cx="548601" cy="57707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840497" y="1280132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824662" y="1993822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1670991">
            <a:off x="4646477" y="992704"/>
            <a:ext cx="317197" cy="58671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5400000">
            <a:off x="4648855" y="1868124"/>
            <a:ext cx="146513" cy="57915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5041139" y="1770277"/>
            <a:ext cx="478538" cy="54008"/>
          </a:xfrm>
          <a:prstGeom prst="rightArrow">
            <a:avLst/>
          </a:prstGeom>
          <a:solidFill>
            <a:schemeClr val="accent1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667472D-A3B6-882C-D67F-FC749F930CA5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FD2822-2804-4A88-ACFD-82293BAB37C6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48332375-0823-46b1-9656-30fa6c0cb3da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4066</TotalTime>
  <Words>1308</Words>
  <Application>Microsoft Office PowerPoint</Application>
  <PresentationFormat>Custom</PresentationFormat>
  <Paragraphs>862</Paragraphs>
  <Slides>16</Slides>
  <Notes>8</Notes>
  <HiddenSlides>15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Li, Chaoqun</cp:lastModifiedBy>
  <cp:revision>225</cp:revision>
  <cp:lastPrinted>2020-01-23T16:13:37Z</cp:lastPrinted>
  <dcterms:created xsi:type="dcterms:W3CDTF">2016-10-10T21:02:48Z</dcterms:created>
  <dcterms:modified xsi:type="dcterms:W3CDTF">2025-07-14T15:39:58Z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