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21"/>
  </p:notesMasterIdLst>
  <p:sldIdLst>
    <p:sldId id="272" r:id="rId5"/>
    <p:sldId id="275" r:id="rId6"/>
    <p:sldId id="262" r:id="rId7"/>
    <p:sldId id="273" r:id="rId8"/>
    <p:sldId id="271" r:id="rId9"/>
    <p:sldId id="270" r:id="rId10"/>
    <p:sldId id="269" r:id="rId11"/>
    <p:sldId id="268" r:id="rId12"/>
    <p:sldId id="267" r:id="rId13"/>
    <p:sldId id="256" r:id="rId14"/>
    <p:sldId id="258" r:id="rId15"/>
    <p:sldId id="257" r:id="rId16"/>
    <p:sldId id="260" r:id="rId17"/>
    <p:sldId id="274" r:id="rId18"/>
    <p:sldId id="276" r:id="rId19"/>
    <p:sldId id="277" r:id="rId20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2FF"/>
    <a:srgbClr val="F8D9FF"/>
    <a:srgbClr val="F9E1FF"/>
    <a:srgbClr val="FFD8FF"/>
    <a:srgbClr val="0432FF"/>
    <a:srgbClr val="FFAFFF"/>
    <a:srgbClr val="FF85FF"/>
    <a:srgbClr val="FFACA9"/>
    <a:srgbClr val="FF8AD8"/>
    <a:srgbClr val="009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E69AF7-2BC6-470E-A234-5DAE34659BED}" v="164" dt="2025-07-14T15:39:01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878"/>
    <p:restoredTop sz="94690"/>
  </p:normalViewPr>
  <p:slideViewPr>
    <p:cSldViewPr snapToGrid="0" snapToObjects="1">
      <p:cViewPr>
        <p:scale>
          <a:sx n="200" d="100"/>
          <a:sy n="200" d="100"/>
        </p:scale>
        <p:origin x="4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0AC60D-B13B-0B45-A07C-570B15FE0AA1}" type="datetimeFigureOut">
              <a:rPr lang="en-US" smtClean="0"/>
              <a:t>7/14/25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BC3C5B-EEA2-7641-9B9E-8C8B4D8C5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24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1pPr>
    <a:lvl2pPr marL="22288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2pPr>
    <a:lvl3pPr marL="44577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3pPr>
    <a:lvl4pPr marL="66865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4pPr>
    <a:lvl5pPr marL="89154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5pPr>
    <a:lvl6pPr marL="111442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6pPr>
    <a:lvl7pPr marL="133731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7pPr>
    <a:lvl8pPr marL="156019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8pPr>
    <a:lvl9pPr marL="178308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7A675-C14A-A205-B74E-D6425E54A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4FE500-B874-A086-31D2-8299F0605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7142A-C9B7-FBA5-19B0-6497AF138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28864-834B-3790-F65A-BF29BB42DB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2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968A2-D1CA-1BA9-30B7-830BF17D2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F69654-AD60-2AD3-CB07-A92A86EA9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B0C38-92FD-B21B-0B9C-44E05D466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5F81F-3A85-84C9-2846-EF76450020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840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790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C7D54-7AE6-BE99-E87A-E65CFB1B3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8E292D-2CFC-9FB3-6ACB-3FD8CA9FF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2F6B27-8EF9-CA89-66C8-1DB6AD983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AA7DF-4552-238D-73F2-D3081226A1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313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EDCBD-4D9B-9F1A-C87D-583D0BDAE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F780F-B717-5C23-F7E6-DE2E8E180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2B86C-635B-E981-A9CD-F7F126642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AAEE6-4929-3E1A-F5CA-D26CD30526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38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29A71-06B3-D5D0-8086-20F271C68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439B66-8401-E165-5FBF-6D8F924B0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F250C6-6B86-AAF9-E892-AF9A305B3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7AF23-21BC-ACA7-EC4A-D359D3DED8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857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4EB06-9A63-2885-6142-5D3AF9907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4632D-D4E5-3911-21EE-A6794BD94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270E0-97CC-3810-5CB1-7B94B5019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BD5D4-A43B-239F-29E8-1BC8F80069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08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671AE-DDEA-D045-9986-AF0DEC01D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BF0F6-9179-9AC6-38D8-5A54644C7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80C697-4598-E8CF-382B-871154EEF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972B4-0658-66EF-CC81-8E2B0B5357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45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504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7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451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52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55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441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259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861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14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98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82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28E0E-9328-4F48-8D95-D7DB378E6C50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54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8B2E5-F890-62F3-FC98-4D625FDC9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54">
            <a:extLst>
              <a:ext uri="{FF2B5EF4-FFF2-40B4-BE49-F238E27FC236}">
                <a16:creationId xmlns:a16="http://schemas.microsoft.com/office/drawing/2014/main" id="{35497BE1-B80F-BF57-015E-08D1A93A2941}"/>
              </a:ext>
            </a:extLst>
          </p:cNvPr>
          <p:cNvSpPr/>
          <p:nvPr/>
        </p:nvSpPr>
        <p:spPr>
          <a:xfrm>
            <a:off x="3975404" y="2001503"/>
            <a:ext cx="1689946" cy="5163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A5C5CE2-DBF7-9564-CB80-4ABBF0A474DD}"/>
              </a:ext>
            </a:extLst>
          </p:cNvPr>
          <p:cNvSpPr/>
          <p:nvPr/>
        </p:nvSpPr>
        <p:spPr>
          <a:xfrm>
            <a:off x="3980217" y="1170756"/>
            <a:ext cx="1689945" cy="780333"/>
          </a:xfrm>
          <a:prstGeom prst="rect">
            <a:avLst/>
          </a:prstGeom>
          <a:solidFill>
            <a:srgbClr val="F4E2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1CD1A5F0-D4C9-A082-2BD9-6924B0CF0B4B}"/>
              </a:ext>
            </a:extLst>
          </p:cNvPr>
          <p:cNvSpPr/>
          <p:nvPr/>
        </p:nvSpPr>
        <p:spPr>
          <a:xfrm>
            <a:off x="3980217" y="522403"/>
            <a:ext cx="1689945" cy="59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39832FA8-DFA3-ED5B-9C3F-0385355C685A}"/>
              </a:ext>
            </a:extLst>
          </p:cNvPr>
          <p:cNvSpPr/>
          <p:nvPr/>
        </p:nvSpPr>
        <p:spPr>
          <a:xfrm>
            <a:off x="3767352" y="14189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CA8E41F8-B973-4426-DB9D-ED82DDA39556}"/>
              </a:ext>
            </a:extLst>
          </p:cNvPr>
          <p:cNvSpPr/>
          <p:nvPr/>
        </p:nvSpPr>
        <p:spPr>
          <a:xfrm>
            <a:off x="1732856" y="1422421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75F49E-FFC2-73B9-A9D6-1202937FDFD4}"/>
              </a:ext>
            </a:extLst>
          </p:cNvPr>
          <p:cNvSpPr txBox="1"/>
          <p:nvPr/>
        </p:nvSpPr>
        <p:spPr>
          <a:xfrm>
            <a:off x="232739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8B68AF4E-8131-A6AB-BA2C-9EE2BC3334B4}"/>
              </a:ext>
            </a:extLst>
          </p:cNvPr>
          <p:cNvSpPr txBox="1"/>
          <p:nvPr/>
        </p:nvSpPr>
        <p:spPr>
          <a:xfrm>
            <a:off x="1808988" y="2575509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Detecting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AP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3532556-44FF-E1BE-A6FB-5D868574C536}"/>
              </a:ext>
            </a:extLst>
          </p:cNvPr>
          <p:cNvSpPr txBox="1"/>
          <p:nvPr/>
        </p:nvSpPr>
        <p:spPr>
          <a:xfrm>
            <a:off x="4098073" y="2583739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D0AC16BD-72C6-D254-7B08-C9F9272CECBE}"/>
              </a:ext>
            </a:extLst>
          </p:cNvPr>
          <p:cNvGrpSpPr/>
          <p:nvPr/>
        </p:nvGrpSpPr>
        <p:grpSpPr>
          <a:xfrm>
            <a:off x="115082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AEBEEE7B-B2F1-BFC2-8AC2-AA7025053C8D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C57C034-09B1-BBD8-90DB-24956889B1BE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416C93AA-2ADA-5D51-7F18-4555AAC87050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CD453472-5C8D-BC9E-F2CD-847FFC86CC98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B8ECFDD7-56F0-4937-A9B7-9B634699CF84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BA446A3F-3392-E658-A0D9-BC4E348217F8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E1AD1364-F708-D744-0907-48B38DA888F1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488C7E19-628C-ECAE-1D61-B9C992A171DA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FED33521-DD08-D1B6-E059-4B500F63535D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388D9B86-6FF8-BE3E-0B80-0695134DA797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6945D435-C698-6163-8D83-BF9656C98932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2A7B498F-77C0-3EC1-B111-8239DB53723F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18534DBF-08AF-70CF-F636-E367B3C4911A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159B6C5B-6708-1EF1-5BF5-61605864D606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4E41917A-9B5C-8DA1-3DB9-91BB866F490A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5754DD76-A589-4E0C-9F36-D06B643DAD98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8766B7A9-F661-7584-1FE7-9798F5ADCB04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51603600-CE57-6CA2-C6F9-9338A743EFE7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AA7E93CA-AE19-46C8-5202-0C7DA7B8C3A8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ED98F656-9170-17C9-332B-FC4C7DBC944C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65D37159-3A3D-5C71-1F3B-ED7898C0A610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111987A2-246A-7817-A3F1-82CFC2D4F870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1AD39399-38F7-AC21-AEA0-76A4AF0F86F8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65D47963-6229-124B-79A8-42CB979E9C9D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DEB8D7E8-82A9-9C6D-529B-CDF97FFD4B4F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A73D0BE6-D7B5-A667-298A-62B173B6A9D5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28E1D522-9F14-49D5-216E-48B96A2E615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BF444D64-B482-449C-CCFA-26ECF530C1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5BE98711-834E-94B4-1B3D-402AEB9C60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2D9EDD36-2FAA-1907-7D23-6C226C5F87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B836C2DB-32ED-4BA5-8E0D-6B4682188C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7EF7F5AF-6BE7-A835-A275-C5CB12DAF9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61A01BF0-F2B5-8ABD-388F-B4FEDB3FA5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CC0EF575-A8E1-3516-5367-23092936B6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C8E6AF41-148E-4C02-9097-B12D2E19D7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083A32C8-8BAB-DD1A-5AFB-EE5845EE6A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B54FCA19-D719-0D2B-0796-22A2D70F78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CB457988-D88F-7129-C4DC-FDB347D2F7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A2CD8D7A-FDE5-FD20-9284-78363B5822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FD44D0E2-6316-A71E-718B-B76A0C3A91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A9870B76-E919-408E-B47C-A5A85F4F93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B8A434B4-18E9-BCE8-2F2D-759EBDF561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27B94E6A-852E-DA4C-EE5A-E2CE592567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9A7A7F16-FAEA-F4A1-6051-D8D9353920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F0D91DC0-061F-CDAE-3F11-598EEFCB794C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D6193D1-B788-3F16-D75E-C8DBE57C8101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D61619D-D7CC-601F-7540-3D9442A305B3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266B4AE-85A7-4289-D205-97B8E8C8B390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674F37D-3121-C406-3BEF-B164DCD0F25F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A875EA5-11E2-A3E6-C998-9025C33BDBAB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4EE8597-05E2-7A33-249E-B82DCF36EBA8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B1AFDC2-DFF1-900F-4036-8BEADDA1EB41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1E62CBA-D98E-C203-D09B-646C20F13F89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70416E6-73F5-21FE-E3D2-2A1C66395698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B6B9AC4C-E278-74F6-028C-79243AADD7CC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CF0F3A8C-195D-2829-D937-3E299798CB60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3370430B-A205-5B5D-15A4-7E54BE90EC27}"/>
              </a:ext>
            </a:extLst>
          </p:cNvPr>
          <p:cNvGrpSpPr/>
          <p:nvPr/>
        </p:nvGrpSpPr>
        <p:grpSpPr>
          <a:xfrm>
            <a:off x="1955551" y="558764"/>
            <a:ext cx="1902707" cy="1905425"/>
            <a:chOff x="1975378" y="774198"/>
            <a:chExt cx="1536253" cy="1499018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69CEE37F-62C7-4761-B748-870683E861B6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1D07B120-9364-3B0F-F2FC-E4F5B0A2BDE9}"/>
                </a:ext>
              </a:extLst>
            </p:cNvPr>
            <p:cNvSpPr/>
            <p:nvPr/>
          </p:nvSpPr>
          <p:spPr>
            <a:xfrm>
              <a:off x="1975378" y="774198"/>
              <a:ext cx="1536253" cy="1499018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ED75AAD1-4E57-23BB-FDF5-4ECD20C9471A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FB63B92D-341B-4A32-CBE1-608796518BF6}"/>
                </a:ext>
              </a:extLst>
            </p:cNvPr>
            <p:cNvSpPr/>
            <p:nvPr/>
          </p:nvSpPr>
          <p:spPr>
            <a:xfrm>
              <a:off x="2941411" y="816769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22F6300D-417A-DD5B-B2AB-A2AD2441D323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89093325-CBB5-5A1C-BA06-407383931E88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8A491D72-4F15-30B6-A964-751A571CC9CD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E477DE1B-7723-DFB9-BE7C-83B8669CC993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2015923A-56C5-C40A-C793-CA84967E64B6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40071751-65D8-78F2-B142-8A7A340C2ACC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7062F758-B76A-0CF8-C19D-866E2C18B93A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C97CE5CA-05FB-9232-5AA4-871392FA5B37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01D71438-FD12-CDCC-F43D-4A61BB5D6551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09D3509E-40A7-9B36-6C83-277983E144DD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940020C2-5DFB-3F9E-6E50-6697893B474F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CDB2EA4D-00F7-3791-23DA-B29C9E2469CF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94D41A24-8277-AA03-05F9-8D31D5C0A1A8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3D389021-3C12-C13E-A710-90CCB621A30E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A4A1330A-C47D-209A-C740-85653EB11C27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098B2D7D-82DD-8C7D-A381-3F03363EC38A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E6FED966-718E-C90E-4095-4E25BDB97962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19C4458A-819F-D566-DA31-75AAFB704511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354CA6B2-D33C-4E4A-9104-F2CABDA5E963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D1AA7077-1B1B-4C00-C3BA-E62150699410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BAB4B622-CA13-60E3-A0A3-08AEC810D236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349440F9-5EFA-6C5C-C719-38AE5FF981D8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436F45FE-55D8-8A81-A698-13AFBDAB2C67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9BB352AF-9EA8-7D5C-EA7E-95922F018FD6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37D967CE-BBE9-A1E0-3D7D-BEB8A34B3F6A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970BC878-FA41-C864-B23C-19B99A8E0505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6CF1C018-406A-8666-AAD8-514670E27D35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E7C96F6F-123C-E1E3-BF8B-86A2E333261C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91A76E6E-1A72-03C2-5D1E-8B9ABA768D8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1FE23CDB-365B-1E80-BF46-470397DC39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5C4AA0A4-82BC-9296-BACC-13464E017A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631D1A8F-EC3B-06D5-C493-D2C6E1FF2C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BD643AF3-D31E-076D-B3FE-00E1F51A6A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03DA3DAF-18E7-8F90-F000-BE6EE4A3E7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52486A09-D3A0-5600-BD2A-E236557BCA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67F50EAE-4A53-EA4C-D40C-51904A550E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8A6B9602-75DB-D0B4-EFB1-62CD54BA95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B85C697A-FB5B-47D1-CE25-AC5F8B1A9B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40E04C6D-F991-6675-003A-ECF551140A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84A2C694-C87B-B2FA-2F2E-7DB8AB0A40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0B11C059-90FA-2007-E735-C5B03288E4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96B26155-3D58-5F3A-0E22-9E89A08A98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1478A393-242D-BB8C-685A-113DF2EB7A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CB7E990D-839C-0B3B-1FE1-B9AA08870B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DD1E0D7B-FE2C-B51C-7447-FEC9976AC8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1FEAD8D0-7B85-E4DD-1FA8-59302C4A80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F270050D-8066-AFD9-DA9D-595488F12E9B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E15D496C-34A1-7274-9CEA-0F59C1503EAA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A5605D7E-8567-E120-AB52-BAFB992FAE04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8579A451-E32A-AB30-A69E-74485A9E9333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E0E00F19-00DF-789A-28C0-98EE2A1D1F40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66CC1F91-B6C8-C953-CAC6-0FEE14813B7E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9F4CAEC7-BF71-F5E9-A26D-DC82AAC4A937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FB7F9288-2D71-EB2A-CC82-340A3D7F37F0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5A9113A9-4537-5959-CC92-AD1B35FDE86D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2519DE7A-0460-0516-3E75-59C8E1F82CC0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809CF704-2406-815C-C0AC-E3E52B9354A2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5AD7DD05-3D33-F7A5-5D04-9AABB2E801DD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8" name="TextBox 447">
            <a:extLst>
              <a:ext uri="{FF2B5EF4-FFF2-40B4-BE49-F238E27FC236}">
                <a16:creationId xmlns:a16="http://schemas.microsoft.com/office/drawing/2014/main" id="{005C5231-FE91-C582-C183-B062F87EB598}"/>
              </a:ext>
            </a:extLst>
          </p:cNvPr>
          <p:cNvSpPr txBox="1"/>
          <p:nvPr/>
        </p:nvSpPr>
        <p:spPr>
          <a:xfrm>
            <a:off x="5320801" y="1147713"/>
            <a:ext cx="611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BC+ Tree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3F838097-3890-3372-C992-344C253E7698}"/>
              </a:ext>
            </a:extLst>
          </p:cNvPr>
          <p:cNvSpPr txBox="1"/>
          <p:nvPr/>
        </p:nvSpPr>
        <p:spPr>
          <a:xfrm>
            <a:off x="5094821" y="1961424"/>
            <a:ext cx="7850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5" name="TextBox 834">
            <a:extLst>
              <a:ext uri="{FF2B5EF4-FFF2-40B4-BE49-F238E27FC236}">
                <a16:creationId xmlns:a16="http://schemas.microsoft.com/office/drawing/2014/main" id="{7EA077C5-1C5C-8163-5823-30D3C976F84B}"/>
              </a:ext>
            </a:extLst>
          </p:cNvPr>
          <p:cNvSpPr txBox="1"/>
          <p:nvPr/>
        </p:nvSpPr>
        <p:spPr>
          <a:xfrm>
            <a:off x="5094660" y="-94044"/>
            <a:ext cx="515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6" name="Straight Arrow Connector 625">
            <a:extLst>
              <a:ext uri="{FF2B5EF4-FFF2-40B4-BE49-F238E27FC236}">
                <a16:creationId xmlns:a16="http://schemas.microsoft.com/office/drawing/2014/main" id="{D5D453D3-C6D5-A791-1518-CC28BF32AE09}"/>
              </a:ext>
            </a:extLst>
          </p:cNvPr>
          <p:cNvCxnSpPr>
            <a:cxnSpLocks/>
            <a:stCxn id="630" idx="6"/>
            <a:endCxn id="629" idx="2"/>
          </p:cNvCxnSpPr>
          <p:nvPr/>
        </p:nvCxnSpPr>
        <p:spPr>
          <a:xfrm flipV="1">
            <a:off x="4232165" y="957465"/>
            <a:ext cx="201903" cy="884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Arrow Connector 626">
            <a:extLst>
              <a:ext uri="{FF2B5EF4-FFF2-40B4-BE49-F238E27FC236}">
                <a16:creationId xmlns:a16="http://schemas.microsoft.com/office/drawing/2014/main" id="{FEAE9090-7374-E482-A27F-5307AD3B85C5}"/>
              </a:ext>
            </a:extLst>
          </p:cNvPr>
          <p:cNvCxnSpPr>
            <a:cxnSpLocks/>
            <a:stCxn id="629" idx="0"/>
          </p:cNvCxnSpPr>
          <p:nvPr/>
        </p:nvCxnSpPr>
        <p:spPr>
          <a:xfrm flipH="1" flipV="1">
            <a:off x="4518657" y="726233"/>
            <a:ext cx="25139" cy="12607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" name="Straight Arrow Connector 627">
            <a:extLst>
              <a:ext uri="{FF2B5EF4-FFF2-40B4-BE49-F238E27FC236}">
                <a16:creationId xmlns:a16="http://schemas.microsoft.com/office/drawing/2014/main" id="{CCDEF10C-7557-8AD8-13DA-0FF90D678285}"/>
              </a:ext>
            </a:extLst>
          </p:cNvPr>
          <p:cNvCxnSpPr>
            <a:cxnSpLocks/>
            <a:stCxn id="631" idx="6"/>
            <a:endCxn id="632" idx="2"/>
          </p:cNvCxnSpPr>
          <p:nvPr/>
        </p:nvCxnSpPr>
        <p:spPr>
          <a:xfrm flipV="1">
            <a:off x="4561051" y="633259"/>
            <a:ext cx="267033" cy="620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9" name="Oval 628">
            <a:extLst>
              <a:ext uri="{FF2B5EF4-FFF2-40B4-BE49-F238E27FC236}">
                <a16:creationId xmlns:a16="http://schemas.microsoft.com/office/drawing/2014/main" id="{FA5D9F42-5662-2141-5A84-1F6E44321DA4}"/>
              </a:ext>
            </a:extLst>
          </p:cNvPr>
          <p:cNvSpPr/>
          <p:nvPr/>
        </p:nvSpPr>
        <p:spPr>
          <a:xfrm>
            <a:off x="4434068" y="852309"/>
            <a:ext cx="219456" cy="21031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0" name="Oval 629">
            <a:extLst>
              <a:ext uri="{FF2B5EF4-FFF2-40B4-BE49-F238E27FC236}">
                <a16:creationId xmlns:a16="http://schemas.microsoft.com/office/drawing/2014/main" id="{BD06AABD-41CD-83A0-DEBB-7F327910A3A9}"/>
              </a:ext>
            </a:extLst>
          </p:cNvPr>
          <p:cNvSpPr/>
          <p:nvPr/>
        </p:nvSpPr>
        <p:spPr>
          <a:xfrm>
            <a:off x="4012709" y="861150"/>
            <a:ext cx="219456" cy="21031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1" name="Oval 630">
            <a:extLst>
              <a:ext uri="{FF2B5EF4-FFF2-40B4-BE49-F238E27FC236}">
                <a16:creationId xmlns:a16="http://schemas.microsoft.com/office/drawing/2014/main" id="{D23F60F7-D842-5993-2117-DD566C3FDE7D}"/>
              </a:ext>
            </a:extLst>
          </p:cNvPr>
          <p:cNvSpPr/>
          <p:nvPr/>
        </p:nvSpPr>
        <p:spPr>
          <a:xfrm>
            <a:off x="4341595" y="534303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632" name="Oval 631">
            <a:extLst>
              <a:ext uri="{FF2B5EF4-FFF2-40B4-BE49-F238E27FC236}">
                <a16:creationId xmlns:a16="http://schemas.microsoft.com/office/drawing/2014/main" id="{D6267E79-4DF0-7EF3-63EF-16232C80E763}"/>
              </a:ext>
            </a:extLst>
          </p:cNvPr>
          <p:cNvSpPr/>
          <p:nvPr/>
        </p:nvSpPr>
        <p:spPr>
          <a:xfrm>
            <a:off x="4828084" y="528103"/>
            <a:ext cx="219456" cy="21031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6" name="Straight Arrow Connector 635">
            <a:extLst>
              <a:ext uri="{FF2B5EF4-FFF2-40B4-BE49-F238E27FC236}">
                <a16:creationId xmlns:a16="http://schemas.microsoft.com/office/drawing/2014/main" id="{7A8FAEA0-8B19-710D-E488-745237A8E82B}"/>
              </a:ext>
            </a:extLst>
          </p:cNvPr>
          <p:cNvCxnSpPr>
            <a:cxnSpLocks/>
            <a:stCxn id="630" idx="7"/>
            <a:endCxn id="631" idx="2"/>
          </p:cNvCxnSpPr>
          <p:nvPr/>
        </p:nvCxnSpPr>
        <p:spPr>
          <a:xfrm flipV="1">
            <a:off x="4200026" y="639459"/>
            <a:ext cx="141569" cy="25249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7" name="Group 686">
            <a:extLst>
              <a:ext uri="{FF2B5EF4-FFF2-40B4-BE49-F238E27FC236}">
                <a16:creationId xmlns:a16="http://schemas.microsoft.com/office/drawing/2014/main" id="{0AED34E7-464D-FF5F-6CA4-6A8C9FBAFC16}"/>
              </a:ext>
            </a:extLst>
          </p:cNvPr>
          <p:cNvGrpSpPr/>
          <p:nvPr/>
        </p:nvGrpSpPr>
        <p:grpSpPr>
          <a:xfrm>
            <a:off x="4807189" y="888196"/>
            <a:ext cx="860263" cy="211007"/>
            <a:chOff x="5045631" y="1192523"/>
            <a:chExt cx="860263" cy="211007"/>
          </a:xfrm>
        </p:grpSpPr>
        <p:cxnSp>
          <p:nvCxnSpPr>
            <p:cNvPr id="659" name="Straight Arrow Connector 658">
              <a:extLst>
                <a:ext uri="{FF2B5EF4-FFF2-40B4-BE49-F238E27FC236}">
                  <a16:creationId xmlns:a16="http://schemas.microsoft.com/office/drawing/2014/main" id="{7049BCC1-F828-9B95-9DB0-EBEED0863F08}"/>
                </a:ext>
              </a:extLst>
            </p:cNvPr>
            <p:cNvCxnSpPr>
              <a:cxnSpLocks/>
              <a:stCxn id="661" idx="6"/>
              <a:endCxn id="662" idx="2"/>
            </p:cNvCxnSpPr>
            <p:nvPr/>
          </p:nvCxnSpPr>
          <p:spPr>
            <a:xfrm>
              <a:off x="5589892" y="1297679"/>
              <a:ext cx="96546" cy="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0" name="Oval 659">
              <a:extLst>
                <a:ext uri="{FF2B5EF4-FFF2-40B4-BE49-F238E27FC236}">
                  <a16:creationId xmlns:a16="http://schemas.microsoft.com/office/drawing/2014/main" id="{8E11B6C4-1CE0-23BD-AD73-BC6D5FB4AB63}"/>
                </a:ext>
              </a:extLst>
            </p:cNvPr>
            <p:cNvSpPr/>
            <p:nvPr/>
          </p:nvSpPr>
          <p:spPr>
            <a:xfrm>
              <a:off x="5045631" y="1193218"/>
              <a:ext cx="219456" cy="21031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1" name="Oval 660">
              <a:extLst>
                <a:ext uri="{FF2B5EF4-FFF2-40B4-BE49-F238E27FC236}">
                  <a16:creationId xmlns:a16="http://schemas.microsoft.com/office/drawing/2014/main" id="{8B4DF4A7-2433-8C1D-853A-653203AFE053}"/>
                </a:ext>
              </a:extLst>
            </p:cNvPr>
            <p:cNvSpPr/>
            <p:nvPr/>
          </p:nvSpPr>
          <p:spPr>
            <a:xfrm>
              <a:off x="5370436" y="1192523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2" name="Oval 661">
              <a:extLst>
                <a:ext uri="{FF2B5EF4-FFF2-40B4-BE49-F238E27FC236}">
                  <a16:creationId xmlns:a16="http://schemas.microsoft.com/office/drawing/2014/main" id="{634DEF1A-6B01-1EAD-3A8D-D151A87F5933}"/>
                </a:ext>
              </a:extLst>
            </p:cNvPr>
            <p:cNvSpPr/>
            <p:nvPr/>
          </p:nvSpPr>
          <p:spPr>
            <a:xfrm>
              <a:off x="5686438" y="1192524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63" name="Straight Arrow Connector 662">
              <a:extLst>
                <a:ext uri="{FF2B5EF4-FFF2-40B4-BE49-F238E27FC236}">
                  <a16:creationId xmlns:a16="http://schemas.microsoft.com/office/drawing/2014/main" id="{969CDDDE-2513-2145-FB21-066E492D5C80}"/>
                </a:ext>
              </a:extLst>
            </p:cNvPr>
            <p:cNvCxnSpPr>
              <a:cxnSpLocks/>
              <a:stCxn id="660" idx="6"/>
              <a:endCxn id="661" idx="2"/>
            </p:cNvCxnSpPr>
            <p:nvPr/>
          </p:nvCxnSpPr>
          <p:spPr>
            <a:xfrm flipV="1">
              <a:off x="5265087" y="1297679"/>
              <a:ext cx="105349" cy="69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BA949268-73A1-C25E-5ECB-9EB7A54AEB4B}"/>
              </a:ext>
            </a:extLst>
          </p:cNvPr>
          <p:cNvCxnSpPr>
            <a:cxnSpLocks/>
            <a:stCxn id="629" idx="6"/>
            <a:endCxn id="632" idx="3"/>
          </p:cNvCxnSpPr>
          <p:nvPr/>
        </p:nvCxnSpPr>
        <p:spPr>
          <a:xfrm flipV="1">
            <a:off x="4653524" y="707616"/>
            <a:ext cx="206699" cy="24984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DB834DA-5E7D-D501-659F-05409819DF1D}"/>
              </a:ext>
            </a:extLst>
          </p:cNvPr>
          <p:cNvSpPr txBox="1"/>
          <p:nvPr/>
        </p:nvSpPr>
        <p:spPr>
          <a:xfrm>
            <a:off x="5090592" y="865812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C2E52A-910D-675B-3187-32B987E948A9}"/>
              </a:ext>
            </a:extLst>
          </p:cNvPr>
          <p:cNvSpPr txBox="1"/>
          <p:nvPr/>
        </p:nvSpPr>
        <p:spPr>
          <a:xfrm>
            <a:off x="5393417" y="861609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57162F-52FD-000A-191D-66DBE0740A44}"/>
              </a:ext>
            </a:extLst>
          </p:cNvPr>
          <p:cNvSpPr txBox="1"/>
          <p:nvPr/>
        </p:nvSpPr>
        <p:spPr>
          <a:xfrm>
            <a:off x="5220288" y="484435"/>
            <a:ext cx="591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8EEE88C1-6F57-F6D4-C94A-6D4AF969CFC7}"/>
              </a:ext>
            </a:extLst>
          </p:cNvPr>
          <p:cNvSpPr txBox="1"/>
          <p:nvPr/>
        </p:nvSpPr>
        <p:spPr>
          <a:xfrm>
            <a:off x="3959965" y="84467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7EBC5420-CC80-08A3-1C13-2E4D3FF4DE3E}"/>
              </a:ext>
            </a:extLst>
          </p:cNvPr>
          <p:cNvSpPr txBox="1"/>
          <p:nvPr/>
        </p:nvSpPr>
        <p:spPr>
          <a:xfrm>
            <a:off x="4397630" y="82766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48873FC2-9D9A-8DD7-4050-92212AAE0917}"/>
              </a:ext>
            </a:extLst>
          </p:cNvPr>
          <p:cNvSpPr txBox="1"/>
          <p:nvPr/>
        </p:nvSpPr>
        <p:spPr>
          <a:xfrm>
            <a:off x="4805428" y="506160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BEB91212-A5DB-735B-3363-C572EFBE25F3}"/>
              </a:ext>
            </a:extLst>
          </p:cNvPr>
          <p:cNvSpPr txBox="1"/>
          <p:nvPr/>
        </p:nvSpPr>
        <p:spPr>
          <a:xfrm>
            <a:off x="4758347" y="86146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1DDD9CC3-F368-9FAB-4F99-0AB24FDF2F9C}"/>
              </a:ext>
            </a:extLst>
          </p:cNvPr>
          <p:cNvSpPr txBox="1"/>
          <p:nvPr/>
        </p:nvSpPr>
        <p:spPr>
          <a:xfrm>
            <a:off x="4030784" y="120874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2BCED58A-A73D-2114-9748-9C802F80C743}"/>
              </a:ext>
            </a:extLst>
          </p:cNvPr>
          <p:cNvSpPr/>
          <p:nvPr/>
        </p:nvSpPr>
        <p:spPr>
          <a:xfrm>
            <a:off x="4555835" y="1438930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3B4447DB-6151-A549-E9BB-BBD49AC1F481}"/>
              </a:ext>
            </a:extLst>
          </p:cNvPr>
          <p:cNvSpPr/>
          <p:nvPr/>
        </p:nvSpPr>
        <p:spPr>
          <a:xfrm>
            <a:off x="4181885" y="1431766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B634D6D1-6FDD-60E7-4FD3-893AE885FF4E}"/>
              </a:ext>
            </a:extLst>
          </p:cNvPr>
          <p:cNvSpPr/>
          <p:nvPr/>
        </p:nvSpPr>
        <p:spPr>
          <a:xfrm>
            <a:off x="4361417" y="119648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E15737F4-AE6C-0685-E857-69D2D29F8E10}"/>
              </a:ext>
            </a:extLst>
          </p:cNvPr>
          <p:cNvSpPr/>
          <p:nvPr/>
        </p:nvSpPr>
        <p:spPr>
          <a:xfrm>
            <a:off x="4083355" y="1693726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2F98F013-DB57-418F-A15C-1FC0FE690F36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366445" y="1376122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9CA68629-5B5F-A121-8226-EB371A6DAD40}"/>
              </a:ext>
            </a:extLst>
          </p:cNvPr>
          <p:cNvCxnSpPr>
            <a:cxnSpLocks/>
            <a:stCxn id="459" idx="5"/>
            <a:endCxn id="457" idx="1"/>
          </p:cNvCxnSpPr>
          <p:nvPr/>
        </p:nvCxnSpPr>
        <p:spPr>
          <a:xfrm>
            <a:off x="4545977" y="1376122"/>
            <a:ext cx="41524" cy="936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5F09366A-3D63-AE18-F0DF-66BD9072F9FD}"/>
              </a:ext>
            </a:extLst>
          </p:cNvPr>
          <p:cNvCxnSpPr>
            <a:cxnSpLocks/>
            <a:stCxn id="458" idx="4"/>
            <a:endCxn id="462" idx="7"/>
          </p:cNvCxnSpPr>
          <p:nvPr/>
        </p:nvCxnSpPr>
        <p:spPr>
          <a:xfrm flipH="1">
            <a:off x="4267915" y="1642221"/>
            <a:ext cx="22083" cy="8232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EE66B955-2433-33F5-3ED3-2CF020132B11}"/>
              </a:ext>
            </a:extLst>
          </p:cNvPr>
          <p:cNvSpPr/>
          <p:nvPr/>
        </p:nvSpPr>
        <p:spPr>
          <a:xfrm>
            <a:off x="4904477" y="1550043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4F2B2E72-5052-FFB0-3569-3C4DDE33AB1E}"/>
              </a:ext>
            </a:extLst>
          </p:cNvPr>
          <p:cNvSpPr/>
          <p:nvPr/>
        </p:nvSpPr>
        <p:spPr>
          <a:xfrm>
            <a:off x="5104575" y="130695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C85AC522-D983-95F1-34E8-075FD01B2278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5089037" y="1486588"/>
            <a:ext cx="47204" cy="9427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50AF2464-C866-349B-2890-C614ED263A3D}"/>
              </a:ext>
            </a:extLst>
          </p:cNvPr>
          <p:cNvSpPr txBox="1"/>
          <p:nvPr/>
        </p:nvSpPr>
        <p:spPr>
          <a:xfrm>
            <a:off x="4779050" y="1304912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59C5E918-1D4F-704F-6C0C-B5EB9BE9079E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159135" y="2229153"/>
            <a:ext cx="39267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E73E6C55-0A7A-BE06-FDEA-3777B97C3568}"/>
              </a:ext>
            </a:extLst>
          </p:cNvPr>
          <p:cNvSpPr/>
          <p:nvPr/>
        </p:nvSpPr>
        <p:spPr>
          <a:xfrm>
            <a:off x="4391556" y="228092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DACBE46F-E43B-5CDF-1BCB-867A50C704AC}"/>
              </a:ext>
            </a:extLst>
          </p:cNvPr>
          <p:cNvSpPr/>
          <p:nvPr/>
        </p:nvSpPr>
        <p:spPr>
          <a:xfrm>
            <a:off x="3974575" y="228092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AE5779CB-C663-F517-F5F9-9131F1F0F417}"/>
              </a:ext>
            </a:extLst>
          </p:cNvPr>
          <p:cNvSpPr/>
          <p:nvPr/>
        </p:nvSpPr>
        <p:spPr>
          <a:xfrm>
            <a:off x="4166736" y="204951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52C93131-EB82-8B03-4CB4-46836D4F2C9F}"/>
              </a:ext>
            </a:extLst>
          </p:cNvPr>
          <p:cNvCxnSpPr>
            <a:cxnSpLocks/>
            <a:stCxn id="554" idx="6"/>
            <a:endCxn id="553" idx="2"/>
          </p:cNvCxnSpPr>
          <p:nvPr/>
        </p:nvCxnSpPr>
        <p:spPr>
          <a:xfrm>
            <a:off x="4190801" y="2386157"/>
            <a:ext cx="200755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7954419-60D6-FF3B-C7EF-535198DA8337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4351296" y="2229153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DCEE0212-AA85-1C1F-DBE7-1839F4D17F12}"/>
              </a:ext>
            </a:extLst>
          </p:cNvPr>
          <p:cNvSpPr/>
          <p:nvPr/>
        </p:nvSpPr>
        <p:spPr>
          <a:xfrm>
            <a:off x="4692507" y="229062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645F51FC-B027-F606-405F-2731FD50433E}"/>
              </a:ext>
            </a:extLst>
          </p:cNvPr>
          <p:cNvSpPr/>
          <p:nvPr/>
        </p:nvSpPr>
        <p:spPr>
          <a:xfrm>
            <a:off x="4912397" y="206665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768DB706-4C3B-E4AE-F8E8-36E7395B23A6}"/>
              </a:ext>
            </a:extLst>
          </p:cNvPr>
          <p:cNvSpPr/>
          <p:nvPr/>
        </p:nvSpPr>
        <p:spPr>
          <a:xfrm>
            <a:off x="5157819" y="228505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8183C523-C116-9440-BB12-35BF5F7BB2D8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4877067" y="2246286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10E0184-2FAD-49EC-D9DA-CFFF9665EDBD}"/>
              </a:ext>
            </a:extLst>
          </p:cNvPr>
          <p:cNvCxnSpPr>
            <a:cxnSpLocks/>
            <a:stCxn id="84" idx="6"/>
            <a:endCxn id="87" idx="2"/>
          </p:cNvCxnSpPr>
          <p:nvPr/>
        </p:nvCxnSpPr>
        <p:spPr>
          <a:xfrm flipV="1">
            <a:off x="4908733" y="2390285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FAC9B85-CBFA-CF5E-6A35-2E945C6DEA0F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096957" y="2246286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3" name="Arrow: Right 107">
            <a:extLst>
              <a:ext uri="{FF2B5EF4-FFF2-40B4-BE49-F238E27FC236}">
                <a16:creationId xmlns:a16="http://schemas.microsoft.com/office/drawing/2014/main" id="{39CC6593-F6C9-B078-6326-BCF25FD987C7}"/>
              </a:ext>
            </a:extLst>
          </p:cNvPr>
          <p:cNvSpPr/>
          <p:nvPr/>
        </p:nvSpPr>
        <p:spPr>
          <a:xfrm rot="2194629">
            <a:off x="4566054" y="1164574"/>
            <a:ext cx="548601" cy="57707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4" name="TextBox 603">
            <a:extLst>
              <a:ext uri="{FF2B5EF4-FFF2-40B4-BE49-F238E27FC236}">
                <a16:creationId xmlns:a16="http://schemas.microsoft.com/office/drawing/2014/main" id="{9CD5C61E-4A33-9DC1-9B74-867C9B816EF5}"/>
              </a:ext>
            </a:extLst>
          </p:cNvPr>
          <p:cNvSpPr txBox="1"/>
          <p:nvPr/>
        </p:nvSpPr>
        <p:spPr>
          <a:xfrm>
            <a:off x="5346471" y="1462793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8833B0BA-9D2D-B255-15F7-42DC94ABE803}"/>
              </a:ext>
            </a:extLst>
          </p:cNvPr>
          <p:cNvSpPr txBox="1"/>
          <p:nvPr/>
        </p:nvSpPr>
        <p:spPr>
          <a:xfrm>
            <a:off x="5377084" y="2182620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" name="Arrow: Right 107">
            <a:extLst>
              <a:ext uri="{FF2B5EF4-FFF2-40B4-BE49-F238E27FC236}">
                <a16:creationId xmlns:a16="http://schemas.microsoft.com/office/drawing/2014/main" id="{4C98CDB5-2F7E-4110-C6DF-89F4EF9C8F56}"/>
              </a:ext>
            </a:extLst>
          </p:cNvPr>
          <p:cNvSpPr/>
          <p:nvPr/>
        </p:nvSpPr>
        <p:spPr>
          <a:xfrm rot="1670991">
            <a:off x="4189273" y="1064899"/>
            <a:ext cx="317197" cy="58671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Right 107">
            <a:extLst>
              <a:ext uri="{FF2B5EF4-FFF2-40B4-BE49-F238E27FC236}">
                <a16:creationId xmlns:a16="http://schemas.microsoft.com/office/drawing/2014/main" id="{9C23216D-C961-07BD-7DAC-330799A479A8}"/>
              </a:ext>
            </a:extLst>
          </p:cNvPr>
          <p:cNvSpPr/>
          <p:nvPr/>
        </p:nvSpPr>
        <p:spPr>
          <a:xfrm rot="5400000">
            <a:off x="4071079" y="1964143"/>
            <a:ext cx="146513" cy="57915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Right 107">
            <a:extLst>
              <a:ext uri="{FF2B5EF4-FFF2-40B4-BE49-F238E27FC236}">
                <a16:creationId xmlns:a16="http://schemas.microsoft.com/office/drawing/2014/main" id="{ED0AC79A-7072-1CDB-2733-C7A2D0AE3DB0}"/>
              </a:ext>
            </a:extLst>
          </p:cNvPr>
          <p:cNvSpPr/>
          <p:nvPr/>
        </p:nvSpPr>
        <p:spPr>
          <a:xfrm rot="3503374">
            <a:off x="4583935" y="1842472"/>
            <a:ext cx="478538" cy="54008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908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04C9B76-8F93-0E91-D310-2AF534A2C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54">
            <a:extLst>
              <a:ext uri="{FF2B5EF4-FFF2-40B4-BE49-F238E27FC236}">
                <a16:creationId xmlns:a16="http://schemas.microsoft.com/office/drawing/2014/main" id="{B3D42F98-A2D9-B806-6B0E-895D82B1BA73}"/>
              </a:ext>
            </a:extLst>
          </p:cNvPr>
          <p:cNvSpPr/>
          <p:nvPr/>
        </p:nvSpPr>
        <p:spPr>
          <a:xfrm>
            <a:off x="4101551" y="1877826"/>
            <a:ext cx="2051593" cy="5678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6F481D3-C5D7-B1A3-2621-FD20065DD9C1}"/>
              </a:ext>
            </a:extLst>
          </p:cNvPr>
          <p:cNvSpPr/>
          <p:nvPr/>
        </p:nvSpPr>
        <p:spPr>
          <a:xfrm>
            <a:off x="4101552" y="880601"/>
            <a:ext cx="2051591" cy="997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221FAE05-804E-751C-320F-973CAEE27C70}"/>
              </a:ext>
            </a:extLst>
          </p:cNvPr>
          <p:cNvSpPr/>
          <p:nvPr/>
        </p:nvSpPr>
        <p:spPr>
          <a:xfrm>
            <a:off x="4102054" y="449685"/>
            <a:ext cx="2051592" cy="6431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AE30A8EE-585D-E7B2-C8E2-BA73CCC5E29B}"/>
              </a:ext>
            </a:extLst>
          </p:cNvPr>
          <p:cNvSpPr/>
          <p:nvPr/>
        </p:nvSpPr>
        <p:spPr>
          <a:xfrm>
            <a:off x="3849169" y="14189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037E5C55-82EC-6959-E51A-E0D93598CB4B}"/>
              </a:ext>
            </a:extLst>
          </p:cNvPr>
          <p:cNvSpPr/>
          <p:nvPr/>
        </p:nvSpPr>
        <p:spPr>
          <a:xfrm>
            <a:off x="1732856" y="1422421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8DC376-6B89-0230-1AC9-F04E40C6D538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97BB657C-FE0B-D890-53D3-FF7BE2653A98}"/>
              </a:ext>
            </a:extLst>
          </p:cNvPr>
          <p:cNvSpPr txBox="1"/>
          <p:nvPr/>
        </p:nvSpPr>
        <p:spPr>
          <a:xfrm>
            <a:off x="1797904" y="2575509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9F62FE8-C8D5-C6BA-70FC-760FF9E96B01}"/>
              </a:ext>
            </a:extLst>
          </p:cNvPr>
          <p:cNvSpPr txBox="1"/>
          <p:nvPr/>
        </p:nvSpPr>
        <p:spPr>
          <a:xfrm>
            <a:off x="4335638" y="258963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31F50558-278F-9DB5-2FE2-6019FB739930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C4F3B08A-239A-29B4-D473-C37691063048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EB2AB709-A302-DB1C-723D-1B3CE2F23C55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96D479C3-9C25-870F-7439-65B1FCC5D996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CE809FB6-1B2A-7233-C69D-91242DDE7F35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FA526D9B-7CC3-2919-215C-11EF7F8EAE48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124B98FF-433E-129E-F883-6A135009F149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89273CBC-97EF-26CB-9ACE-7D4F0B0AC713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BB9D4989-1CF4-F72D-AD06-07E49D466513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665FD48C-06A0-2E91-B81F-F3B36086E529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D40A1AFD-D87D-79E3-D141-5933516F4F19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459163A7-B1DE-CACE-C057-1E0B55AF4637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2FD19194-52A6-AEBD-CBF0-9FA016F841DC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FD69DC6F-34DE-60BC-7FD8-68D6AAB34394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D7C0935F-D9EE-335E-3880-8C2F8915F892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C6B9323C-0B46-00E3-31E6-E32E2FA8E827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75093845-C7F4-F405-2891-5931AEAC0AB0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15BD920D-4250-C401-EE9B-DB4C2FB1A0E8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876605C5-FE40-5F19-EE43-790678459A50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65051D6C-8F53-F280-95BF-5BEA4EBD427A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279FFFEC-EE32-A712-32FD-1E2FA7798ECE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D8DCC5D7-5413-A398-A40A-B970A2AA7490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5B05C294-B085-1F77-0433-D342A0BD4277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13E08E57-81D9-C618-0468-C54A1A4E578A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D49DF462-AC3D-A4A9-B09A-47233750FFC8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B6DBCCAD-A073-4A71-FD09-A2DAC1EF00E2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53DF91FA-7C0B-DA37-1FF7-5B6BE05A2DE5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7340C7AB-E201-0A5A-6975-0B799256132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9F3468F4-D9CD-68BA-5024-E41D21D287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E38C15E3-4EEE-0DE6-3E14-FF7161F796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1393EB20-0D32-6302-EAFF-457E3C3160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1A1A5C9D-9EE1-5BE3-2676-49014088855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A63E9A24-E5A2-9E7C-B228-22C921F620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81C7DB63-F580-C828-5D32-E511BC27B2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723AB5AE-4636-44B8-724D-EC74647E2A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626EA37C-D6A0-DE30-8C15-1C3A5FC320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9A64067B-63E5-81B9-B012-1496CE90F7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C84F4131-0290-199A-4562-0AB6E94A2E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D45EB141-7227-0A5B-67BB-889531278E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7F062033-4C47-3D84-98CF-CC5456EFB6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2EC30BEA-64C4-889A-1425-74803A3095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759A9167-6FE5-1F92-A251-A58DA5D526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EA87D813-45E7-00E3-8C05-AFB81DD54C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27247D10-6E34-0E65-18D9-8070C82372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F396F6C8-31DA-133E-E529-66004038E6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67571BAC-C82A-B5EC-CCD5-D0E1AEF57497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5F03652-E4E2-A265-56A9-D161483F095D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65983A0-81EF-1C88-C2B6-7235BCB2C2A5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A588B1D-CB4B-9BAD-A79C-5CFB1EA11856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E9CAF81-746A-43AB-BC53-EF6AF5C3CE44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7CADE34-43C6-51B4-8D22-73467E1703AA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2CE198C-CECD-BC41-0E1B-D3DBDCDB2C2B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74C0665-F5FD-8B6B-068D-26DEDF0D1072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48EB776-E805-A428-4993-E22BE1C70BFC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6F883BB-46DB-8A9C-8B7A-E5A15D0D2F67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EFA62DBC-C22A-F0A3-643D-E70B005D8D4D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A687A68F-8052-CC33-D897-E33C0FB124BC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19B03194-BB4E-2FFB-9C8E-4FDE4EC60A19}"/>
              </a:ext>
            </a:extLst>
          </p:cNvPr>
          <p:cNvGrpSpPr/>
          <p:nvPr/>
        </p:nvGrpSpPr>
        <p:grpSpPr>
          <a:xfrm>
            <a:off x="1955551" y="558764"/>
            <a:ext cx="1902707" cy="1905425"/>
            <a:chOff x="1975378" y="774198"/>
            <a:chExt cx="1536253" cy="1499018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44FF48A3-0269-CDB7-BCAC-EE61DA58534C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A3EC0CC3-0A66-7F71-B4B8-8BA62C935541}"/>
                </a:ext>
              </a:extLst>
            </p:cNvPr>
            <p:cNvSpPr/>
            <p:nvPr/>
          </p:nvSpPr>
          <p:spPr>
            <a:xfrm>
              <a:off x="1975378" y="774198"/>
              <a:ext cx="1536253" cy="1499018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E96DD093-0945-8F50-9B6D-D4D4A9F920A2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19F687DA-64DD-3B9B-B737-778861E9C3EB}"/>
                </a:ext>
              </a:extLst>
            </p:cNvPr>
            <p:cNvSpPr/>
            <p:nvPr/>
          </p:nvSpPr>
          <p:spPr>
            <a:xfrm>
              <a:off x="2941411" y="816769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8F4E609E-552C-C3BF-6150-A45D93789737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6240FCF6-25EB-A001-A488-AEAD46FDBE9C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4A1AA7F0-CC53-FC72-6EC9-074C7994880F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DD4E3903-D68B-8431-3F9B-62C93A894332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E312F3DE-2E74-A6F3-BBE6-AFAFC41DE20F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E0C86B69-CABE-3FC5-FBCD-D7941A8E5A72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8B1C59BA-23DF-FFC6-A3A0-FDCC3AE1881B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E891B03D-495B-56CC-B04C-3AA6333911B0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8A15B23E-A2E6-AC2C-D32F-103E50B5AD73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B62D2C49-67D8-94DE-5317-F25A3369365F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6CC2AF79-3AA7-35B6-FAFF-9B4D96BF7935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38808F78-824D-116C-162C-5B6E33865456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475F62DE-69D6-FF19-FA1C-B3665042FADB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5442E05C-4681-BCF9-0847-6AAFCE81F6ED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9148DE54-C1E2-90F7-76FD-69C579B62622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FA8599CB-7502-57AD-6571-0D38841AB9E4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76DDD448-4CCC-40C4-182E-3E3FAE587C04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28EE8C36-8DBE-E532-E66C-3945DEC32070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904C772E-4061-8EA5-9CC5-C18C9679EC8B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E7B31C4C-4CC6-A193-5239-958B01CBBA17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CBAA4B5E-72E7-8D45-D722-30A23E37C940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6F1B472D-D1D8-216E-D1D3-ECAF7E331C9C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0E8A445D-5090-62B9-D5E5-2317344D0F88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CEEA6D17-8E08-77F9-FEED-140A47322710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04745661-6FAA-787E-FE2E-F55F5BDCB7BA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9CF907E2-5C30-87BD-8B3D-0C3DC30F59A5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B3421E16-90D6-661A-F559-029F28E3BE0B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93CDFA0B-93A8-54E1-612B-3DA0B7AC68C6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D702E6B5-484B-B778-A430-41EA9E1259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64945296-A85A-03A6-488F-FA24A1481A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199A9D14-F888-E6FC-98FC-C1221CFED1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A805CE2E-19A5-772E-C82D-0272F9FE91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159D2BC9-30A6-2B58-24CB-AB6D7F6884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BCF13F27-56E9-2B58-8D2A-6A6C82FAF5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99EF48A5-D1F1-C9C3-9F2A-DC83EC8780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0BF31A96-6850-1A8E-E276-57CCC7B4FE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52E6AF7E-B5A2-FF8A-808B-B5C2A02C6F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DDA558E1-9150-4F74-51AC-FAB56AFCA8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74A4BA42-8C9F-3901-AA51-0CBE820021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53EB023C-7570-9375-81F0-B64B7794FB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649CBB1A-BEA5-813F-DF06-C2C46A0E88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CF96B546-FA48-01B9-0E97-E779B2279F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ECA7BDB6-207D-D850-9F84-B749DC08DF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7BFBF134-3958-8A7E-F3FD-6222AF2B5F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A45AA743-622C-77A7-0DBA-271B5EF38D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7279E9FA-4834-7769-1871-7A71DAE97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FA481955-8510-E40F-85B3-AC755448015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1DEAC655-C908-55E8-2B85-BB7720CBF4D6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36C4B601-E01D-B0A1-1550-82FDE12D67F1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313A7ACC-0F45-0435-556D-24645C4DC881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C8219022-A4BF-E6CF-8ABA-459495AE9F45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9F2584A1-90A6-9D90-E825-651E0AA1EBF8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F17A6751-062C-3BFC-6EF0-9C2B13A6BEAC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922A8BF0-EB26-B0B1-A7B7-8AA3BD5FD330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92F7B4E3-55BE-D9E0-7E0A-1ABE446E21AB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4733EC6C-DA7C-0FCA-46B0-012A4EF11263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4D78557B-93A9-A112-7CED-1209AB53D185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92A74CC7-BF61-0C76-E474-FEC2A5093DA1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EDA30EE5-00FF-09F8-603C-E78ABA6AF85E}"/>
              </a:ext>
            </a:extLst>
          </p:cNvPr>
          <p:cNvSpPr/>
          <p:nvPr/>
        </p:nvSpPr>
        <p:spPr>
          <a:xfrm>
            <a:off x="6195123" y="138505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904FC38-5FAA-DD1D-5743-C435BDB29CDD}"/>
              </a:ext>
            </a:extLst>
          </p:cNvPr>
          <p:cNvGrpSpPr/>
          <p:nvPr/>
        </p:nvGrpSpPr>
        <p:grpSpPr>
          <a:xfrm>
            <a:off x="6493612" y="526628"/>
            <a:ext cx="1156073" cy="1910258"/>
            <a:chOff x="6501600" y="594182"/>
            <a:chExt cx="1156073" cy="1910258"/>
          </a:xfrm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D71FEC17-7EAE-36D1-F8BE-39E49C808C8B}"/>
                </a:ext>
              </a:extLst>
            </p:cNvPr>
            <p:cNvSpPr/>
            <p:nvPr/>
          </p:nvSpPr>
          <p:spPr>
            <a:xfrm>
              <a:off x="6502607" y="594182"/>
              <a:ext cx="115406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24079AF4-5858-4B17-E283-86B408E74932}"/>
                </a:ext>
              </a:extLst>
            </p:cNvPr>
            <p:cNvSpPr/>
            <p:nvPr/>
          </p:nvSpPr>
          <p:spPr>
            <a:xfrm>
              <a:off x="6502607" y="838798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BB5D711A-16A6-9620-5ACB-AE281E6F0120}"/>
                </a:ext>
              </a:extLst>
            </p:cNvPr>
            <p:cNvSpPr/>
            <p:nvPr/>
          </p:nvSpPr>
          <p:spPr>
            <a:xfrm>
              <a:off x="7078235" y="837446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704A46C7-60D1-62C9-7204-6ED2B88E4836}"/>
                </a:ext>
              </a:extLst>
            </p:cNvPr>
            <p:cNvSpPr/>
            <p:nvPr/>
          </p:nvSpPr>
          <p:spPr>
            <a:xfrm>
              <a:off x="6501600" y="1291269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00A72E25-EAD2-9C23-3621-57243A07E4B1}"/>
                </a:ext>
              </a:extLst>
            </p:cNvPr>
            <p:cNvSpPr/>
            <p:nvPr/>
          </p:nvSpPr>
          <p:spPr>
            <a:xfrm>
              <a:off x="7077600" y="1292473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DB23B64A-370F-8315-0585-4E2E76400C58}"/>
                </a:ext>
              </a:extLst>
            </p:cNvPr>
            <p:cNvSpPr/>
            <p:nvPr/>
          </p:nvSpPr>
          <p:spPr>
            <a:xfrm>
              <a:off x="6501600" y="1747996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2DFE9E01-B1E0-BB97-511E-0C692F33ACB5}"/>
                </a:ext>
              </a:extLst>
            </p:cNvPr>
            <p:cNvSpPr/>
            <p:nvPr/>
          </p:nvSpPr>
          <p:spPr>
            <a:xfrm>
              <a:off x="7077600" y="1749200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56056D8D-F336-D85B-0F0D-6153EB827679}"/>
                </a:ext>
              </a:extLst>
            </p:cNvPr>
            <p:cNvSpPr/>
            <p:nvPr/>
          </p:nvSpPr>
          <p:spPr>
            <a:xfrm>
              <a:off x="6501600" y="2205990"/>
              <a:ext cx="1155067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870" name="TextBox 869">
            <a:extLst>
              <a:ext uri="{FF2B5EF4-FFF2-40B4-BE49-F238E27FC236}">
                <a16:creationId xmlns:a16="http://schemas.microsoft.com/office/drawing/2014/main" id="{9FDD035E-789A-8181-89AA-8A2E7B296048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4689092B-36E9-B29C-B2F6-B122CC3C3EA7}"/>
              </a:ext>
            </a:extLst>
          </p:cNvPr>
          <p:cNvSpPr txBox="1"/>
          <p:nvPr/>
        </p:nvSpPr>
        <p:spPr>
          <a:xfrm>
            <a:off x="4023901" y="130446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BC+T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70C3B301-1598-9574-4199-873CBC2083D6}"/>
              </a:ext>
            </a:extLst>
          </p:cNvPr>
          <p:cNvSpPr txBox="1"/>
          <p:nvPr/>
        </p:nvSpPr>
        <p:spPr>
          <a:xfrm>
            <a:off x="4028174" y="1893795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</a:p>
        </p:txBody>
      </p: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3CB7E9C2-3CFF-5086-4BB2-CCB2C63CB141}"/>
              </a:ext>
            </a:extLst>
          </p:cNvPr>
          <p:cNvGrpSpPr/>
          <p:nvPr/>
        </p:nvGrpSpPr>
        <p:grpSpPr>
          <a:xfrm>
            <a:off x="4036158" y="-94044"/>
            <a:ext cx="2211745" cy="1218336"/>
            <a:chOff x="4179432" y="99170"/>
            <a:chExt cx="2211745" cy="121833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A97FC44-3FC3-4288-EAC3-BE022AC61839}"/>
                </a:ext>
              </a:extLst>
            </p:cNvPr>
            <p:cNvGrpSpPr/>
            <p:nvPr/>
          </p:nvGrpSpPr>
          <p:grpSpPr>
            <a:xfrm>
              <a:off x="4613188" y="99170"/>
              <a:ext cx="1777989" cy="1218336"/>
              <a:chOff x="4960433" y="592357"/>
              <a:chExt cx="1777989" cy="1218336"/>
            </a:xfrm>
          </p:grpSpPr>
          <p:grpSp>
            <p:nvGrpSpPr>
              <p:cNvPr id="848" name="Group 847">
                <a:extLst>
                  <a:ext uri="{FF2B5EF4-FFF2-40B4-BE49-F238E27FC236}">
                    <a16:creationId xmlns:a16="http://schemas.microsoft.com/office/drawing/2014/main" id="{D53F6179-F99F-7D7B-A1A9-773CE2EA1C28}"/>
                  </a:ext>
                </a:extLst>
              </p:cNvPr>
              <p:cNvGrpSpPr/>
              <p:nvPr/>
            </p:nvGrpSpPr>
            <p:grpSpPr>
              <a:xfrm>
                <a:off x="4960433" y="592357"/>
                <a:ext cx="1647774" cy="1218336"/>
                <a:chOff x="5429891" y="521896"/>
                <a:chExt cx="1647774" cy="1218336"/>
              </a:xfrm>
            </p:grpSpPr>
            <p:sp>
              <p:nvSpPr>
                <p:cNvPr id="835" name="TextBox 834">
                  <a:extLst>
                    <a:ext uri="{FF2B5EF4-FFF2-40B4-BE49-F238E27FC236}">
                      <a16:creationId xmlns:a16="http://schemas.microsoft.com/office/drawing/2014/main" id="{F7E89937-84AC-0D5E-7700-04C883F7B6D2}"/>
                    </a:ext>
                  </a:extLst>
                </p:cNvPr>
                <p:cNvSpPr txBox="1"/>
                <p:nvPr/>
              </p:nvSpPr>
              <p:spPr>
                <a:xfrm>
                  <a:off x="6054637" y="521896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26" name="Straight Arrow Connector 625">
                  <a:extLst>
                    <a:ext uri="{FF2B5EF4-FFF2-40B4-BE49-F238E27FC236}">
                      <a16:creationId xmlns:a16="http://schemas.microsoft.com/office/drawing/2014/main" id="{9DC7705F-D75B-169F-6AA1-8142BA02ACD6}"/>
                    </a:ext>
                  </a:extLst>
                </p:cNvPr>
                <p:cNvCxnSpPr>
                  <a:cxnSpLocks/>
                  <a:stCxn id="630" idx="6"/>
                  <a:endCxn id="629" idx="2"/>
                </p:cNvCxnSpPr>
                <p:nvPr/>
              </p:nvCxnSpPr>
              <p:spPr>
                <a:xfrm flipV="1">
                  <a:off x="5599066" y="1480433"/>
                  <a:ext cx="252184" cy="884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7" name="Straight Arrow Connector 626">
                  <a:extLst>
                    <a:ext uri="{FF2B5EF4-FFF2-40B4-BE49-F238E27FC236}">
                      <a16:creationId xmlns:a16="http://schemas.microsoft.com/office/drawing/2014/main" id="{AB18C8DE-3B58-E08C-16A8-1B18A605CC4B}"/>
                    </a:ext>
                  </a:extLst>
                </p:cNvPr>
                <p:cNvCxnSpPr>
                  <a:cxnSpLocks/>
                  <a:stCxn id="629" idx="0"/>
                </p:cNvCxnSpPr>
                <p:nvPr/>
              </p:nvCxnSpPr>
              <p:spPr>
                <a:xfrm flipV="1">
                  <a:off x="5935838" y="1269978"/>
                  <a:ext cx="0" cy="12607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8" name="Straight Arrow Connector 627">
                  <a:extLst>
                    <a:ext uri="{FF2B5EF4-FFF2-40B4-BE49-F238E27FC236}">
                      <a16:creationId xmlns:a16="http://schemas.microsoft.com/office/drawing/2014/main" id="{0C8FC086-51F6-8524-5C50-8AD6E21CD5C0}"/>
                    </a:ext>
                  </a:extLst>
                </p:cNvPr>
                <p:cNvCxnSpPr>
                  <a:cxnSpLocks/>
                  <a:stCxn id="631" idx="6"/>
                  <a:endCxn id="632" idx="2"/>
                </p:cNvCxnSpPr>
                <p:nvPr/>
              </p:nvCxnSpPr>
              <p:spPr>
                <a:xfrm flipV="1">
                  <a:off x="6029019" y="1175479"/>
                  <a:ext cx="283625" cy="620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9" name="Oval 628">
                  <a:extLst>
                    <a:ext uri="{FF2B5EF4-FFF2-40B4-BE49-F238E27FC236}">
                      <a16:creationId xmlns:a16="http://schemas.microsoft.com/office/drawing/2014/main" id="{E41A79D2-7151-89AC-B283-7369387BD9C4}"/>
                    </a:ext>
                  </a:extLst>
                </p:cNvPr>
                <p:cNvSpPr/>
                <p:nvPr/>
              </p:nvSpPr>
              <p:spPr>
                <a:xfrm>
                  <a:off x="5851250" y="1396054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0" name="Oval 629">
                  <a:extLst>
                    <a:ext uri="{FF2B5EF4-FFF2-40B4-BE49-F238E27FC236}">
                      <a16:creationId xmlns:a16="http://schemas.microsoft.com/office/drawing/2014/main" id="{DB78CD8F-B61E-56C9-B396-FEF1FDCAD846}"/>
                    </a:ext>
                  </a:extLst>
                </p:cNvPr>
                <p:cNvSpPr/>
                <p:nvPr/>
              </p:nvSpPr>
              <p:spPr>
                <a:xfrm>
                  <a:off x="5429891" y="1404895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1" name="Oval 630">
                  <a:extLst>
                    <a:ext uri="{FF2B5EF4-FFF2-40B4-BE49-F238E27FC236}">
                      <a16:creationId xmlns:a16="http://schemas.microsoft.com/office/drawing/2014/main" id="{D253BCFF-8000-2412-8BE7-22826F22DFFD}"/>
                    </a:ext>
                  </a:extLst>
                </p:cNvPr>
                <p:cNvSpPr/>
                <p:nvPr/>
              </p:nvSpPr>
              <p:spPr>
                <a:xfrm>
                  <a:off x="5859844" y="109730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</a:p>
              </p:txBody>
            </p:sp>
            <p:sp>
              <p:nvSpPr>
                <p:cNvPr id="632" name="Oval 631">
                  <a:extLst>
                    <a:ext uri="{FF2B5EF4-FFF2-40B4-BE49-F238E27FC236}">
                      <a16:creationId xmlns:a16="http://schemas.microsoft.com/office/drawing/2014/main" id="{D44B2E59-24DA-DA1F-034E-88FA6930BE20}"/>
                    </a:ext>
                  </a:extLst>
                </p:cNvPr>
                <p:cNvSpPr/>
                <p:nvPr/>
              </p:nvSpPr>
              <p:spPr>
                <a:xfrm>
                  <a:off x="6312644" y="1091100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36" name="Straight Arrow Connector 635">
                  <a:extLst>
                    <a:ext uri="{FF2B5EF4-FFF2-40B4-BE49-F238E27FC236}">
                      <a16:creationId xmlns:a16="http://schemas.microsoft.com/office/drawing/2014/main" id="{4F93FBD6-ECA6-598F-8008-4D1932305E2F}"/>
                    </a:ext>
                  </a:extLst>
                </p:cNvPr>
                <p:cNvCxnSpPr>
                  <a:cxnSpLocks/>
                  <a:stCxn id="630" idx="7"/>
                  <a:endCxn id="631" idx="2"/>
                </p:cNvCxnSpPr>
                <p:nvPr/>
              </p:nvCxnSpPr>
              <p:spPr>
                <a:xfrm flipV="1">
                  <a:off x="5574291" y="1181679"/>
                  <a:ext cx="285553" cy="24793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87" name="Group 686">
                  <a:extLst>
                    <a:ext uri="{FF2B5EF4-FFF2-40B4-BE49-F238E27FC236}">
                      <a16:creationId xmlns:a16="http://schemas.microsoft.com/office/drawing/2014/main" id="{B114AC73-367E-FBF5-73FC-7B06B7C0A141}"/>
                    </a:ext>
                  </a:extLst>
                </p:cNvPr>
                <p:cNvGrpSpPr/>
                <p:nvPr/>
              </p:nvGrpSpPr>
              <p:grpSpPr>
                <a:xfrm>
                  <a:off x="6267683" y="1431941"/>
                  <a:ext cx="809982" cy="169453"/>
                  <a:chOff x="5045632" y="1192523"/>
                  <a:chExt cx="809982" cy="169453"/>
                </a:xfrm>
              </p:grpSpPr>
              <p:cxnSp>
                <p:nvCxnSpPr>
                  <p:cNvPr id="659" name="Straight Arrow Connector 658">
                    <a:extLst>
                      <a:ext uri="{FF2B5EF4-FFF2-40B4-BE49-F238E27FC236}">
                        <a16:creationId xmlns:a16="http://schemas.microsoft.com/office/drawing/2014/main" id="{EF9CE665-EE1F-2111-3437-B2443F447CDF}"/>
                      </a:ext>
                    </a:extLst>
                  </p:cNvPr>
                  <p:cNvCxnSpPr>
                    <a:cxnSpLocks/>
                    <a:stCxn id="661" idx="6"/>
                    <a:endCxn id="662" idx="2"/>
                  </p:cNvCxnSpPr>
                  <p:nvPr/>
                </p:nvCxnSpPr>
                <p:spPr>
                  <a:xfrm>
                    <a:off x="5563677" y="1276902"/>
                    <a:ext cx="122762" cy="1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0" name="Oval 659">
                    <a:extLst>
                      <a:ext uri="{FF2B5EF4-FFF2-40B4-BE49-F238E27FC236}">
                        <a16:creationId xmlns:a16="http://schemas.microsoft.com/office/drawing/2014/main" id="{CFD269E9-2D0E-3DA8-1E6E-3D38DC73CA29}"/>
                      </a:ext>
                    </a:extLst>
                  </p:cNvPr>
                  <p:cNvSpPr/>
                  <p:nvPr/>
                </p:nvSpPr>
                <p:spPr>
                  <a:xfrm>
                    <a:off x="5045632" y="1193218"/>
                    <a:ext cx="169175" cy="168758"/>
                  </a:xfrm>
                  <a:prstGeom prst="ellipse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1" name="Oval 660">
                    <a:extLst>
                      <a:ext uri="{FF2B5EF4-FFF2-40B4-BE49-F238E27FC236}">
                        <a16:creationId xmlns:a16="http://schemas.microsoft.com/office/drawing/2014/main" id="{57B9F08E-8F07-60B1-E16A-E88B04F9A0BC}"/>
                      </a:ext>
                    </a:extLst>
                  </p:cNvPr>
                  <p:cNvSpPr/>
                  <p:nvPr/>
                </p:nvSpPr>
                <p:spPr>
                  <a:xfrm>
                    <a:off x="5394502" y="1192523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2" name="Oval 661">
                    <a:extLst>
                      <a:ext uri="{FF2B5EF4-FFF2-40B4-BE49-F238E27FC236}">
                        <a16:creationId xmlns:a16="http://schemas.microsoft.com/office/drawing/2014/main" id="{88632189-4749-4194-A759-E3BDD484A839}"/>
                      </a:ext>
                    </a:extLst>
                  </p:cNvPr>
                  <p:cNvSpPr/>
                  <p:nvPr/>
                </p:nvSpPr>
                <p:spPr>
                  <a:xfrm>
                    <a:off x="5686439" y="119252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663" name="Straight Arrow Connector 662">
                    <a:extLst>
                      <a:ext uri="{FF2B5EF4-FFF2-40B4-BE49-F238E27FC236}">
                        <a16:creationId xmlns:a16="http://schemas.microsoft.com/office/drawing/2014/main" id="{636B9FE2-3F70-3E53-CFB6-090FFCC899FB}"/>
                      </a:ext>
                    </a:extLst>
                  </p:cNvPr>
                  <p:cNvCxnSpPr>
                    <a:cxnSpLocks/>
                    <a:stCxn id="660" idx="6"/>
                    <a:endCxn id="661" idx="2"/>
                  </p:cNvCxnSpPr>
                  <p:nvPr/>
                </p:nvCxnSpPr>
                <p:spPr>
                  <a:xfrm flipV="1">
                    <a:off x="5214807" y="1276902"/>
                    <a:ext cx="179695" cy="695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41" name="Straight Connector 840">
                  <a:extLst>
                    <a:ext uri="{FF2B5EF4-FFF2-40B4-BE49-F238E27FC236}">
                      <a16:creationId xmlns:a16="http://schemas.microsoft.com/office/drawing/2014/main" id="{2E114781-A658-0F4A-5752-46C89EB291D4}"/>
                    </a:ext>
                  </a:extLst>
                </p:cNvPr>
                <p:cNvCxnSpPr>
                  <a:cxnSpLocks/>
                  <a:stCxn id="459" idx="0"/>
                  <a:endCxn id="630" idx="5"/>
                </p:cNvCxnSpPr>
                <p:nvPr/>
              </p:nvCxnSpPr>
              <p:spPr>
                <a:xfrm flipH="1" flipV="1">
                  <a:off x="5574291" y="1548939"/>
                  <a:ext cx="312420" cy="191293"/>
                </a:xfrm>
                <a:prstGeom prst="line">
                  <a:avLst/>
                </a:prstGeom>
                <a:ln w="12700"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88" name="Straight Arrow Connector 887">
                <a:extLst>
                  <a:ext uri="{FF2B5EF4-FFF2-40B4-BE49-F238E27FC236}">
                    <a16:creationId xmlns:a16="http://schemas.microsoft.com/office/drawing/2014/main" id="{F0CDCBA2-4B7D-3C44-D893-9E1EB6A29AE0}"/>
                  </a:ext>
                </a:extLst>
              </p:cNvPr>
              <p:cNvCxnSpPr>
                <a:cxnSpLocks/>
                <a:stCxn id="629" idx="6"/>
                <a:endCxn id="632" idx="3"/>
              </p:cNvCxnSpPr>
              <p:nvPr/>
            </p:nvCxnSpPr>
            <p:spPr>
              <a:xfrm flipV="1">
                <a:off x="5550967" y="1305605"/>
                <a:ext cx="316994" cy="2452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763B98-1B54-9B52-7385-8E0F8BAF558E}"/>
                  </a:ext>
                </a:extLst>
              </p:cNvPr>
              <p:cNvSpPr txBox="1"/>
              <p:nvPr/>
            </p:nvSpPr>
            <p:spPr>
              <a:xfrm>
                <a:off x="6074067" y="1460784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35673C-DED2-B84C-1008-ADDFED6B1496}"/>
                  </a:ext>
                </a:extLst>
              </p:cNvPr>
              <p:cNvSpPr txBox="1"/>
              <p:nvPr/>
            </p:nvSpPr>
            <p:spPr>
              <a:xfrm>
                <a:off x="6363991" y="1465586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DB58AC3A-C66F-EFF1-F1A3-F58A36D695BF}"/>
                </a:ext>
              </a:extLst>
            </p:cNvPr>
            <p:cNvGrpSpPr/>
            <p:nvPr/>
          </p:nvGrpSpPr>
          <p:grpSpPr>
            <a:xfrm>
              <a:off x="4179432" y="576423"/>
              <a:ext cx="1611509" cy="635480"/>
              <a:chOff x="4179432" y="576423"/>
              <a:chExt cx="1611509" cy="635480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CAFC9F-3FA6-7A1E-2778-AF0D4C6B265C}"/>
                  </a:ext>
                </a:extLst>
              </p:cNvPr>
              <p:cNvSpPr txBox="1"/>
              <p:nvPr/>
            </p:nvSpPr>
            <p:spPr>
              <a:xfrm>
                <a:off x="4179432" y="576423"/>
                <a:ext cx="59183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DAG</a:t>
                </a:r>
                <a:endParaRPr lang="en-US" sz="10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1" name="TextBox 450">
                <a:extLst>
                  <a:ext uri="{FF2B5EF4-FFF2-40B4-BE49-F238E27FC236}">
                    <a16:creationId xmlns:a16="http://schemas.microsoft.com/office/drawing/2014/main" id="{54F5003E-AACD-0C0E-5F33-1329FCA3ECA4}"/>
                  </a:ext>
                </a:extLst>
              </p:cNvPr>
              <p:cNvSpPr txBox="1"/>
              <p:nvPr/>
            </p:nvSpPr>
            <p:spPr>
              <a:xfrm>
                <a:off x="4550475" y="942116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D1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2" name="TextBox 451">
                <a:extLst>
                  <a:ext uri="{FF2B5EF4-FFF2-40B4-BE49-F238E27FC236}">
                    <a16:creationId xmlns:a16="http://schemas.microsoft.com/office/drawing/2014/main" id="{C4CB82B8-C690-EB9F-FDBA-30A9D86F82F6}"/>
                  </a:ext>
                </a:extLst>
              </p:cNvPr>
              <p:cNvSpPr txBox="1"/>
              <p:nvPr/>
            </p:nvSpPr>
            <p:spPr>
              <a:xfrm>
                <a:off x="4959239" y="932390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D2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F16CA514-C6CE-1F2A-DDDA-6958B17F224B}"/>
                  </a:ext>
                </a:extLst>
              </p:cNvPr>
              <p:cNvSpPr txBox="1"/>
              <p:nvPr/>
            </p:nvSpPr>
            <p:spPr>
              <a:xfrm>
                <a:off x="5416510" y="645640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D3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BE2CB40B-1DBC-8946-0D91-421F8BC64BEF}"/>
                  </a:ext>
                </a:extLst>
              </p:cNvPr>
              <p:cNvSpPr txBox="1"/>
              <p:nvPr/>
            </p:nvSpPr>
            <p:spPr>
              <a:xfrm>
                <a:off x="5387116" y="981071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D4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55" name="TextBox 454">
            <a:extLst>
              <a:ext uri="{FF2B5EF4-FFF2-40B4-BE49-F238E27FC236}">
                <a16:creationId xmlns:a16="http://schemas.microsoft.com/office/drawing/2014/main" id="{FFCAED12-22F4-B8C8-7BC6-D673D90F1E70}"/>
              </a:ext>
            </a:extLst>
          </p:cNvPr>
          <p:cNvSpPr txBox="1"/>
          <p:nvPr/>
        </p:nvSpPr>
        <p:spPr>
          <a:xfrm>
            <a:off x="4511606" y="111765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E01EFFE8-BA15-329C-5EDA-79C3CDF0395C}"/>
              </a:ext>
            </a:extLst>
          </p:cNvPr>
          <p:cNvSpPr/>
          <p:nvPr/>
        </p:nvSpPr>
        <p:spPr>
          <a:xfrm>
            <a:off x="5013039" y="1366735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9383FBCF-321F-5FF1-3775-31BD2E9D6702}"/>
              </a:ext>
            </a:extLst>
          </p:cNvPr>
          <p:cNvSpPr/>
          <p:nvPr/>
        </p:nvSpPr>
        <p:spPr>
          <a:xfrm>
            <a:off x="4639089" y="135957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D9517D13-6E55-AF72-FC3A-BE5F02C37A07}"/>
              </a:ext>
            </a:extLst>
          </p:cNvPr>
          <p:cNvSpPr/>
          <p:nvPr/>
        </p:nvSpPr>
        <p:spPr>
          <a:xfrm>
            <a:off x="4818621" y="112429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24BD8730-0124-D8CE-2831-F28B33FE2C17}"/>
              </a:ext>
            </a:extLst>
          </p:cNvPr>
          <p:cNvSpPr/>
          <p:nvPr/>
        </p:nvSpPr>
        <p:spPr>
          <a:xfrm>
            <a:off x="4540559" y="1621531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39C9CCB3-8FFE-00EC-0D98-FD98404980E5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823649" y="1303927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1817A8C9-B566-95FF-D8A7-A005092D22FC}"/>
              </a:ext>
            </a:extLst>
          </p:cNvPr>
          <p:cNvCxnSpPr>
            <a:cxnSpLocks/>
            <a:stCxn id="459" idx="5"/>
            <a:endCxn id="457" idx="1"/>
          </p:cNvCxnSpPr>
          <p:nvPr/>
        </p:nvCxnSpPr>
        <p:spPr>
          <a:xfrm>
            <a:off x="5003181" y="1303927"/>
            <a:ext cx="41524" cy="936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13FBF953-671F-9E6E-8484-2BABFAFF55A6}"/>
              </a:ext>
            </a:extLst>
          </p:cNvPr>
          <p:cNvCxnSpPr>
            <a:cxnSpLocks/>
            <a:stCxn id="458" idx="4"/>
            <a:endCxn id="462" idx="7"/>
          </p:cNvCxnSpPr>
          <p:nvPr/>
        </p:nvCxnSpPr>
        <p:spPr>
          <a:xfrm flipH="1">
            <a:off x="4725119" y="1570026"/>
            <a:ext cx="22083" cy="8232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923AB6EC-05FB-11FC-B8E2-820B1379FEDE}"/>
              </a:ext>
            </a:extLst>
          </p:cNvPr>
          <p:cNvSpPr/>
          <p:nvPr/>
        </p:nvSpPr>
        <p:spPr>
          <a:xfrm>
            <a:off x="5398503" y="1367382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4A5F3546-85D2-74B5-FFF0-BB67E3183745}"/>
              </a:ext>
            </a:extLst>
          </p:cNvPr>
          <p:cNvSpPr/>
          <p:nvPr/>
        </p:nvSpPr>
        <p:spPr>
          <a:xfrm>
            <a:off x="5591579" y="113210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C773F983-4937-66CC-1330-88431BDE83AA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5583063" y="1311738"/>
            <a:ext cx="40182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38C678ED-46DC-F25B-CA80-F1131A709CEB}"/>
              </a:ext>
            </a:extLst>
          </p:cNvPr>
          <p:cNvSpPr txBox="1"/>
          <p:nvPr/>
        </p:nvSpPr>
        <p:spPr>
          <a:xfrm>
            <a:off x="5273076" y="1122251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4451F5BB-0280-7F9D-D975-9BFDE6391F7E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812556" y="2131874"/>
            <a:ext cx="63332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49805E44-7E8D-9EAF-99FD-8D40DD287BEF}"/>
              </a:ext>
            </a:extLst>
          </p:cNvPr>
          <p:cNvSpPr/>
          <p:nvPr/>
        </p:nvSpPr>
        <p:spPr>
          <a:xfrm>
            <a:off x="5069042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FD577ACA-F863-7961-E5B3-0E79770AF87E}"/>
              </a:ext>
            </a:extLst>
          </p:cNvPr>
          <p:cNvSpPr/>
          <p:nvPr/>
        </p:nvSpPr>
        <p:spPr>
          <a:xfrm>
            <a:off x="4627996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A3886263-EB4E-A1FE-BEBF-B8814B0E9F63}"/>
              </a:ext>
            </a:extLst>
          </p:cNvPr>
          <p:cNvSpPr/>
          <p:nvPr/>
        </p:nvSpPr>
        <p:spPr>
          <a:xfrm>
            <a:off x="4844222" y="195223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F439CFC9-58A1-450F-C201-61F796C02B9E}"/>
              </a:ext>
            </a:extLst>
          </p:cNvPr>
          <p:cNvCxnSpPr>
            <a:cxnSpLocks/>
            <a:stCxn id="554" idx="6"/>
            <a:endCxn id="553" idx="2"/>
          </p:cNvCxnSpPr>
          <p:nvPr/>
        </p:nvCxnSpPr>
        <p:spPr>
          <a:xfrm>
            <a:off x="4844222" y="2288878"/>
            <a:ext cx="224820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F644301-1BFE-D6B4-C568-5199284F510E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5028782" y="2131874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0BFE77B-2C80-C1A9-69BF-A0825795CA98}"/>
              </a:ext>
            </a:extLst>
          </p:cNvPr>
          <p:cNvCxnSpPr>
            <a:cxnSpLocks/>
            <a:stCxn id="555" idx="1"/>
            <a:endCxn id="462" idx="5"/>
          </p:cNvCxnSpPr>
          <p:nvPr/>
        </p:nvCxnSpPr>
        <p:spPr>
          <a:xfrm flipH="1" flipV="1">
            <a:off x="4725119" y="1801166"/>
            <a:ext cx="150769" cy="181893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1833524F-B660-9F37-A82A-4E07CDA3F24A}"/>
              </a:ext>
            </a:extLst>
          </p:cNvPr>
          <p:cNvSpPr/>
          <p:nvPr/>
        </p:nvSpPr>
        <p:spPr>
          <a:xfrm>
            <a:off x="5369993" y="219334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9C17D4AD-17D2-33D8-7B7B-21AD79E37877}"/>
              </a:ext>
            </a:extLst>
          </p:cNvPr>
          <p:cNvSpPr/>
          <p:nvPr/>
        </p:nvSpPr>
        <p:spPr>
          <a:xfrm>
            <a:off x="5589883" y="196937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CDD1FA1-A9E0-3A0C-BF13-3A3824BA53F1}"/>
              </a:ext>
            </a:extLst>
          </p:cNvPr>
          <p:cNvSpPr/>
          <p:nvPr/>
        </p:nvSpPr>
        <p:spPr>
          <a:xfrm>
            <a:off x="5835305" y="218777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21AFCB9-9E9A-A1A5-A878-686E3B28FDD6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5554553" y="2149007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6A4AEFB-B7C4-1D08-4D77-DE496D52C573}"/>
              </a:ext>
            </a:extLst>
          </p:cNvPr>
          <p:cNvCxnSpPr>
            <a:cxnSpLocks/>
            <a:stCxn id="84" idx="6"/>
            <a:endCxn id="87" idx="2"/>
          </p:cNvCxnSpPr>
          <p:nvPr/>
        </p:nvCxnSpPr>
        <p:spPr>
          <a:xfrm flipV="1">
            <a:off x="5586219" y="2293006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A8BA766B-AD4F-A96C-F49A-308A00172CAB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774443" y="2149007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26B15AF-1F4A-7058-764C-2D153E571449}"/>
              </a:ext>
            </a:extLst>
          </p:cNvPr>
          <p:cNvCxnSpPr>
            <a:cxnSpLocks/>
            <a:stCxn id="86" idx="1"/>
            <a:endCxn id="457" idx="5"/>
          </p:cNvCxnSpPr>
          <p:nvPr/>
        </p:nvCxnSpPr>
        <p:spPr>
          <a:xfrm flipH="1" flipV="1">
            <a:off x="5197599" y="1546370"/>
            <a:ext cx="423950" cy="453822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B4086591-2AAF-EA43-2745-E31AB0B027E4}"/>
              </a:ext>
            </a:extLst>
          </p:cNvPr>
          <p:cNvCxnSpPr>
            <a:cxnSpLocks/>
            <a:stCxn id="544" idx="0"/>
            <a:endCxn id="629" idx="5"/>
          </p:cNvCxnSpPr>
          <p:nvPr/>
        </p:nvCxnSpPr>
        <p:spPr>
          <a:xfrm flipH="1" flipV="1">
            <a:off x="5035673" y="924158"/>
            <a:ext cx="664019" cy="20794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3270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84A0EE3D-9684-F09E-9CA2-442D0A28A86E}"/>
              </a:ext>
            </a:extLst>
          </p:cNvPr>
          <p:cNvSpPr/>
          <p:nvPr/>
        </p:nvSpPr>
        <p:spPr>
          <a:xfrm>
            <a:off x="2070719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98ABDAB1-B0DD-53DC-BE69-DFE9EE926554}"/>
              </a:ext>
            </a:extLst>
          </p:cNvPr>
          <p:cNvSpPr/>
          <p:nvPr/>
        </p:nvSpPr>
        <p:spPr>
          <a:xfrm>
            <a:off x="4285444" y="326970"/>
            <a:ext cx="184011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4B3E0FEA-CB4F-F5F6-BEC7-22F9B70FEAED}"/>
              </a:ext>
            </a:extLst>
          </p:cNvPr>
          <p:cNvSpPr/>
          <p:nvPr/>
        </p:nvSpPr>
        <p:spPr>
          <a:xfrm>
            <a:off x="53361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BD5BFC92-F85A-0440-986E-3957B07DB424}"/>
              </a:ext>
            </a:extLst>
          </p:cNvPr>
          <p:cNvSpPr/>
          <p:nvPr/>
        </p:nvSpPr>
        <p:spPr>
          <a:xfrm>
            <a:off x="4051203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682D114E-6C2F-F245-B1EC-6504EE9466AA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C23F09-41F3-5642-80CF-6ACA3E5D92E9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BE0BDCB3-15DE-C844-9C7C-24AC79A063C6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CB5B55A-2E29-174D-8EE1-AE1C069337D3}"/>
              </a:ext>
            </a:extLst>
          </p:cNvPr>
          <p:cNvSpPr txBox="1"/>
          <p:nvPr/>
        </p:nvSpPr>
        <p:spPr>
          <a:xfrm>
            <a:off x="4539684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C7F83072-4439-76D3-B7A4-2392EB079AE8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70E43B43-3C57-2660-25FF-64CCB621C333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D1C792DD-2E04-DE5D-C760-AC310C1155A3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19BF1463-9ABE-436E-A036-1EEE7A8D72D5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CB82661-4FEC-240A-7A60-F27CE15FC6CA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15EF9EC-4B3A-1BFC-37D8-82C2275B94D0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8E7E1474-11B5-6695-D752-76394DB37FA2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950D092C-6DB7-92B3-FB22-0D3D12984DB1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F0800FF1-2955-2FB1-A88B-EE210E9ABAFD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2A70C690-FF2A-7835-C148-7B45E9C6D5D2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63ADF222-24D2-D8DB-8A1C-FC67979AC83F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97FFBF78-59C6-5F76-9FE4-A22AE64064E3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F62D7B80-F410-2027-23E8-616D4289C2E8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8C9022A9-35E5-E1B4-6ECF-23716A410FD5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BB210BBF-1193-1A68-2646-C99B93194E95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F5677F5A-0CC2-546E-F7DA-58567DDCAD26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8361AEF1-A5FA-6141-ABB7-39442C0870AE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599C82F4-02F1-6B1A-2258-B220E76E2435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A6EA6E5C-20A2-13D2-F48E-8A6BDA5B320C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EED83B99-2CB7-2334-A20C-A447B1D64E91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52B5ED28-5673-73A4-A067-98AF1E6033B7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A8D34172-1DB0-F105-9353-7AC606DB55D3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25B5C47F-FFC2-EC76-F78C-78F5BC5ACD2A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70973374-AD68-3794-C29B-EEB14B968FC0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C784432A-7AED-47DA-4553-8BA12B75D701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A934C526-5B5C-9663-1D41-1E87C025E6F2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048E52FE-7E3F-6CA9-CED2-E7A945B88842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A54D4B7D-983A-6C47-988A-6B5ACE1A095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16091B29-0DAF-4545-8B1F-522C466A3D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6739536E-C23B-274B-9B06-61C68EE964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B1C5648F-36F0-C349-BDD1-B68BF68A04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7500ED5E-A1B7-9E44-A33B-3ABBF623A8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32EF4475-CF51-104E-AFC8-6AC9BF1ACE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B8AA2112-B5C9-9147-BB00-7B40E7A041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2F7C4CF4-0AE0-7A4E-84E0-A5F039717E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9E6D826E-D430-D54B-BB17-648B8FBDEF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603441EF-646C-1845-A94B-01D0920305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8AC7ABE6-2E23-D746-ACAC-6CAE85E7AD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F99C274B-CB16-6A41-BED2-F54E7B8F83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689A9357-1725-5749-86AB-DBF975A131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30FA6EF1-79DA-7C4A-9E19-D81F7D568A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62A9A487-CAEE-CC45-8636-1C3613AA7D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82F77526-45FA-A542-83FD-41CF90FBB1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4E0D4CC0-993F-2447-A279-69DB1445AB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64D8213F-3292-291C-F944-FA767334CA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30F585D0-B0FB-05B3-8523-63A3FDB1E64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41918E7-7AA9-943E-507B-127BD54C9238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D6C072B-7338-9F3D-3853-C5AB98697618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FFCE197-B41C-2871-4CEC-ADA285935699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508D670-43FC-C3E7-5066-61CD135C7FE4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A3D1C72-2DE2-2B87-CE7C-A0A983CED051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4A80673-310D-1DC1-7155-BB3799A29F55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ACBD10C-BB93-C9A5-B51B-A16C3C7659D4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852DE17-B5B2-377C-0732-0E1B9222F171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6B7D29D-B6F0-3B13-C25C-B86694DFF181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2257ECD3-6DE4-56DF-E76E-3F975D4629D7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2B254992-95D9-A169-7C11-377D047B7600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7A7BCBB8-8127-5472-263F-01D6A11E932C}"/>
              </a:ext>
            </a:extLst>
          </p:cNvPr>
          <p:cNvGrpSpPr/>
          <p:nvPr/>
        </p:nvGrpSpPr>
        <p:grpSpPr>
          <a:xfrm>
            <a:off x="2176627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872577DC-91D6-2B30-BB2B-D478C688EB68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0B3B8738-E9AE-34B0-B8BC-0049540C35BE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6D5430D3-813C-D001-966E-08FB74949EBF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0BA4F91C-F85E-5509-ED84-610E8CD43011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B087F031-4882-1900-D0B9-6BE678A63281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4BB8A476-25D0-3054-53FE-DC78DDF31C59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E3D3EF30-70E2-D10E-1D33-6E9B1FBD5A2E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1D40D2F1-6329-5AA5-6264-A1885CD44386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A11E95C0-8F32-D7CB-9756-D4D22785943B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D81FB547-6573-0358-DEB9-4A83AD06C96A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E9EB59AA-5D75-2674-1DFB-01BA1182AC84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417F85F9-5DAD-BF99-0421-FD100E9C80C6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0EA3EAF7-8268-5C9E-1785-C7924EF30FE3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343ACC75-69F4-8028-23E9-4643AEB139B3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34659F4D-5B68-BB8E-C493-34BED9BA11FF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B1908594-C231-0CAE-4F96-B5756A5B496C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A493DAF-9C07-DB7B-A886-AFAE0F10F795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7BDA0760-30C2-E9F8-2EAB-2A371D644598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12FF5B72-A5C8-52FB-EEAF-F8F7126187E9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347C6C67-E76E-6BD4-A70C-B49D12AF74D0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9DC5380A-D00F-B894-C496-6678243C7C82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E05DA7E8-0A3D-1B18-2761-F7BA94C055B9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7BE77723-DBAA-7579-3D4C-A06426D0C80A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CFE4B26B-B953-2C93-4CDE-0807433D4CC5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1FC85CCE-711D-4E69-EFDD-EEF0D38FDF56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6A7C3667-51E0-4260-1F16-E89F72632D84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BB9C092A-0E57-51FE-A6F3-7F0A9651E18D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15E8F073-2214-FA81-EC39-950883007AA3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9D92F4D2-806D-FA01-23C2-950AB2544491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5BA72EDA-8B0A-0A61-6E5B-BA15E77EA38F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6F0F173D-7B45-19C8-62C3-FB3DF2C17888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E5C7F81E-018D-0496-754A-6B4543E16A75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06E7F55D-3C34-45AB-1A8D-2D13AA0BFAA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013FD850-4F02-D74C-198A-0231D97273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7C353E84-04D1-22A0-6ACF-8EA43E86E8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60A6B1E5-5EA8-595F-0A8F-1ECFED8357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517B459F-6EE1-EB1F-6FAB-DBAC8B5759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3389E1EF-1CEC-ACA4-DFDA-6D09ACAF73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E2BC5AE0-4D49-EDA7-B97B-7CE6E0960F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F519273A-589F-820B-4942-1761665D6A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CE217DA3-187B-2A24-5CC8-BC160C2757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9C48CFD8-2583-FD63-C735-24A903BBD1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C53A3EC5-6EA0-140C-50BB-13348281AA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0ED5F1C2-984A-9BBE-1D46-11E49EBAC3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D8DE9171-E957-9E73-D014-529C5CBE7B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CB0DEFEE-B983-9FFA-BED5-D3AA9D145C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240A2FB8-E8E3-0BE8-4DF7-9913700B43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2F62C99D-3C53-1037-B17F-F0DDD20425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0259FEF1-5FD7-D8B9-C4BB-BEE8F787C5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1D6C8F7A-7C2C-5222-9072-54F259DD3D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C45E1AFF-93D7-DDFD-B76B-BE4030C319D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27EE9658-3D9C-D6E9-1866-9DEDBB15C0EC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07498CA7-3B12-28BA-819A-4D6AEFE4AAA8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3D02D8E0-3626-F628-67FD-E18510431CFC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3921BA3A-7186-B2F8-DA8E-F62099D6C1F5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C29942D7-1BAB-4F57-621E-71F2B44A20CB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5D21329B-9AD8-D7CD-1584-36B37D3134B7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0C296C77-0B6E-6E64-282F-5DD8E6040FC2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6E632AC4-F25F-CFD0-C09C-1E24832B329A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48B8F874-CBD4-A280-7353-62F22BAE7202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CEF9E38E-3FA8-CA9B-8C01-12D2A1957D4B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A9EBD071-0AC5-EA0E-31CE-DA373B2D7EA8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1345A5EF-0DE8-9464-4240-9595D252EFFF}"/>
              </a:ext>
            </a:extLst>
          </p:cNvPr>
          <p:cNvGrpSpPr/>
          <p:nvPr/>
        </p:nvGrpSpPr>
        <p:grpSpPr>
          <a:xfrm>
            <a:off x="4280847" y="592357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EA59A700-7461-B15B-690C-2B53336826BB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2AA99A29-9E63-C284-8791-F146E394541C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6BCCCB02-5B38-4D7D-AC0E-A0EE519F242F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6718C97E-E50F-14E6-2CDC-77DD084428B8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577D3DB6-20F6-2DD2-7FDE-8A891A5B898F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5F7C485E-AA99-3307-5541-D48731CF0854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E74BB2A8-A174-DED9-918C-2369E9F56A5B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04EDF93D-014A-18DB-6EDC-8AB499B5239E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1BF81E9A-79DD-E05D-25FA-C78AA6B2E5D1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AB608BAB-85A6-8D9A-F8DA-392B1F97576F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8DDE29F1-9042-69DA-DF81-FDC8CF6621C1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28B0720D-FC26-1746-2927-6559EEE2608B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DDF35132-3F9D-4776-FD7C-BE0108AD15ED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28704A62-8AF8-CFD3-58D6-B12CDC048376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5EBEEE1B-0358-50E2-C7CB-96E66615D74D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A068CFBF-A5C9-31B8-F744-A773DF5CFD56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2C03DDDA-E6FD-E4C5-DFC6-F1346323E05E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DE5AFF34-5C1D-739E-F781-DF469F745E50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83986293-5A69-4B83-160D-F85CDBC0F182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683DBA28-1EA7-362C-6C7D-B87070BF0044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BCF859AD-9C52-3A5B-1400-94CCBD5BFF4E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12A3AB7D-9829-0861-5FEB-0AC4F53B0683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248A1246-F253-4B83-9AAE-2C99F8174DC8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960E5484-84C5-688C-EB3E-6CB81D703808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62EA441A-7807-6BC0-D2FD-8995DDE0391C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F565A5C4-2E2F-9C65-6366-C9B9769505CF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5ED4163B-37D8-FC92-3C37-3DDC4E750665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8A8D6FE0-AF4F-1F87-BA74-C8EC6A969300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E2FC247F-B14D-568E-2D6A-E99DCBCD21A1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BC5A76FD-442F-9E05-1113-7D44353367D1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2D2FB9B3-E6CA-E406-6236-95372955E971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FEA7CDE8-977F-4EE0-4295-8D279C73CB8F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7FF0BC09-9497-AC0D-454C-9F0B0F547FC5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2BD61CAF-4F43-2843-B3DB-D4118F06FA82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3E840FDA-9EE6-D348-0EC5-A3107E18D45B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094CD5B4-BA4B-97C8-DF63-45AADA6AD0F7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A0FF691C-1C66-F543-59B8-5DDE5571C536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E7E88F6C-52A8-4FD4-A26B-615CE0C1B575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85CFFDEE-E4D0-4B12-0B2B-22CBD90FBFBE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44655E99-C48E-86C2-B316-CEB701B70B22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A27985DE-59FE-DF24-CBBE-EF35EE7729BA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69BD4CEE-2F4D-2CE1-19EC-EC9194B6C559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404A0C7B-9982-4AD4-9E25-E127FEC09965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9860EA39-B839-A9D3-6E38-852AB62850F1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0BF4C486-2394-0AAF-9E01-ADB34772A516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2D9786DC-A7EF-E882-2A32-FDA28F90A478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24E1FD36-55E7-6DB7-7422-2DC63C1A2E37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E0CEBAD1-D752-E965-C9C1-DFF307678912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E9D48D71-6F0F-A7F6-33E0-FBAD5027FCDD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34993551-9382-4CE6-ACC2-CBECDBC0B840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9DA67641-3097-B1C8-E393-D651770B933A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20B02563-009C-1E02-60A7-9A8ED1B9C47E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C292DFEF-3804-2789-3245-4BE02F02F24D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A66C7485-AF6B-3F71-863A-78EB08DAF6AD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DC35C86E-0E7E-A992-EF25-A59C4B2442FD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1302645A-0281-6FF4-F519-C88D8360CD00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197B0340-C0C7-4C94-2CEC-942E6CD78F3D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0F14167E-04A7-6E71-BDF6-29A51C75DB94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F6E0BDCA-A719-1180-8A9B-BC2D1CB57D26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3EF7C927-953D-32FF-4DF8-69AC63CA08E6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70934810-F949-36A2-8B75-99F88B2B67DA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30853180-703D-E5B8-1580-908217E04C86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29A9CDB9-412D-DA32-57C5-C445A07BCF4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F073760E-AFD0-AB84-AC0E-586D1B9B336B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6BDA62BD-8079-1B87-01C7-796BF5C923E9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11E6FF39-A74F-4E7B-6633-074897BD6FF4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56A13644-8518-77A7-421E-9BE496E8698A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F7273280-FE20-3C7D-DC27-D0901F866C51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0AAA6078-60F5-9A3C-FA3D-2EA50EEC5EFA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D77A5FD3-B539-2B4C-4F00-E3E61391E80E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B81971AD-7F5A-30FC-99E5-D9AA184CC6DD}"/>
              </a:ext>
            </a:extLst>
          </p:cNvPr>
          <p:cNvSpPr/>
          <p:nvPr/>
        </p:nvSpPr>
        <p:spPr>
          <a:xfrm>
            <a:off x="6434708" y="326970"/>
            <a:ext cx="1292537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E32DBFFE-AC7F-4192-72DA-3643DB91CC44}"/>
              </a:ext>
            </a:extLst>
          </p:cNvPr>
          <p:cNvSpPr/>
          <p:nvPr/>
        </p:nvSpPr>
        <p:spPr>
          <a:xfrm>
            <a:off x="6192447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04DE9407-EAB9-6579-7D8B-3851D62607E8}"/>
              </a:ext>
            </a:extLst>
          </p:cNvPr>
          <p:cNvSpPr/>
          <p:nvPr/>
        </p:nvSpPr>
        <p:spPr>
          <a:xfrm>
            <a:off x="6502607" y="594182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580AAA37-673C-E6ED-05B8-413F1D6B6569}"/>
              </a:ext>
            </a:extLst>
          </p:cNvPr>
          <p:cNvSpPr/>
          <p:nvPr/>
        </p:nvSpPr>
        <p:spPr>
          <a:xfrm>
            <a:off x="6502607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2B8A5F01-EF21-0CA9-2387-B6B94385BC8F}"/>
              </a:ext>
            </a:extLst>
          </p:cNvPr>
          <p:cNvSpPr/>
          <p:nvPr/>
        </p:nvSpPr>
        <p:spPr>
          <a:xfrm>
            <a:off x="7078235" y="837446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9565B730-EBEF-A50E-FED4-E0322096F289}"/>
              </a:ext>
            </a:extLst>
          </p:cNvPr>
          <p:cNvSpPr/>
          <p:nvPr/>
        </p:nvSpPr>
        <p:spPr>
          <a:xfrm>
            <a:off x="6501600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08FE69CB-3B54-C533-D4EB-F7DF4741DBD2}"/>
              </a:ext>
            </a:extLst>
          </p:cNvPr>
          <p:cNvSpPr/>
          <p:nvPr/>
        </p:nvSpPr>
        <p:spPr>
          <a:xfrm>
            <a:off x="7077600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F7988186-ED2B-01C8-A680-CDF2C6424205}"/>
              </a:ext>
            </a:extLst>
          </p:cNvPr>
          <p:cNvSpPr/>
          <p:nvPr/>
        </p:nvSpPr>
        <p:spPr>
          <a:xfrm>
            <a:off x="6501600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75FBD309-6C0A-10FC-4B54-5A4284BF6520}"/>
              </a:ext>
            </a:extLst>
          </p:cNvPr>
          <p:cNvSpPr/>
          <p:nvPr/>
        </p:nvSpPr>
        <p:spPr>
          <a:xfrm>
            <a:off x="7077600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48407B29-D1BB-3666-CC51-C46DD2522782}"/>
              </a:ext>
            </a:extLst>
          </p:cNvPr>
          <p:cNvSpPr/>
          <p:nvPr/>
        </p:nvSpPr>
        <p:spPr>
          <a:xfrm>
            <a:off x="650160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4ECA8C36-DA9F-6366-4459-B84A09D32024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119346B8-5E03-D3E6-8C34-371EFC1B8B26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328175" y="1563140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2" name="TextBox 931">
            <a:extLst>
              <a:ext uri="{FF2B5EF4-FFF2-40B4-BE49-F238E27FC236}">
                <a16:creationId xmlns:a16="http://schemas.microsoft.com/office/drawing/2014/main" id="{3C20FC62-D6A5-E1CA-5A97-2CA8ABCA1DA8}"/>
              </a:ext>
            </a:extLst>
          </p:cNvPr>
          <p:cNvSpPr txBox="1"/>
          <p:nvPr/>
        </p:nvSpPr>
        <p:spPr>
          <a:xfrm>
            <a:off x="5427375" y="1757151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3" name="TextBox 932">
            <a:extLst>
              <a:ext uri="{FF2B5EF4-FFF2-40B4-BE49-F238E27FC236}">
                <a16:creationId xmlns:a16="http://schemas.microsoft.com/office/drawing/2014/main" id="{AAB00E98-5BE3-4DA9-E240-4F12E909CBB9}"/>
              </a:ext>
            </a:extLst>
          </p:cNvPr>
          <p:cNvSpPr txBox="1"/>
          <p:nvPr/>
        </p:nvSpPr>
        <p:spPr>
          <a:xfrm>
            <a:off x="5725827" y="1753033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876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E7EDB1F-D75E-CF9E-CDB8-621F57FE1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54">
            <a:extLst>
              <a:ext uri="{FF2B5EF4-FFF2-40B4-BE49-F238E27FC236}">
                <a16:creationId xmlns:a16="http://schemas.microsoft.com/office/drawing/2014/main" id="{15DBADEC-FFE7-D62E-210B-1607BC156C35}"/>
              </a:ext>
            </a:extLst>
          </p:cNvPr>
          <p:cNvSpPr/>
          <p:nvPr/>
        </p:nvSpPr>
        <p:spPr>
          <a:xfrm>
            <a:off x="4101551" y="1877826"/>
            <a:ext cx="2051593" cy="5678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A128AEE-E414-C06E-05F6-359C17A08E75}"/>
              </a:ext>
            </a:extLst>
          </p:cNvPr>
          <p:cNvSpPr/>
          <p:nvPr/>
        </p:nvSpPr>
        <p:spPr>
          <a:xfrm>
            <a:off x="4101552" y="880601"/>
            <a:ext cx="2051591" cy="997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F7D161F0-C584-090C-4C5C-0DDD160D836E}"/>
              </a:ext>
            </a:extLst>
          </p:cNvPr>
          <p:cNvSpPr/>
          <p:nvPr/>
        </p:nvSpPr>
        <p:spPr>
          <a:xfrm>
            <a:off x="4101552" y="431343"/>
            <a:ext cx="2051592" cy="6014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AC3AD0E9-C66A-CE8D-EF87-B27524EE74B1}"/>
              </a:ext>
            </a:extLst>
          </p:cNvPr>
          <p:cNvSpPr/>
          <p:nvPr/>
        </p:nvSpPr>
        <p:spPr>
          <a:xfrm>
            <a:off x="3849169" y="14189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69CD95B4-9024-E69C-AEB5-E64CD70105EB}"/>
              </a:ext>
            </a:extLst>
          </p:cNvPr>
          <p:cNvSpPr/>
          <p:nvPr/>
        </p:nvSpPr>
        <p:spPr>
          <a:xfrm>
            <a:off x="1732856" y="1422421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C57253-FF11-C065-8160-8BC51FF94FCD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34413020-B868-36DD-8AA5-C5A87CA9611E}"/>
              </a:ext>
            </a:extLst>
          </p:cNvPr>
          <p:cNvSpPr txBox="1"/>
          <p:nvPr/>
        </p:nvSpPr>
        <p:spPr>
          <a:xfrm>
            <a:off x="1797904" y="2575509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B63A535-EC44-F162-D7F0-505E5A091A27}"/>
              </a:ext>
            </a:extLst>
          </p:cNvPr>
          <p:cNvSpPr txBox="1"/>
          <p:nvPr/>
        </p:nvSpPr>
        <p:spPr>
          <a:xfrm>
            <a:off x="4335638" y="258963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B2737602-A002-0D0E-8F1A-668ED3996923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A238D4EF-BF9B-8201-41A7-5CFD03C18FAD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7936B49-D001-6428-35B5-4C00445D7FDF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64286327-EF87-FCDC-1653-7B89591499EA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9A1DDE6-F03F-C93D-80FB-8F010FBAC4C9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1EE89DEC-DF0B-DDA3-338D-9F1BB4F89537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C32E9676-B4DB-AFC7-1881-4D4C28C12874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EAAA713F-FE97-5C08-C9F4-49E39563B990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F54D5712-8FFC-7BA4-D64C-2234F576E837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54E7AA2D-498A-8B47-C2BA-F6F56AA7C7BA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53135BE4-4E91-7C49-B1CF-145C8B505B10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FC720017-3A42-30C1-CDBA-C4C069F04435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74FB9459-8660-48F7-FFC1-0297671D8D79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BB60BBBF-82DB-471B-B95F-C8B6FC2E1FA9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208F0681-99A5-B69F-CAA2-4926378BD251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A68EC766-37A3-56D4-4B95-695ECBDFC392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3D8D034B-4C20-B7D7-4B33-96C034DFFE99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40BA0903-906E-1E57-5C78-99F6DEC3E7AB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526E82FC-80B5-97E9-BFB2-1C88B7EC95C2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534EFDF9-4DB5-C983-7291-C3799E214B1A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2079DD22-3C40-188D-AD28-145D9D0A4450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A740944C-3E27-538A-93A3-6E5A44C7B87D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175819D1-8581-9721-9911-3D73FB355BA2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D7040E70-0E58-0312-4C71-46D158E2FB67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A7B12F91-E4D7-1DF9-94D2-95A7CA68D3CA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45593677-6216-2459-3577-D031FCD7024E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DE985DE2-63F2-21B6-DDD7-3503D5A3122B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78E17CF0-F61B-26A5-219A-6E903B3A4AD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94F6867D-A2AE-0610-1FE8-8EA3E184F3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7DF37858-9772-5CB3-ADB5-002ABEF1A9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03C2DE16-386B-872B-99E9-54DD2CAE02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BFDF8696-EC29-CB8B-EB6B-DEBD9A60B1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6E78667E-A3FD-0384-F86E-12EBCD2DA0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EBDE125F-9A09-9E51-7B32-A26181D61E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1D529676-98C0-9DEC-EBD8-5E43148877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A8CDA7AA-B35B-2E89-48D1-CFEF8FBA7F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79EDEDFB-C3DB-80C1-BD0F-5E06774A3A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18D0A082-848F-F8FB-08E0-B82DEC598D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76D199D6-36D2-0189-6DAA-5BB2419D89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5CDC8AAD-1C07-2D70-477E-E09855DB20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EF913ACF-2038-F94E-0E29-D1F2D530EE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50BCA0DA-0EB5-8873-D85D-715C394C83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EDDBDD37-853A-EE1E-30D6-BFBDDC2A25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59E5BC91-1081-2B02-B7C6-6756EDC0AC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11C252AB-7290-4335-1DC5-84A1693FCC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892FBF33-1846-A039-D6FD-E0FDBD419C0C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58DE1E0-4312-1B54-AF57-EFC1A175DDB0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F26F14C-B924-6B42-1B57-EA9B1A99C9A2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E99483C-66DF-3D06-94FA-3BD576E265FE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232AB65-458D-888E-3082-2ED7F239D59F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54F5F24-BB03-3704-09C8-CF94C1A6BBDC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7E16685-B73D-362A-CABD-90BF0978CB71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080F444-CCC7-A7EE-AA2A-BB14FAD517B3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20D4A59-843D-98C4-0617-5C4D5D1C4B78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C5FCAA5-F09F-7BF8-1B73-DE33D9F89958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73452A1D-B7FE-0805-6BDD-BFB590C3F17C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C5D03BCD-45F2-8F1B-32FE-2C845359C6FE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0B06ABC9-99E2-E713-FE50-8CEA95DDAAF6}"/>
              </a:ext>
            </a:extLst>
          </p:cNvPr>
          <p:cNvGrpSpPr/>
          <p:nvPr/>
        </p:nvGrpSpPr>
        <p:grpSpPr>
          <a:xfrm>
            <a:off x="1955551" y="558764"/>
            <a:ext cx="1902707" cy="1905425"/>
            <a:chOff x="1975378" y="774198"/>
            <a:chExt cx="1536253" cy="1499018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DC52DDB2-1592-4F5E-2A1B-50B38191FEFE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A315F154-56AD-034B-BD26-4544DF526C2E}"/>
                </a:ext>
              </a:extLst>
            </p:cNvPr>
            <p:cNvSpPr/>
            <p:nvPr/>
          </p:nvSpPr>
          <p:spPr>
            <a:xfrm>
              <a:off x="1975378" y="774198"/>
              <a:ext cx="1536253" cy="1499018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E894DE85-3BCD-AB80-9409-1CBB7B3D16F9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099A55A0-753F-01D2-DBDE-0CA7E34BA2DA}"/>
                </a:ext>
              </a:extLst>
            </p:cNvPr>
            <p:cNvSpPr/>
            <p:nvPr/>
          </p:nvSpPr>
          <p:spPr>
            <a:xfrm>
              <a:off x="2941411" y="816769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0C37B0E5-79A3-51B6-5CAF-0F295380B0A9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70976428-76DF-096A-9CEB-F258413EC046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0371D56F-431D-C891-7F7E-8E119DE985DB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603A7DB3-94BB-9719-D1F5-9465F6B94DBD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00A62EBF-A179-38A8-9AD9-A41D8BFBF388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0F2AFED2-9CB8-30F6-6C33-E3CA8622EAE5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835198A0-D2AB-71CC-1064-CFD3B1797A67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8C4AF835-F63C-B738-9A8E-7C2FC1E5292C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2F18ED63-93A7-F35B-3E5E-A670A43021E6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781FE496-FE1F-C150-E1B2-700191B82FB1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ECBC9423-836F-A74D-12E2-840CD0ED683C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B0296AA0-0C1D-568D-5602-16011600FBA2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5952E50-2EE4-E064-0525-3C47F48CD22D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6810B28D-45A6-C715-0B7D-7A4E2153B830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8CBE6AC8-D567-6743-B87C-B5CF3F5CA0BD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1698CF4D-D23F-D067-7217-1E1AA7CAEE3C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0672F496-5725-C807-8026-796BCCE206A2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E25FF6FC-C051-9334-1ABE-3951C3DFADB1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06F67B77-1075-3743-E119-A583D5AD1CE1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59E6BB0D-16FC-B1F0-E077-77212E62BA3F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A638D632-3939-A2DF-BAA4-F8D66E7EFB8D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F2118AEC-A24E-2E82-9B6D-4A84917FCEB0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29DFC0FD-D5D2-FC11-ECAB-75CCBA4FBD01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7CF8AD3D-283F-8B96-66BF-3562DFBCEC3B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63945EDE-1FE5-E88A-37F6-52A51E7495B8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0A6DF55C-0780-150D-533B-9EB14B1B972F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394E08F5-6498-CC79-03EB-C86608B969E2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364FF2A4-047F-B935-D115-4DFA54C91AD7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AFCB7B87-E617-3EF6-710A-476EEFB9036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D4CFB3CE-87C9-CC55-3353-A94ACDC11B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91120DBD-2129-C83A-123F-52F5B447C4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A0261E63-2BBB-3566-B7E6-287C1F09AB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CC9B9B72-8F37-B304-6F93-CC30A9A6A7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7EA7A437-0D83-E43A-1D96-2875865A33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C6794C00-D069-CD07-56DB-A019EF0ED7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EE572BF5-A077-46DB-4AE5-00833DA4AC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8E903125-B781-F9E9-7580-B5F67DC524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F5830301-9CB8-8947-1B7D-F4653765D4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60BAB1EE-6E21-E483-CBB4-CBBEA08446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DE21E20D-EE00-EE41-5125-79494021D2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C3B617E7-AB69-C980-5F7C-18178C3590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817E90A3-7124-E33F-F979-581FF37673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CF7B55B-6AAD-300E-5544-D910129B77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DF8BA102-2E81-E735-BEA6-D863719833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B45D847B-B15F-3D99-2596-198C1CFC20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5D8976C1-6B0C-6B5E-23B3-ED7099CF3D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375B56D4-7A94-297F-F432-ECF1FB993159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AB9E9672-2C30-F755-6454-126136F1A49B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7225EC22-5CFC-A5F2-4135-157E0B6B9F16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D576405A-28D7-BF9C-96F6-7A1AD5CB739B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DC91DBD8-57FA-3C81-DD5F-CB0A431D8B31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BCFFF06A-52E8-FE18-F1C6-24DFF8190398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E02D5AEF-1122-EF12-47A0-1789D7606107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E993D4C3-5A31-DB94-ECED-72DDFA7C1B62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C1D14D1E-FFBC-5FEB-64FE-8103CC799061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4F9ED05F-7284-2F8A-C775-BCBCFF502A77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7163B86D-05A5-5224-5B93-F1AA0BF1D6E2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C2256CDC-804C-1D76-A5CC-5CD6F78C35D4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1F75CDB8-C282-9B74-4ACC-7386FE452716}"/>
              </a:ext>
            </a:extLst>
          </p:cNvPr>
          <p:cNvSpPr/>
          <p:nvPr/>
        </p:nvSpPr>
        <p:spPr>
          <a:xfrm>
            <a:off x="6195123" y="138505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FE10533-83BA-FBDD-41E0-AF8F96BAD072}"/>
              </a:ext>
            </a:extLst>
          </p:cNvPr>
          <p:cNvGrpSpPr/>
          <p:nvPr/>
        </p:nvGrpSpPr>
        <p:grpSpPr>
          <a:xfrm>
            <a:off x="6493612" y="526628"/>
            <a:ext cx="1156073" cy="1910258"/>
            <a:chOff x="6501600" y="594182"/>
            <a:chExt cx="1156073" cy="1910258"/>
          </a:xfrm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63383F7C-7944-5C83-B752-E78885A3262D}"/>
                </a:ext>
              </a:extLst>
            </p:cNvPr>
            <p:cNvSpPr/>
            <p:nvPr/>
          </p:nvSpPr>
          <p:spPr>
            <a:xfrm>
              <a:off x="6502607" y="594182"/>
              <a:ext cx="115406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9C9F812A-8E92-9A4C-B597-3084AD954086}"/>
                </a:ext>
              </a:extLst>
            </p:cNvPr>
            <p:cNvSpPr/>
            <p:nvPr/>
          </p:nvSpPr>
          <p:spPr>
            <a:xfrm>
              <a:off x="6502607" y="838798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FA3BEE25-BAA2-60E9-2B0B-0395CBB3ABAB}"/>
                </a:ext>
              </a:extLst>
            </p:cNvPr>
            <p:cNvSpPr/>
            <p:nvPr/>
          </p:nvSpPr>
          <p:spPr>
            <a:xfrm>
              <a:off x="7078235" y="837446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5AB676EA-20AA-B566-0D30-C40ADAA6E1E5}"/>
                </a:ext>
              </a:extLst>
            </p:cNvPr>
            <p:cNvSpPr/>
            <p:nvPr/>
          </p:nvSpPr>
          <p:spPr>
            <a:xfrm>
              <a:off x="6501600" y="1291269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C5AF1B96-64FB-5DE4-467F-5ED820A5C50C}"/>
                </a:ext>
              </a:extLst>
            </p:cNvPr>
            <p:cNvSpPr/>
            <p:nvPr/>
          </p:nvSpPr>
          <p:spPr>
            <a:xfrm>
              <a:off x="7077600" y="1292473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C0B0ED91-D5E2-504D-55F7-7A015865F5B2}"/>
                </a:ext>
              </a:extLst>
            </p:cNvPr>
            <p:cNvSpPr/>
            <p:nvPr/>
          </p:nvSpPr>
          <p:spPr>
            <a:xfrm>
              <a:off x="6501600" y="1747996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C351A695-4EFB-15C0-958C-87B0D468445F}"/>
                </a:ext>
              </a:extLst>
            </p:cNvPr>
            <p:cNvSpPr/>
            <p:nvPr/>
          </p:nvSpPr>
          <p:spPr>
            <a:xfrm>
              <a:off x="7077600" y="1749200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55300E1D-8443-0816-8DBD-6733BE75B743}"/>
                </a:ext>
              </a:extLst>
            </p:cNvPr>
            <p:cNvSpPr/>
            <p:nvPr/>
          </p:nvSpPr>
          <p:spPr>
            <a:xfrm>
              <a:off x="6501600" y="2205990"/>
              <a:ext cx="1155067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870" name="TextBox 869">
            <a:extLst>
              <a:ext uri="{FF2B5EF4-FFF2-40B4-BE49-F238E27FC236}">
                <a16:creationId xmlns:a16="http://schemas.microsoft.com/office/drawing/2014/main" id="{E419985E-DDD0-3287-16D4-04D54B7266C1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01E8BF5-E70C-270A-396D-467B52216E2D}"/>
              </a:ext>
            </a:extLst>
          </p:cNvPr>
          <p:cNvSpPr/>
          <p:nvPr/>
        </p:nvSpPr>
        <p:spPr>
          <a:xfrm>
            <a:off x="4124900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20613C4-3839-9E0B-6AB0-A90BBD2BF9AB}"/>
              </a:ext>
            </a:extLst>
          </p:cNvPr>
          <p:cNvCxnSpPr>
            <a:cxnSpLocks/>
            <a:endCxn id="38" idx="2"/>
          </p:cNvCxnSpPr>
          <p:nvPr/>
        </p:nvCxnSpPr>
        <p:spPr>
          <a:xfrm>
            <a:off x="4291819" y="4115599"/>
            <a:ext cx="163039" cy="138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62DB265F-0A8D-00F9-5594-56408EB4F968}"/>
              </a:ext>
            </a:extLst>
          </p:cNvPr>
          <p:cNvSpPr/>
          <p:nvPr/>
        </p:nvSpPr>
        <p:spPr>
          <a:xfrm>
            <a:off x="4455170" y="4334229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6B36364-D508-DC5F-299C-910A0CE3D023}"/>
              </a:ext>
            </a:extLst>
          </p:cNvPr>
          <p:cNvSpPr/>
          <p:nvPr/>
        </p:nvSpPr>
        <p:spPr>
          <a:xfrm>
            <a:off x="3792687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C12B8E0-FF7D-F388-A3B4-BB2195EC11A6}"/>
              </a:ext>
            </a:extLst>
          </p:cNvPr>
          <p:cNvSpPr/>
          <p:nvPr/>
        </p:nvSpPr>
        <p:spPr>
          <a:xfrm>
            <a:off x="3478571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AC8934C-3888-7EE8-F31E-AC20BE6D25CA}"/>
              </a:ext>
            </a:extLst>
          </p:cNvPr>
          <p:cNvCxnSpPr>
            <a:cxnSpLocks/>
            <a:stCxn id="13" idx="6"/>
            <a:endCxn id="6" idx="2"/>
          </p:cNvCxnSpPr>
          <p:nvPr/>
        </p:nvCxnSpPr>
        <p:spPr>
          <a:xfrm>
            <a:off x="3961862" y="4116983"/>
            <a:ext cx="163038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70D4E62-8238-488C-AF2C-6A04DAF4171E}"/>
              </a:ext>
            </a:extLst>
          </p:cNvPr>
          <p:cNvCxnSpPr>
            <a:cxnSpLocks/>
            <a:stCxn id="14" idx="6"/>
            <a:endCxn id="13" idx="2"/>
          </p:cNvCxnSpPr>
          <p:nvPr/>
        </p:nvCxnSpPr>
        <p:spPr>
          <a:xfrm>
            <a:off x="3647746" y="4116983"/>
            <a:ext cx="144941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52FBF9D-CE67-FCA6-5214-080AD995ABED}"/>
              </a:ext>
            </a:extLst>
          </p:cNvPr>
          <p:cNvSpPr txBox="1"/>
          <p:nvPr/>
        </p:nvSpPr>
        <p:spPr>
          <a:xfrm>
            <a:off x="3418256" y="3993872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b0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B4105E-FB94-F87B-57D7-A7983261B4BB}"/>
              </a:ext>
            </a:extLst>
          </p:cNvPr>
          <p:cNvSpPr txBox="1"/>
          <p:nvPr/>
        </p:nvSpPr>
        <p:spPr>
          <a:xfrm>
            <a:off x="3724281" y="3993871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15E8BB-6217-024C-D159-94FD7826CCFF}"/>
              </a:ext>
            </a:extLst>
          </p:cNvPr>
          <p:cNvSpPr txBox="1"/>
          <p:nvPr/>
        </p:nvSpPr>
        <p:spPr>
          <a:xfrm>
            <a:off x="4061061" y="399248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44D7B18-F0E9-72D6-1087-88ECCDD28C1D}"/>
              </a:ext>
            </a:extLst>
          </p:cNvPr>
          <p:cNvSpPr/>
          <p:nvPr/>
        </p:nvSpPr>
        <p:spPr>
          <a:xfrm>
            <a:off x="4454858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17D2DF-7F71-B6B2-D260-F7A83AF9557C}"/>
              </a:ext>
            </a:extLst>
          </p:cNvPr>
          <p:cNvSpPr txBox="1"/>
          <p:nvPr/>
        </p:nvSpPr>
        <p:spPr>
          <a:xfrm>
            <a:off x="4385127" y="399248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76D4C7A-7662-92E1-DAD0-956AE34F407A}"/>
              </a:ext>
            </a:extLst>
          </p:cNvPr>
          <p:cNvCxnSpPr>
            <a:cxnSpLocks/>
            <a:stCxn id="38" idx="4"/>
            <a:endCxn id="12" idx="0"/>
          </p:cNvCxnSpPr>
          <p:nvPr/>
        </p:nvCxnSpPr>
        <p:spPr>
          <a:xfrm>
            <a:off x="4539446" y="4201362"/>
            <a:ext cx="312" cy="13286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183255A-7CFD-7CD1-0FDC-A117A7E7F941}"/>
              </a:ext>
            </a:extLst>
          </p:cNvPr>
          <p:cNvSpPr txBox="1"/>
          <p:nvPr/>
        </p:nvSpPr>
        <p:spPr>
          <a:xfrm>
            <a:off x="4394858" y="4284355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1B7AFF-EF51-9D61-5832-DB3398D83190}"/>
              </a:ext>
            </a:extLst>
          </p:cNvPr>
          <p:cNvSpPr txBox="1"/>
          <p:nvPr/>
        </p:nvSpPr>
        <p:spPr>
          <a:xfrm>
            <a:off x="4759558" y="3967713"/>
            <a:ext cx="25278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b0:10,11,12         a0:10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b1:3,10                a1:3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b2:1,2,3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711EC545-59FD-AB54-CC18-594F73603C64}"/>
              </a:ext>
            </a:extLst>
          </p:cNvPr>
          <p:cNvSpPr txBox="1"/>
          <p:nvPr/>
        </p:nvSpPr>
        <p:spPr>
          <a:xfrm>
            <a:off x="4023901" y="130446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2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D34E749E-9EB4-ED49-1FA9-3EB4332D6172}"/>
              </a:ext>
            </a:extLst>
          </p:cNvPr>
          <p:cNvSpPr txBox="1"/>
          <p:nvPr/>
        </p:nvSpPr>
        <p:spPr>
          <a:xfrm>
            <a:off x="4028174" y="2020341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3</a:t>
            </a:r>
          </a:p>
        </p:txBody>
      </p: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7652A53A-F6F3-A4CE-FED6-84E72D3259F2}"/>
              </a:ext>
            </a:extLst>
          </p:cNvPr>
          <p:cNvGrpSpPr/>
          <p:nvPr/>
        </p:nvGrpSpPr>
        <p:grpSpPr>
          <a:xfrm>
            <a:off x="4036158" y="-94044"/>
            <a:ext cx="2211745" cy="1218336"/>
            <a:chOff x="4179432" y="99170"/>
            <a:chExt cx="2211745" cy="121833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3206051-57F1-D8A5-0261-25FCF51812EF}"/>
                </a:ext>
              </a:extLst>
            </p:cNvPr>
            <p:cNvGrpSpPr/>
            <p:nvPr/>
          </p:nvGrpSpPr>
          <p:grpSpPr>
            <a:xfrm>
              <a:off x="4795927" y="99170"/>
              <a:ext cx="1595250" cy="1218336"/>
              <a:chOff x="5143172" y="592357"/>
              <a:chExt cx="1595250" cy="1218336"/>
            </a:xfrm>
          </p:grpSpPr>
          <p:grpSp>
            <p:nvGrpSpPr>
              <p:cNvPr id="848" name="Group 847">
                <a:extLst>
                  <a:ext uri="{FF2B5EF4-FFF2-40B4-BE49-F238E27FC236}">
                    <a16:creationId xmlns:a16="http://schemas.microsoft.com/office/drawing/2014/main" id="{A7AD0E6C-4AF6-8ADE-5552-9CE4EEA818F1}"/>
                  </a:ext>
                </a:extLst>
              </p:cNvPr>
              <p:cNvGrpSpPr/>
              <p:nvPr/>
            </p:nvGrpSpPr>
            <p:grpSpPr>
              <a:xfrm>
                <a:off x="5143172" y="592357"/>
                <a:ext cx="1465035" cy="1218336"/>
                <a:chOff x="5612630" y="521896"/>
                <a:chExt cx="1465035" cy="1218336"/>
              </a:xfrm>
            </p:grpSpPr>
            <p:sp>
              <p:nvSpPr>
                <p:cNvPr id="835" name="TextBox 834">
                  <a:extLst>
                    <a:ext uri="{FF2B5EF4-FFF2-40B4-BE49-F238E27FC236}">
                      <a16:creationId xmlns:a16="http://schemas.microsoft.com/office/drawing/2014/main" id="{E72E78F6-0983-29AF-AD1E-AAAC91E3BDB2}"/>
                    </a:ext>
                  </a:extLst>
                </p:cNvPr>
                <p:cNvSpPr txBox="1"/>
                <p:nvPr/>
              </p:nvSpPr>
              <p:spPr>
                <a:xfrm>
                  <a:off x="6054637" y="521896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26" name="Straight Arrow Connector 625">
                  <a:extLst>
                    <a:ext uri="{FF2B5EF4-FFF2-40B4-BE49-F238E27FC236}">
                      <a16:creationId xmlns:a16="http://schemas.microsoft.com/office/drawing/2014/main" id="{41A926EB-B906-1C36-7F9A-A21223CE2B23}"/>
                    </a:ext>
                  </a:extLst>
                </p:cNvPr>
                <p:cNvCxnSpPr>
                  <a:cxnSpLocks/>
                  <a:stCxn id="630" idx="4"/>
                  <a:endCxn id="629" idx="0"/>
                </p:cNvCxnSpPr>
                <p:nvPr/>
              </p:nvCxnSpPr>
              <p:spPr>
                <a:xfrm>
                  <a:off x="5697218" y="1262981"/>
                  <a:ext cx="15828" cy="164379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7" name="Straight Arrow Connector 626">
                  <a:extLst>
                    <a:ext uri="{FF2B5EF4-FFF2-40B4-BE49-F238E27FC236}">
                      <a16:creationId xmlns:a16="http://schemas.microsoft.com/office/drawing/2014/main" id="{EE9F3D05-D5D5-F2FC-101D-16D826F18163}"/>
                    </a:ext>
                  </a:extLst>
                </p:cNvPr>
                <p:cNvCxnSpPr>
                  <a:cxnSpLocks/>
                  <a:stCxn id="629" idx="7"/>
                  <a:endCxn id="631" idx="3"/>
                </p:cNvCxnSpPr>
                <p:nvPr/>
              </p:nvCxnSpPr>
              <p:spPr>
                <a:xfrm flipV="1">
                  <a:off x="5772858" y="1235742"/>
                  <a:ext cx="221966" cy="216332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8" name="Straight Arrow Connector 627">
                  <a:extLst>
                    <a:ext uri="{FF2B5EF4-FFF2-40B4-BE49-F238E27FC236}">
                      <a16:creationId xmlns:a16="http://schemas.microsoft.com/office/drawing/2014/main" id="{789ADA49-D259-93B4-FDEB-E380728AFC50}"/>
                    </a:ext>
                  </a:extLst>
                </p:cNvPr>
                <p:cNvCxnSpPr>
                  <a:cxnSpLocks/>
                  <a:stCxn id="631" idx="6"/>
                  <a:endCxn id="632" idx="2"/>
                </p:cNvCxnSpPr>
                <p:nvPr/>
              </p:nvCxnSpPr>
              <p:spPr>
                <a:xfrm flipV="1">
                  <a:off x="6139224" y="1175479"/>
                  <a:ext cx="173420" cy="598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9" name="Oval 628">
                  <a:extLst>
                    <a:ext uri="{FF2B5EF4-FFF2-40B4-BE49-F238E27FC236}">
                      <a16:creationId xmlns:a16="http://schemas.microsoft.com/office/drawing/2014/main" id="{0EE81BC4-17FC-7AC8-7F35-A12816661ED5}"/>
                    </a:ext>
                  </a:extLst>
                </p:cNvPr>
                <p:cNvSpPr/>
                <p:nvPr/>
              </p:nvSpPr>
              <p:spPr>
                <a:xfrm>
                  <a:off x="5628458" y="1427360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0" name="Oval 629">
                  <a:extLst>
                    <a:ext uri="{FF2B5EF4-FFF2-40B4-BE49-F238E27FC236}">
                      <a16:creationId xmlns:a16="http://schemas.microsoft.com/office/drawing/2014/main" id="{A0CCADD3-5E78-5CCF-78BE-A0533F7CB1A3}"/>
                    </a:ext>
                  </a:extLst>
                </p:cNvPr>
                <p:cNvSpPr/>
                <p:nvPr/>
              </p:nvSpPr>
              <p:spPr>
                <a:xfrm>
                  <a:off x="5612630" y="1094223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1" name="Oval 630">
                  <a:extLst>
                    <a:ext uri="{FF2B5EF4-FFF2-40B4-BE49-F238E27FC236}">
                      <a16:creationId xmlns:a16="http://schemas.microsoft.com/office/drawing/2014/main" id="{5767AB4B-4576-5FB1-13E9-12FE86995DC5}"/>
                    </a:ext>
                  </a:extLst>
                </p:cNvPr>
                <p:cNvSpPr/>
                <p:nvPr/>
              </p:nvSpPr>
              <p:spPr>
                <a:xfrm>
                  <a:off x="5970049" y="109169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</a:p>
              </p:txBody>
            </p:sp>
            <p:sp>
              <p:nvSpPr>
                <p:cNvPr id="632" name="Oval 631">
                  <a:extLst>
                    <a:ext uri="{FF2B5EF4-FFF2-40B4-BE49-F238E27FC236}">
                      <a16:creationId xmlns:a16="http://schemas.microsoft.com/office/drawing/2014/main" id="{E07B57F6-26FE-25D2-681F-7B779BFE098E}"/>
                    </a:ext>
                  </a:extLst>
                </p:cNvPr>
                <p:cNvSpPr/>
                <p:nvPr/>
              </p:nvSpPr>
              <p:spPr>
                <a:xfrm>
                  <a:off x="6312644" y="1091100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36" name="Straight Arrow Connector 635">
                  <a:extLst>
                    <a:ext uri="{FF2B5EF4-FFF2-40B4-BE49-F238E27FC236}">
                      <a16:creationId xmlns:a16="http://schemas.microsoft.com/office/drawing/2014/main" id="{67ED4F8B-EEE3-E1BC-2AF1-D0DA3B086F91}"/>
                    </a:ext>
                  </a:extLst>
                </p:cNvPr>
                <p:cNvCxnSpPr>
                  <a:cxnSpLocks/>
                  <a:stCxn id="630" idx="6"/>
                  <a:endCxn id="631" idx="2"/>
                </p:cNvCxnSpPr>
                <p:nvPr/>
              </p:nvCxnSpPr>
              <p:spPr>
                <a:xfrm flipV="1">
                  <a:off x="5781805" y="1176077"/>
                  <a:ext cx="188244" cy="252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87" name="Group 686">
                  <a:extLst>
                    <a:ext uri="{FF2B5EF4-FFF2-40B4-BE49-F238E27FC236}">
                      <a16:creationId xmlns:a16="http://schemas.microsoft.com/office/drawing/2014/main" id="{36162D00-A795-18DA-E94D-780AE57018B2}"/>
                    </a:ext>
                  </a:extLst>
                </p:cNvPr>
                <p:cNvGrpSpPr/>
                <p:nvPr/>
              </p:nvGrpSpPr>
              <p:grpSpPr>
                <a:xfrm>
                  <a:off x="6267683" y="1431941"/>
                  <a:ext cx="809982" cy="169453"/>
                  <a:chOff x="5045632" y="1192523"/>
                  <a:chExt cx="809982" cy="169453"/>
                </a:xfrm>
              </p:grpSpPr>
              <p:cxnSp>
                <p:nvCxnSpPr>
                  <p:cNvPr id="659" name="Straight Arrow Connector 658">
                    <a:extLst>
                      <a:ext uri="{FF2B5EF4-FFF2-40B4-BE49-F238E27FC236}">
                        <a16:creationId xmlns:a16="http://schemas.microsoft.com/office/drawing/2014/main" id="{97193B8E-ABD0-174F-B5BF-EF556D96537A}"/>
                      </a:ext>
                    </a:extLst>
                  </p:cNvPr>
                  <p:cNvCxnSpPr>
                    <a:cxnSpLocks/>
                    <a:stCxn id="661" idx="6"/>
                    <a:endCxn id="662" idx="2"/>
                  </p:cNvCxnSpPr>
                  <p:nvPr/>
                </p:nvCxnSpPr>
                <p:spPr>
                  <a:xfrm>
                    <a:off x="5563677" y="1276902"/>
                    <a:ext cx="122762" cy="1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0" name="Oval 659">
                    <a:extLst>
                      <a:ext uri="{FF2B5EF4-FFF2-40B4-BE49-F238E27FC236}">
                        <a16:creationId xmlns:a16="http://schemas.microsoft.com/office/drawing/2014/main" id="{30422DEC-909C-48FE-B597-8E4F9E96532A}"/>
                      </a:ext>
                    </a:extLst>
                  </p:cNvPr>
                  <p:cNvSpPr/>
                  <p:nvPr/>
                </p:nvSpPr>
                <p:spPr>
                  <a:xfrm>
                    <a:off x="5045632" y="1193218"/>
                    <a:ext cx="169175" cy="168758"/>
                  </a:xfrm>
                  <a:prstGeom prst="ellipse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1" name="Oval 660">
                    <a:extLst>
                      <a:ext uri="{FF2B5EF4-FFF2-40B4-BE49-F238E27FC236}">
                        <a16:creationId xmlns:a16="http://schemas.microsoft.com/office/drawing/2014/main" id="{56DAA9B1-4E90-907D-2189-3CE4091E0DBD}"/>
                      </a:ext>
                    </a:extLst>
                  </p:cNvPr>
                  <p:cNvSpPr/>
                  <p:nvPr/>
                </p:nvSpPr>
                <p:spPr>
                  <a:xfrm>
                    <a:off x="5394502" y="1192523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2" name="Oval 661">
                    <a:extLst>
                      <a:ext uri="{FF2B5EF4-FFF2-40B4-BE49-F238E27FC236}">
                        <a16:creationId xmlns:a16="http://schemas.microsoft.com/office/drawing/2014/main" id="{7A03A8B4-83EB-5BE4-D366-081195679F95}"/>
                      </a:ext>
                    </a:extLst>
                  </p:cNvPr>
                  <p:cNvSpPr/>
                  <p:nvPr/>
                </p:nvSpPr>
                <p:spPr>
                  <a:xfrm>
                    <a:off x="5686439" y="119252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663" name="Straight Arrow Connector 662">
                    <a:extLst>
                      <a:ext uri="{FF2B5EF4-FFF2-40B4-BE49-F238E27FC236}">
                        <a16:creationId xmlns:a16="http://schemas.microsoft.com/office/drawing/2014/main" id="{B9B3CCC2-A4C9-A7A5-3896-C54B141F9783}"/>
                      </a:ext>
                    </a:extLst>
                  </p:cNvPr>
                  <p:cNvCxnSpPr>
                    <a:cxnSpLocks/>
                    <a:stCxn id="660" idx="6"/>
                    <a:endCxn id="661" idx="2"/>
                  </p:cNvCxnSpPr>
                  <p:nvPr/>
                </p:nvCxnSpPr>
                <p:spPr>
                  <a:xfrm flipV="1">
                    <a:off x="5214807" y="1276902"/>
                    <a:ext cx="179695" cy="695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41" name="Straight Connector 840">
                  <a:extLst>
                    <a:ext uri="{FF2B5EF4-FFF2-40B4-BE49-F238E27FC236}">
                      <a16:creationId xmlns:a16="http://schemas.microsoft.com/office/drawing/2014/main" id="{B26A0200-3AEE-B898-F331-D1CB7F52C36B}"/>
                    </a:ext>
                  </a:extLst>
                </p:cNvPr>
                <p:cNvCxnSpPr>
                  <a:cxnSpLocks/>
                  <a:stCxn id="459" idx="0"/>
                  <a:endCxn id="630" idx="5"/>
                </p:cNvCxnSpPr>
                <p:nvPr/>
              </p:nvCxnSpPr>
              <p:spPr>
                <a:xfrm flipH="1" flipV="1">
                  <a:off x="5757030" y="1238267"/>
                  <a:ext cx="129681" cy="501965"/>
                </a:xfrm>
                <a:prstGeom prst="line">
                  <a:avLst/>
                </a:prstGeom>
                <a:ln w="12700"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88" name="Straight Arrow Connector 887">
                <a:extLst>
                  <a:ext uri="{FF2B5EF4-FFF2-40B4-BE49-F238E27FC236}">
                    <a16:creationId xmlns:a16="http://schemas.microsoft.com/office/drawing/2014/main" id="{4B055421-6B52-B3BA-6722-60D9A5A5726F}"/>
                  </a:ext>
                </a:extLst>
              </p:cNvPr>
              <p:cNvCxnSpPr>
                <a:cxnSpLocks/>
                <a:stCxn id="629" idx="6"/>
                <a:endCxn id="632" idx="3"/>
              </p:cNvCxnSpPr>
              <p:nvPr/>
            </p:nvCxnSpPr>
            <p:spPr>
              <a:xfrm flipV="1">
                <a:off x="5328175" y="1305605"/>
                <a:ext cx="539786" cy="27659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7C65EB-1E90-835F-0952-8E195928953B}"/>
                  </a:ext>
                </a:extLst>
              </p:cNvPr>
              <p:cNvSpPr txBox="1"/>
              <p:nvPr/>
            </p:nvSpPr>
            <p:spPr>
              <a:xfrm>
                <a:off x="6074067" y="1460784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324F81-1846-5099-6AD1-25DB92E87D48}"/>
                  </a:ext>
                </a:extLst>
              </p:cNvPr>
              <p:cNvSpPr txBox="1"/>
              <p:nvPr/>
            </p:nvSpPr>
            <p:spPr>
              <a:xfrm>
                <a:off x="6363991" y="1465586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206E2AA7-7757-3E4C-5B5D-12A303113F2E}"/>
                </a:ext>
              </a:extLst>
            </p:cNvPr>
            <p:cNvGrpSpPr/>
            <p:nvPr/>
          </p:nvGrpSpPr>
          <p:grpSpPr>
            <a:xfrm>
              <a:off x="4179432" y="638307"/>
              <a:ext cx="1611509" cy="573596"/>
              <a:chOff x="4179432" y="638307"/>
              <a:chExt cx="1611509" cy="573596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514573-14C1-7BC4-F8FC-9D0FB58465DA}"/>
                  </a:ext>
                </a:extLst>
              </p:cNvPr>
              <p:cNvSpPr txBox="1"/>
              <p:nvPr/>
            </p:nvSpPr>
            <p:spPr>
              <a:xfrm>
                <a:off x="4179432" y="800943"/>
                <a:ext cx="141813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Level 1</a:t>
                </a:r>
              </a:p>
            </p:txBody>
          </p:sp>
          <p:sp>
            <p:nvSpPr>
              <p:cNvPr id="451" name="TextBox 450">
                <a:extLst>
                  <a:ext uri="{FF2B5EF4-FFF2-40B4-BE49-F238E27FC236}">
                    <a16:creationId xmlns:a16="http://schemas.microsoft.com/office/drawing/2014/main" id="{E288C2FA-0451-E15E-D884-8678B7A6C3A6}"/>
                  </a:ext>
                </a:extLst>
              </p:cNvPr>
              <p:cNvSpPr txBox="1"/>
              <p:nvPr/>
            </p:nvSpPr>
            <p:spPr>
              <a:xfrm>
                <a:off x="4741135" y="638307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D1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2" name="TextBox 451">
                <a:extLst>
                  <a:ext uri="{FF2B5EF4-FFF2-40B4-BE49-F238E27FC236}">
                    <a16:creationId xmlns:a16="http://schemas.microsoft.com/office/drawing/2014/main" id="{F9957DFB-740F-4D47-1CF9-72CF70DE8CD2}"/>
                  </a:ext>
                </a:extLst>
              </p:cNvPr>
              <p:cNvSpPr txBox="1"/>
              <p:nvPr/>
            </p:nvSpPr>
            <p:spPr>
              <a:xfrm>
                <a:off x="4734651" y="967597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D2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74AE0B75-156D-CDDF-29F8-9A6468512604}"/>
                  </a:ext>
                </a:extLst>
              </p:cNvPr>
              <p:cNvSpPr txBox="1"/>
              <p:nvPr/>
            </p:nvSpPr>
            <p:spPr>
              <a:xfrm>
                <a:off x="5416510" y="645640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D3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CFB110C6-DF67-4234-F29B-36CB6E007B39}"/>
                  </a:ext>
                </a:extLst>
              </p:cNvPr>
              <p:cNvSpPr txBox="1"/>
              <p:nvPr/>
            </p:nvSpPr>
            <p:spPr>
              <a:xfrm>
                <a:off x="5387116" y="981071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D4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55" name="TextBox 454">
            <a:extLst>
              <a:ext uri="{FF2B5EF4-FFF2-40B4-BE49-F238E27FC236}">
                <a16:creationId xmlns:a16="http://schemas.microsoft.com/office/drawing/2014/main" id="{978A1A1C-E5BF-0787-6284-A1A5C810B85C}"/>
              </a:ext>
            </a:extLst>
          </p:cNvPr>
          <p:cNvSpPr txBox="1"/>
          <p:nvPr/>
        </p:nvSpPr>
        <p:spPr>
          <a:xfrm>
            <a:off x="4511606" y="111765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C4E2C81A-1DB0-EFFD-8FBD-00751B85B2C8}"/>
              </a:ext>
            </a:extLst>
          </p:cNvPr>
          <p:cNvSpPr/>
          <p:nvPr/>
        </p:nvSpPr>
        <p:spPr>
          <a:xfrm>
            <a:off x="5013039" y="1366735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B434810C-53FC-60F3-66FF-8BDCD4B5E193}"/>
              </a:ext>
            </a:extLst>
          </p:cNvPr>
          <p:cNvSpPr/>
          <p:nvPr/>
        </p:nvSpPr>
        <p:spPr>
          <a:xfrm>
            <a:off x="4639089" y="135957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696CCE37-9F4B-1F51-8B42-5C5C664EFBAE}"/>
              </a:ext>
            </a:extLst>
          </p:cNvPr>
          <p:cNvSpPr/>
          <p:nvPr/>
        </p:nvSpPr>
        <p:spPr>
          <a:xfrm>
            <a:off x="4818621" y="112429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BAF93311-5F69-4C33-3EF3-BBF1727F6392}"/>
              </a:ext>
            </a:extLst>
          </p:cNvPr>
          <p:cNvSpPr/>
          <p:nvPr/>
        </p:nvSpPr>
        <p:spPr>
          <a:xfrm>
            <a:off x="4540559" y="1621531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BF664A4A-1BF3-7582-3E96-35C8FC4F2FDB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823649" y="1303927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76835CCE-4F65-7EEA-3BB1-5F4ACAF89BF3}"/>
              </a:ext>
            </a:extLst>
          </p:cNvPr>
          <p:cNvCxnSpPr>
            <a:cxnSpLocks/>
            <a:stCxn id="459" idx="5"/>
            <a:endCxn id="457" idx="1"/>
          </p:cNvCxnSpPr>
          <p:nvPr/>
        </p:nvCxnSpPr>
        <p:spPr>
          <a:xfrm>
            <a:off x="5003181" y="1303927"/>
            <a:ext cx="41524" cy="936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3EA32581-6C0B-1656-20DB-67E9B751CE1F}"/>
              </a:ext>
            </a:extLst>
          </p:cNvPr>
          <p:cNvCxnSpPr>
            <a:cxnSpLocks/>
            <a:stCxn id="458" idx="4"/>
            <a:endCxn id="462" idx="7"/>
          </p:cNvCxnSpPr>
          <p:nvPr/>
        </p:nvCxnSpPr>
        <p:spPr>
          <a:xfrm flipH="1">
            <a:off x="4725119" y="1570026"/>
            <a:ext cx="22083" cy="8232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838CFF8E-F440-014F-998F-B10006289B6E}"/>
              </a:ext>
            </a:extLst>
          </p:cNvPr>
          <p:cNvSpPr/>
          <p:nvPr/>
        </p:nvSpPr>
        <p:spPr>
          <a:xfrm>
            <a:off x="5398503" y="1367382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B3009BF3-6B85-0CA8-DF52-9994C3FC9F4E}"/>
              </a:ext>
            </a:extLst>
          </p:cNvPr>
          <p:cNvSpPr/>
          <p:nvPr/>
        </p:nvSpPr>
        <p:spPr>
          <a:xfrm>
            <a:off x="5591579" y="113210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1ADCE115-36CD-5F51-5E38-ACFC8C19AEF8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5583063" y="1311738"/>
            <a:ext cx="40182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500580F5-0D99-D473-CE73-7A6E786FC738}"/>
              </a:ext>
            </a:extLst>
          </p:cNvPr>
          <p:cNvSpPr txBox="1"/>
          <p:nvPr/>
        </p:nvSpPr>
        <p:spPr>
          <a:xfrm>
            <a:off x="5273076" y="1122251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43CE9B09-5773-2701-786B-50FDE6F30E0B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812556" y="2131874"/>
            <a:ext cx="63332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DC839DA3-00ED-7ECA-7842-3434D60F638A}"/>
              </a:ext>
            </a:extLst>
          </p:cNvPr>
          <p:cNvSpPr/>
          <p:nvPr/>
        </p:nvSpPr>
        <p:spPr>
          <a:xfrm>
            <a:off x="5069042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6E29603E-B7D0-D437-EF10-CDB5DC7E39C5}"/>
              </a:ext>
            </a:extLst>
          </p:cNvPr>
          <p:cNvSpPr/>
          <p:nvPr/>
        </p:nvSpPr>
        <p:spPr>
          <a:xfrm>
            <a:off x="4627996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BAE0802E-8A52-3613-DA96-AB5A2DD8E49A}"/>
              </a:ext>
            </a:extLst>
          </p:cNvPr>
          <p:cNvSpPr/>
          <p:nvPr/>
        </p:nvSpPr>
        <p:spPr>
          <a:xfrm>
            <a:off x="4844222" y="195223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264001C4-BFF9-7EA5-8B02-51CA15B75CB9}"/>
              </a:ext>
            </a:extLst>
          </p:cNvPr>
          <p:cNvCxnSpPr>
            <a:cxnSpLocks/>
            <a:stCxn id="554" idx="6"/>
            <a:endCxn id="553" idx="2"/>
          </p:cNvCxnSpPr>
          <p:nvPr/>
        </p:nvCxnSpPr>
        <p:spPr>
          <a:xfrm>
            <a:off x="4844222" y="2288878"/>
            <a:ext cx="224820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ED4E36F-2EAB-BD06-7D6F-D3C0588F5341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5028782" y="2131874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845C9AA-9346-929D-F3DF-A2EE1670EE0D}"/>
              </a:ext>
            </a:extLst>
          </p:cNvPr>
          <p:cNvCxnSpPr>
            <a:cxnSpLocks/>
            <a:stCxn id="555" idx="1"/>
            <a:endCxn id="462" idx="5"/>
          </p:cNvCxnSpPr>
          <p:nvPr/>
        </p:nvCxnSpPr>
        <p:spPr>
          <a:xfrm flipH="1" flipV="1">
            <a:off x="4725119" y="1801166"/>
            <a:ext cx="150769" cy="181893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8A5B844D-B25B-32C5-2E80-77433B7D7FAF}"/>
              </a:ext>
            </a:extLst>
          </p:cNvPr>
          <p:cNvSpPr/>
          <p:nvPr/>
        </p:nvSpPr>
        <p:spPr>
          <a:xfrm>
            <a:off x="5369993" y="219334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AD57BD2-9C67-7A55-3170-FD404B0E828D}"/>
              </a:ext>
            </a:extLst>
          </p:cNvPr>
          <p:cNvSpPr/>
          <p:nvPr/>
        </p:nvSpPr>
        <p:spPr>
          <a:xfrm>
            <a:off x="5589883" y="196937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2967DED-9491-3712-984D-3257584C3C36}"/>
              </a:ext>
            </a:extLst>
          </p:cNvPr>
          <p:cNvSpPr/>
          <p:nvPr/>
        </p:nvSpPr>
        <p:spPr>
          <a:xfrm>
            <a:off x="5835305" y="218777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F791EE9-2A90-3FB4-F67B-43655DF8CE70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5554553" y="2149007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0028C31F-BEF0-844D-9D2D-08D6B2E16B4F}"/>
              </a:ext>
            </a:extLst>
          </p:cNvPr>
          <p:cNvCxnSpPr>
            <a:cxnSpLocks/>
            <a:stCxn id="84" idx="6"/>
            <a:endCxn id="87" idx="2"/>
          </p:cNvCxnSpPr>
          <p:nvPr/>
        </p:nvCxnSpPr>
        <p:spPr>
          <a:xfrm flipV="1">
            <a:off x="5586219" y="2293006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E399F53-86C9-48E9-633B-84D07C18978F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774443" y="2149007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5576E97-8B3A-8FE4-CFDF-C5DA94C998EE}"/>
              </a:ext>
            </a:extLst>
          </p:cNvPr>
          <p:cNvCxnSpPr>
            <a:cxnSpLocks/>
            <a:stCxn id="86" idx="1"/>
            <a:endCxn id="457" idx="5"/>
          </p:cNvCxnSpPr>
          <p:nvPr/>
        </p:nvCxnSpPr>
        <p:spPr>
          <a:xfrm flipH="1" flipV="1">
            <a:off x="5197599" y="1546370"/>
            <a:ext cx="423950" cy="453822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86504ADA-F49B-AF8C-4DDE-4DBB77200DD3}"/>
              </a:ext>
            </a:extLst>
          </p:cNvPr>
          <p:cNvCxnSpPr>
            <a:cxnSpLocks/>
            <a:stCxn id="544" idx="0"/>
          </p:cNvCxnSpPr>
          <p:nvPr/>
        </p:nvCxnSpPr>
        <p:spPr>
          <a:xfrm flipH="1" flipV="1">
            <a:off x="4778108" y="761778"/>
            <a:ext cx="921584" cy="37032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078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129DD63-A811-EFF9-05BA-3656E1DA7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DD5124D0-3BE0-E994-FDCD-7EB5FB6B4170}"/>
              </a:ext>
            </a:extLst>
          </p:cNvPr>
          <p:cNvSpPr/>
          <p:nvPr/>
        </p:nvSpPr>
        <p:spPr>
          <a:xfrm>
            <a:off x="3981383" y="1411515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29F1542F-4536-DEE7-BAD6-7019AB078120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E9CB45-8AA9-BCFE-FC11-DF2F6DF67729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00E1012F-0D9D-35BE-AEA7-A0C30E7C1CA3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FAF4E61-14E9-334F-1996-C8D93D6DAC58}"/>
              </a:ext>
            </a:extLst>
          </p:cNvPr>
          <p:cNvSpPr txBox="1"/>
          <p:nvPr/>
        </p:nvSpPr>
        <p:spPr>
          <a:xfrm>
            <a:off x="4430510" y="2566792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86A845E8-B620-D3C2-A537-AA0EE86BA4A3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2C2E001F-625D-F66E-A2C9-911D1B36B5D2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CC318152-0D23-24DA-240B-CA91680ADF95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30557E59-90DD-EEA9-EB72-974D705B2218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B7AE9E2-AED4-5AAD-903F-DC4444B852DF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2B9EB52-2DCA-D900-B2BE-1E2B6935FB36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E6AFDBD9-ED4E-17A4-AF73-C570B0DFF7A2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78BD943E-47EB-66A3-8277-B1A6AC0D0AD4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C07C4DC5-6ACB-9273-4014-9EE30C62B65E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9324EF09-A528-B722-830B-FB6966F08CB6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677C0359-9881-439A-79B6-96873334EAF3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0330C1D0-0F77-6541-6F61-479F0946AED9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C884DC19-7D10-D4D5-18C0-FB7E43DEA183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15B75F1D-F089-D4AD-6C78-25CF54B95BAC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58E8F2BF-C084-2461-7DD8-1253F9E66B32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B27B4C32-7091-0C4E-D1E5-A74C74A2D0AD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6DF2873E-9618-7E08-E9C9-6F1B6202FB8C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D12F97B4-9393-9B21-159A-44D8E88E42F7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84D3B240-1538-6968-5A2B-448DA4500DBB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6061D680-93FE-1A30-FD78-17E3FD808838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A99C5F8F-195B-30B4-CE5E-0C1573A5FF17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EAF78DE2-AC6A-978C-01FB-26475C3D25A5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168D2BAB-DE65-8095-11B9-7F9ABD4EF9BC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E9F8B7FD-3DD3-7A74-13F7-ECEEB9B1710E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CE86B652-83E9-5304-4BAE-D77447AA8B99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8A807B55-1329-183C-4068-638481A47167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4791651F-D118-4ED1-D514-4D483E031FB2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2561AE55-8AA2-06B6-8F58-7ECB9C5B28D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2C202944-3C81-0CCA-1EB7-873D1C1B3D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A9E82DD4-8E49-FAA3-75C0-1B60D5E102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755A0767-148D-0379-33F4-229761D310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6976CEE4-F35D-1C55-42AA-39FB8DF2D8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A0246DA0-6F06-EEEC-BFC7-12C486925A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CFAB2B6F-A8A2-23F0-C496-5C271F5C96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E8ACC18F-A611-456D-B8BF-6726BDD917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17745A72-C604-9B55-D2A5-14BEAFF05D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C28E68C5-B21E-896C-C933-6584052D77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12BFFC43-21B5-EE70-4F10-F5B376ECD3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307BF930-9271-E108-59A2-48C9C6CCD1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8FAE5E7A-C7EF-D630-C19A-197EB32844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8988AC98-2017-D4A4-10E6-CB1B6BF20E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C4367A31-294C-19CE-2382-38A5619F78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F93AADAA-FB8C-76D5-93E4-6025B8E26C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9A418705-2F22-8820-3279-DA31026A70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7AB8A8FF-6D62-63B8-0159-98334E03F4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ED616ACB-96B7-949B-C285-B203DF028C33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4603634-85D1-E48A-B19C-AA8B3951EFDA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09A972E-97C5-CB8E-561E-1D709F3CEDA1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1A80614-DBC0-D6E5-8FC3-87EBD13B0A53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3A0D3C1-B846-A64F-F720-E14E0BE7AB72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06F12DD-999D-5A39-5C84-A154556ACE56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99022A6-6462-9B31-FCC9-AE061184E749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D21AA54-615E-DA37-01E2-EA12E664080D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3F0071F-87B1-078C-37A6-A9561B092CDB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4FD3493-9E8A-9906-56A1-6E871BF9C1AC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BB3E0928-D650-0E87-2FE9-01022A5FDEC0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ACFEFB7F-3DC7-5C07-4196-7BEE12A79751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1BE89D81-8BB4-E9C6-F5D3-DE998704C80E}"/>
              </a:ext>
            </a:extLst>
          </p:cNvPr>
          <p:cNvGrpSpPr/>
          <p:nvPr/>
        </p:nvGrpSpPr>
        <p:grpSpPr>
          <a:xfrm>
            <a:off x="2087942" y="517233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B6F654B-2854-A4AF-6D21-390FB0E0A7AE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0D71A791-B138-3D70-7D09-79C26A0135D4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6D4630F1-ED62-5D21-DE21-0A4FAA902F4C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B904C131-CFC0-C145-D6D6-04AFBD8D83DD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94963442-5E46-04E3-8A7A-9ABDF94BC5F0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EFE25E6D-ED75-E867-52E9-6E9CF545FBE1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C942B0F7-8450-9408-B234-EAE7490D5A32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EFADEF3B-8881-569C-771F-5BADCC881219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467BF4DE-9184-17D6-A70B-56FC153B70D4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3455E4CC-E1BA-07B2-31DC-CA610D6B79B5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D8DDDFE8-8387-42E3-7C67-A6632AD1CACE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03A8616C-5B3E-9EB6-F5B9-672FDB973439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81643C6B-BF08-49D7-B413-321720046E1C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61503BF1-BD12-71B1-8B34-7974909512EA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C52B144D-5BD2-3C78-57A9-E0FD80AF66D7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3D8CE72D-E7D9-CB0F-0C2A-FF6DD9FB2A9B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BC1567A-0EE1-A7CF-B2A0-D7E47DB00F38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99FC9880-9F82-8032-0A88-16E7A6037862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EEAA1BE8-EC55-4C93-C31C-CE3E3F9B9D4E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AA932F38-10CF-9EE8-3F7A-B359E5DD6E34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6780CA6F-17F2-47CA-D78B-5F49BCBC2548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34CC6EAA-81F1-8CCC-ABDE-BE56251B8C18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F78CBEE5-756A-C8BF-1C9E-4AD3DAA9CDE4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2A7EE21F-CA2A-5106-17BB-ECB28A172F61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6A814738-8AAE-A1B1-47C2-B055F637F752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1758C955-86A0-E828-1F54-F6616BB1B7D8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3ADF18CA-280B-3EEC-CBBC-ED7E53F6E454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36D6A276-AFBD-CD39-8F19-8FD7B6423576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B9BF3C23-F79F-1F35-D958-707F2218FFC5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31063182-33C5-9488-050D-43DE1863BEC6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D0631780-A31B-D530-BAC8-621E57915BB4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E0C83332-2EF8-FA8A-3230-3B161D7AB0A1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DB30DD03-A8BE-C5EC-91A6-CB64B47D778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DF44BE2A-44E0-F051-0546-1E437E7650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77E59D9E-F3B0-95CE-9116-24B886A6ED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1A87C5AA-8659-FB8F-530A-866EF1854E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77B8202C-3333-9FC7-BC40-E0F5596D77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32E772CB-5B4C-D826-1998-14EA1975CA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7E518E3F-9D03-9A40-4C40-41478467C6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99A68BB8-7AAF-43F3-8FE2-77452F806A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5F6C95CB-BE80-D382-A81C-6DDC1ABCAD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A988AEC5-05FA-E40B-ED6A-C925C67534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8F3AB3FA-705E-6CFD-D17D-C70D51BAFB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E73041D2-2957-1CA1-8725-2D82DE062E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19F09572-CDA4-8DB1-7E2E-B53C2345DA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D866AD8D-736F-A3EA-F48B-08581293FB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EEC3150-7D1F-8EA2-F078-166F604CFA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156E5640-911B-EE1A-3B77-C3FDE18988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08F85474-1234-26C3-35B6-A90C18884D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8E4534E4-A05F-1001-66D7-931D43F5A2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8D927DD7-7243-73A7-B813-1C654A3C5DE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40B8AB72-AB84-0342-6AD9-8A6114B97011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34EA76A5-5E70-627B-E1A2-E4495E24FF6F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CFB633DE-0A92-BFC6-5FD1-832F08BC0F5F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EE12FCBD-4CEC-2B26-E9D1-243A65622589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08C40B30-5668-FF72-FEA8-45DDF44E6777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590F2333-3231-64A7-E966-58258F90974A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6C88B4D2-315A-BA2C-978A-06A6CF5A3084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17379513-D7DB-45C0-F854-EE8DD3F3AF5A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6B34CB7F-0ED9-1B11-DF4B-8763F7E09E9F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F501DC65-F31A-A5AC-3ED1-C0998C5263D1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9E65B3B8-AEFD-C614-4642-10C74FF21A19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015F9FD3-C4F2-CFFD-8BDE-A0AF1D2C558B}"/>
              </a:ext>
            </a:extLst>
          </p:cNvPr>
          <p:cNvGrpSpPr/>
          <p:nvPr/>
        </p:nvGrpSpPr>
        <p:grpSpPr>
          <a:xfrm>
            <a:off x="4190652" y="586113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FFB8AABB-84EA-EFE9-E50C-9FC463E9E54E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3F606560-FF96-D1CC-E40A-1EBAA5349A4C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C008CCEA-4755-2FEA-04A1-24DD89587DFD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95933C2A-833B-4D56-1231-533DE6D7E838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91755402-CFFA-C156-E178-E11FF956DA86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E6D796D1-2461-6C08-7517-FB4510B03EAA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283A75E9-C37B-DD86-7074-B2F6082BB992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FF3DD8C4-2027-8165-F07A-54704039061C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67FDD870-D3C6-8006-DE40-CCFC11997570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C0764622-FB34-7F55-2E74-0C05B9497447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68D762CA-98F5-50C3-BF4A-224CE55A3262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36D9FA50-29D3-D1C4-7C35-1DECE603CEAB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BD4E8AAF-C73E-F81C-5013-9046D95C27DC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6C723CB4-F12C-1FAA-BA59-BF494A2E70A9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61FC0A85-D27A-3F1A-0F4D-FD393F48DA43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E206CE79-A65B-8EBE-DD02-9D43B179BB85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B2A08F88-9E26-7D4A-2494-6F05AB9ADB8F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CD7E3961-0F5F-5839-9747-448409D6FBD7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9C93BDD7-8CF1-FBFD-6A7B-7DEE38D4B8DA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F6B9279D-C3C5-D10C-5E7F-A3CEFDCF473D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06A50556-6FC5-F932-EBB1-0BC92B14A922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99E0D9E2-8E19-0785-60F5-EB36B6EC018E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3F94F600-2B4C-8921-C75B-5B333E7B68E6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5DD62C60-9E76-4CED-0CE8-AADFEF7F487E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9943788C-406A-32FB-802B-032B9096CC9B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CFFB7FB3-64CC-CBBC-3452-8D6F3FF1758D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C512C127-CF06-E941-FEBE-2466CE90CD41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54C91559-2B1D-FF2C-3614-83947F2F59FB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E7597AB4-93EF-65EC-9A07-69942CFDE143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66BA3872-75CC-5A10-2D67-0A03DF503CD0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B0B1133E-B62A-2332-B290-FFE23B46C63B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64731039-8D99-AFA0-9708-7408D90252F1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C7C0F034-0DE7-6114-D430-7008E5499748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563106E1-5FFF-BF6E-D661-EC640B42E43A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AAF9C418-23F4-5004-D7A5-E44D0316F4B2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9D44C2BA-4B43-9674-ADC0-D094C2CF2963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64D8103D-3730-C46A-CBF6-BA6B28328FCC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A14D584C-BD53-527A-EB6F-086DCDA0F647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EEBA9174-BD6B-1C5A-60AD-D8BF0558522B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01E16CFF-0C6E-2A87-8BB9-CBD304AE778A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7EDD5DE1-BFF8-84E4-A6C4-94EA11CDAAED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F8E44ECB-CA78-07E8-3146-D0EF86274A5B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B42A074C-B60D-7808-1D6B-2166EC8B42F8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BE06FDE4-888E-64EC-E7B1-BD558FD57D2A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917AC35D-FC21-3DAD-1DE5-F7E15AC04412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C8E52365-D044-EFB5-CCF8-EDAAD67CB537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8258E534-B64A-52B3-E85A-D52478898624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FA875EF1-F91B-03F0-9392-915F6BD1C764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BD6264E5-F236-BFE2-E781-B5D4229D7CA5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232F8CD6-13B1-E112-01E0-ADFDD2D36F01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8FA8C904-00FB-8EAB-28A2-4817A0FBFCF1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E8AF604E-F8EB-F538-D013-B4024FDF392A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1021F939-6F83-2AC5-C65D-139E480F8BD9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DDC20C73-E125-559C-CA06-73C5A84EA856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FC2D4B3F-C5C5-EBD3-7051-C202948B39B0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C1AC1676-1D5E-617C-3672-EAC2573A300F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97045D52-C62C-EC5B-A736-999BEC03E0DB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8B2664E2-E8E3-9A60-74AC-DB72D814B4CD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A8FC075D-5A27-063C-8486-B786A86CECAA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8387B310-7704-0538-029D-A49E3408AC19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5AD2D33C-252A-D8E5-0FCB-2F6EB408A5DD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FF3C012A-E0BD-2A1A-66DB-97DB7F264FCF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D657C67B-8A56-CD95-AC52-4A49B65B8A3F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F0813D58-EF87-471A-B327-2D4B3316FC50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8D5CD66A-7D1E-4BE4-1133-CDBBA3AA9EAA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9EF9801F-1D6F-5D1E-C736-15BCEA424F64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C0080D87-B5BE-B939-EF06-656419B12B78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B58A947A-8CAB-62C7-A122-FF98BE4634F7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41EC5337-7545-D6E6-83C7-548DEB7D158D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1CBBDB84-BCF2-0AC3-0D40-12D0371DB459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AE8AE790-A1FE-CD7C-B59A-C3DB519D3B79}"/>
              </a:ext>
            </a:extLst>
          </p:cNvPr>
          <p:cNvSpPr/>
          <p:nvPr/>
        </p:nvSpPr>
        <p:spPr>
          <a:xfrm>
            <a:off x="6150914" y="14077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4C9890-800D-0AE7-2824-E5FE851C48D4}"/>
              </a:ext>
            </a:extLst>
          </p:cNvPr>
          <p:cNvGrpSpPr/>
          <p:nvPr/>
        </p:nvGrpSpPr>
        <p:grpSpPr>
          <a:xfrm>
            <a:off x="6487494" y="582703"/>
            <a:ext cx="1156073" cy="1910258"/>
            <a:chOff x="6501600" y="594182"/>
            <a:chExt cx="1156073" cy="1910258"/>
          </a:xfrm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1749D21A-1266-C0C9-715F-569350D14B68}"/>
                </a:ext>
              </a:extLst>
            </p:cNvPr>
            <p:cNvSpPr/>
            <p:nvPr/>
          </p:nvSpPr>
          <p:spPr>
            <a:xfrm>
              <a:off x="6502607" y="594182"/>
              <a:ext cx="115406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CCA52DCC-7F1D-7D37-9436-D4EA1D5BA9D4}"/>
                </a:ext>
              </a:extLst>
            </p:cNvPr>
            <p:cNvSpPr/>
            <p:nvPr/>
          </p:nvSpPr>
          <p:spPr>
            <a:xfrm>
              <a:off x="6502607" y="838798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35E9445A-8A09-72A0-72AD-795B064AD024}"/>
                </a:ext>
              </a:extLst>
            </p:cNvPr>
            <p:cNvSpPr/>
            <p:nvPr/>
          </p:nvSpPr>
          <p:spPr>
            <a:xfrm>
              <a:off x="7078235" y="837446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CFE2E1AC-CB65-2C77-CA44-A2C72E9B8EF3}"/>
                </a:ext>
              </a:extLst>
            </p:cNvPr>
            <p:cNvSpPr/>
            <p:nvPr/>
          </p:nvSpPr>
          <p:spPr>
            <a:xfrm>
              <a:off x="6501600" y="1291269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20AB0A78-326D-7E73-52F9-27CF73050901}"/>
                </a:ext>
              </a:extLst>
            </p:cNvPr>
            <p:cNvSpPr/>
            <p:nvPr/>
          </p:nvSpPr>
          <p:spPr>
            <a:xfrm>
              <a:off x="7077600" y="1292473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7E5E166C-67B6-07D2-EFD1-84079959D4FE}"/>
                </a:ext>
              </a:extLst>
            </p:cNvPr>
            <p:cNvSpPr/>
            <p:nvPr/>
          </p:nvSpPr>
          <p:spPr>
            <a:xfrm>
              <a:off x="6501600" y="1747996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98C593B9-4122-5C27-C1EE-5862D4BC53DA}"/>
                </a:ext>
              </a:extLst>
            </p:cNvPr>
            <p:cNvSpPr/>
            <p:nvPr/>
          </p:nvSpPr>
          <p:spPr>
            <a:xfrm>
              <a:off x="7077600" y="1749200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13036A3C-2D2E-7B49-91A2-6FB34E50C773}"/>
                </a:ext>
              </a:extLst>
            </p:cNvPr>
            <p:cNvSpPr/>
            <p:nvPr/>
          </p:nvSpPr>
          <p:spPr>
            <a:xfrm>
              <a:off x="6501600" y="2205990"/>
              <a:ext cx="1155067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870" name="TextBox 869">
            <a:extLst>
              <a:ext uri="{FF2B5EF4-FFF2-40B4-BE49-F238E27FC236}">
                <a16:creationId xmlns:a16="http://schemas.microsoft.com/office/drawing/2014/main" id="{803F16D6-6037-1B79-D58F-F1C7A0FD6DB1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4CF1AB96-7F98-620F-683F-21535E27AF10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237980" y="1556896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753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593A0AD-7BE6-CB11-8B05-046AC54A7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5E14108A-5950-5BB3-082C-4794907E7C43}"/>
              </a:ext>
            </a:extLst>
          </p:cNvPr>
          <p:cNvSpPr/>
          <p:nvPr/>
        </p:nvSpPr>
        <p:spPr>
          <a:xfrm>
            <a:off x="2070719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47A8539F-7A4A-D68A-A754-22A69BCFEA1B}"/>
              </a:ext>
            </a:extLst>
          </p:cNvPr>
          <p:cNvSpPr/>
          <p:nvPr/>
        </p:nvSpPr>
        <p:spPr>
          <a:xfrm>
            <a:off x="4285444" y="326970"/>
            <a:ext cx="184011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4AC6CC42-48DF-AE83-A3BB-5DF69BE88FEB}"/>
              </a:ext>
            </a:extLst>
          </p:cNvPr>
          <p:cNvSpPr/>
          <p:nvPr/>
        </p:nvSpPr>
        <p:spPr>
          <a:xfrm>
            <a:off x="53361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32E8506A-4A89-C4DB-61B6-2DFE895EDA23}"/>
              </a:ext>
            </a:extLst>
          </p:cNvPr>
          <p:cNvSpPr/>
          <p:nvPr/>
        </p:nvSpPr>
        <p:spPr>
          <a:xfrm>
            <a:off x="4051203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F91B08C6-5431-C463-6637-EE6FC44212C5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0F80DB-E884-D8EB-242C-1CE938FF32E1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ADE71C3B-8187-9C86-E66C-847BCA03AC00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1A0C493-50BB-7FF7-EA55-B4E55BC7B3B9}"/>
              </a:ext>
            </a:extLst>
          </p:cNvPr>
          <p:cNvSpPr txBox="1"/>
          <p:nvPr/>
        </p:nvSpPr>
        <p:spPr>
          <a:xfrm>
            <a:off x="4539684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51E57211-12DB-4C25-38AE-0AF1D08BB4FA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095248B3-036A-2205-5579-71C5278E034A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03307C7D-A6AB-F9B4-66D6-DD72E4A7FB9E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B83670FD-1360-0F80-C598-917828F44170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BC7A8422-7C4D-620F-8ED2-175F01973EA8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080600E-E39C-018D-11A6-A67E7E954EFB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42C5EAD1-6071-0AA0-D572-26A7EB74CDCF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0DC5FBBB-9C9A-1983-EC4B-434DDBED15E8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E032076D-012E-3231-1010-4B13A907D9A3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3DB34B4A-07AF-5978-BD64-47DA0AE66DA9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0B8AD2D8-CACD-3E4C-8564-7EBA8B67CC85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20CC81FD-6ADD-5765-5CD4-D629D3CBF20F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E9BE8460-6D28-8DBC-6C4B-B7958650ED63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76544F7F-5A89-8D85-469B-4A2F0B0D4BDA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8F5EF6FC-5AB0-A4A5-5448-EE326BAD9F15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015ED106-8A9E-BAC3-A8E3-10667DDBD38C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F8FB8EAC-8D8B-402F-B33E-A9C84D9C302B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3AE0F3F7-7132-0B7B-E44A-C4CBB496C75E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6C53202C-336B-8C2D-CA8D-CA03128C1C75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A3CF247F-4B88-3B56-977D-9F9EAF857022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7AB6A118-0AB8-581B-DE58-18649B92E2F9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8874A3CA-C7F6-94E3-7B44-1E82C3870DD0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30544A56-6599-EBAF-24AA-811F14DA3F55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4291217C-2C03-8A7F-7F14-2E81E0E967D8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D3D943FF-6305-581B-AB3A-6174944240BF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E350C325-DDAC-80E9-EA78-467DD2C80B8D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598D9489-6A98-2E5F-38A1-5234ABA494F4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23CDE82D-2786-4EFD-043F-5E8CAADD885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33A69BE7-F727-F12B-68A3-005CC41F1F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16501D09-05B6-01EA-1457-544409DE1F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9C65791F-F756-40A3-12EC-DE3A3210F8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280BF608-2872-00D4-D82E-BDB091801F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E550931C-7CA2-CF63-FDBB-E0A0864907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1C510FDA-B030-BF0E-375E-888131CE1A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CA94C5C7-4072-ED80-D939-B81303997A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0564E24F-7AD7-4318-0864-635A14E9D2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6E69E1A5-ED60-0E5B-4791-BD4EB9ECC7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C37D644E-1F3F-B5A4-FA98-27E12BB184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01164031-8852-7681-6623-86AB01FE12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87268DA3-9EE3-404E-F366-4967140960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E86CC95A-7663-86D5-AB49-D33370C48B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B820FD7E-58B1-64BF-EFA4-E09E5DACA9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87835A6A-C9E0-6BCF-E72B-A84F5B672D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C0036087-CBAD-C16A-74D8-F55EB0B996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8458E27E-6CE1-8FEC-498E-6A8FCE31A2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09BB7019-5F25-0D55-9E9D-3F4B41472437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8AAA8D3-D347-D35E-F5AE-927E714494D4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9C91BE5-1A32-2FFF-4A25-5E3CFB20DC93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C6947DB-0964-CF62-E86F-ACDBB2169CB9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7AC86AC-514E-FC0F-DE96-20AA3B39F9B2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D15920D-E868-9C43-EFC7-2B536B302C3A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7D40D92-0B02-5EB5-329F-E0043FBC26D8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7E7A3F0-181D-41E5-B485-E79CF6013CEF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3BA5CCE-8241-75A2-5D53-1A2A6FAE0B2C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96D44B0-FDC4-32A4-6AD1-C1760DF38507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5AA65995-ABE0-C579-7812-E9E643A683F6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38E9FB4E-3838-B86B-6612-75BF02199A8C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EE4EAB47-DE78-D625-D2EC-95D279C9FF07}"/>
              </a:ext>
            </a:extLst>
          </p:cNvPr>
          <p:cNvGrpSpPr/>
          <p:nvPr/>
        </p:nvGrpSpPr>
        <p:grpSpPr>
          <a:xfrm>
            <a:off x="2176627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457000A3-DE40-AEBA-0D28-3B19F84465D0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299ADC69-7ED6-7F60-011E-9710897B0D48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7E2A87F3-B926-C8C6-35F0-365FC0DA5F03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74A547D4-B909-0401-4B97-6441E397B3BF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5673837-7C99-3B10-A9C4-FE70A4564264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49087CA4-CA43-382D-24C7-DA9DDE398FE9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FBD3710B-C77D-92BD-0F08-5301FDFDA2E2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C1A150DB-2455-7F04-9B24-C19B56661E31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66A24C73-FD16-F4FA-19C8-67EBBC5CB867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44E3836E-0259-20C0-E7D9-C7C7CA291CB6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2C584241-B879-5312-47DC-DD137A5B548B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C15A517E-0658-949D-2AE4-D8F18A7E19C4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BD0273B4-A8EC-6AB5-F4DA-7D4FB178AE33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4967E0D2-A966-1BAB-C9A3-0AFB5349FB9B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F2F66CDA-2920-7E93-0978-4FBF47F40E43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9CDAF010-F558-BA73-AB77-475C238A6C12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6277064E-1FA1-C83D-4F09-CD6DA9B9BA12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06395A91-2183-011A-0E5D-758A3C02C533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A3892435-4CAE-C570-2ACE-F09DBDB453FA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FC25DCEB-1FAD-F259-77B5-244820155A5B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C51744A8-491D-420D-4680-A0F078653E24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2D1647F0-5BED-1C9B-CCA2-2F4726D4D074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C1B8E1F9-F8A0-C9AD-7687-6A4F145A87B9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D3DBE198-F564-826B-A654-1DA2AFD9A69C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694E41FB-84C8-0613-338E-85A8576053A8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663A56C0-B73F-13A6-E1BA-9EBACAB99E08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64E5CBDE-19A9-70ED-703E-606DF77FF03A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6D2FB5AF-5BC9-299B-6F74-9D344D76DD0C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04E3A8D3-5022-0D27-F575-4FB359E00587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9FBBBF6B-34F8-940C-5FAF-4D13C1B3FA0C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B284B1E0-4A3A-E3A4-C785-D6D1B69F1D2F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F685C834-7F11-A8D8-9854-43552FBD275A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037935FC-0247-1079-BDCC-C75E41944FA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BA5C68BB-613C-C118-4703-048710D82C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8BD0FA55-4ED0-306B-6E0F-D24DF632A2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BB2C999E-E37D-C5AE-10CB-F36C7579F3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9E7928D0-F05B-97B6-8D0F-B8BB3829C9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BE6D6CDD-24C7-5633-28A8-515BBCC60A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C616A0B9-05C8-5152-9E9B-44FF2995C3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CDC389FE-621B-498A-431F-9C11216203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5E28E4C9-E59D-F8F9-6B80-AAEBB5067C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65A0F20F-F23C-1856-6D38-D5A8D81FE3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18D38D58-1078-F579-54CD-C9C7DBBB58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0809FA56-C782-401C-CFFA-40D453191D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59D686D6-3C4E-627B-C290-98E6DE6A5B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6D494ABD-2C86-C9AF-9A9F-250B62E7C8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FD44EE7-BA8D-684E-9A60-F3CEF3A340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AB619E19-E4EF-8DBC-E0F9-0001685200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B7455CA9-DCC5-A346-9AD6-BF5B651F62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DBF82496-EE98-7349-47B9-B95FB7E121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E49D0D8F-40FC-C9A2-86BD-267C2813C0A8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4A32850F-6BA2-083A-A4DF-000775022C3C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4B872D77-DB9C-6CBF-D8DA-D0B381BE7D2C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875738C2-21F4-8EB3-EE02-8884EDFD94BA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9F720912-926C-862A-4A82-4CBB66E8A2C6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3C953FB5-C92A-C9FF-80D8-ECC23DF35B4E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2EA8486D-FBF5-8CC1-C032-B749F91253B8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3476DEEA-3EF9-39A3-5315-EF62FEDEC15D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FAD9FAD0-94A8-56D1-54AD-9133A506705D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5D517381-4EE9-AF2E-B2A6-65A61FC08DAA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1E967299-9852-2805-3FA2-9A74BDFCBEBA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36630947-49B5-FAF3-CAA4-3A8A02C7BDA9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2072DA49-A910-7F93-898E-E0713738E088}"/>
              </a:ext>
            </a:extLst>
          </p:cNvPr>
          <p:cNvGrpSpPr/>
          <p:nvPr/>
        </p:nvGrpSpPr>
        <p:grpSpPr>
          <a:xfrm>
            <a:off x="4280847" y="592357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BF26F085-A126-B322-14B9-ED47E646906B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B58644CA-CCEA-E2EB-0C15-444ECF4C2ED6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B63EE079-2BBA-26F0-788D-B8D51DFF5D59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DA8F147A-008D-C0FC-D559-3DC4B88ED301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15983941-CE79-AE39-5FC2-8F838FA652E8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A729A13E-F50B-3D7D-587B-A5E4C578AF87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7B8D81F6-23E9-E557-D9AC-543E6B36118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1942F6B2-5172-62B3-634E-013941D23D1D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E7A7B7B2-9B30-72AD-D404-B48BD878203D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F421A9F0-AD63-4767-441C-4974B66B9389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A91B917C-CCD5-A8DA-7F76-E6ADC5AD2F44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0E307A43-3A19-C578-88A4-018EBE7B3843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D14F0627-0106-11F8-C952-42F8521DB06B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794BB9C3-A53B-519C-8C8B-EC4838D195E1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7310C797-234E-9EDD-517F-858148CD8DBE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7D7B6671-DD5B-6BAD-3AD1-F0DA4472996C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C68C7445-BB34-0F56-D543-8904FCA20F4D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C3EAD93E-FCD0-F00C-1B14-190A6291990D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F1BBB4FC-E0ED-4632-9143-B3CB67204F48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1AC2D747-B36B-23EF-EFBD-7F0FC8C75A60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80DEC4D7-7EF5-E7DC-A021-305A2A7B59A1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164F4BBC-862C-5A6F-FCB5-079716D8CD42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0491A926-7330-6E67-AE9A-F7D08B7CE12D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76DDB5F3-611D-895E-2C4B-4ED8559312CC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37217CB1-B4E2-08AF-2888-FCB4945D1809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C58E86BF-D84C-F0DF-8BB9-0C6ABE8C3728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29DD56DB-E930-EC53-5A97-0CD3A944E9E7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058D1527-0093-5964-05B5-60C58BB792DC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38A5ABD7-5D42-4DBE-5D4B-B95D31C4D6CE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F54E020A-72F2-6A9F-3143-95C785FE2962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50BDA0AF-3AF1-FA8B-8222-778A5A176B4C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F6F164E0-FBDB-762A-5529-2278E52139A6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1EC2FDF5-1A8C-25CC-742F-2D6E5332AB46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D9D0D859-B734-297D-7A2D-DD8E0B6CBC16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D576139B-7FEF-0E10-AECA-1976D83BE52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BC687389-92E9-BFB3-4534-E31DD6750404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4F0F95A0-F62F-074A-6603-F4C265B38310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3E0A5738-8C19-F1E7-7C6E-FDE639804A79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5837689E-1E58-E741-7138-195A702A874D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D62A12A0-FBC5-EE25-7042-2EA43201E7F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FA406220-9588-A0B7-D454-462551C4E19B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5E3433A5-5011-1D0E-2107-4FB2E9FD5EDE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1ED3ED4E-FC42-80C5-E82D-A51D13006265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465035C0-A78B-F167-4356-16BFCBB9A429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4AA849E3-AF77-15CA-5B73-0FD83C767919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1533E6A7-3676-CC83-B436-0044D934E9A1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97293895-9986-40D4-07F9-4FC2D2709682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1D378D40-CA5C-B771-8ED4-8DD69AD1C8A3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C2553A8F-7043-1A0C-672F-97E32A361F48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291E01E0-6A90-8944-A883-2782D50C7698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63C17552-89F6-549A-5038-D7C6CDDFDBBF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03A095FF-5280-1675-855F-A011C8F6FC83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98352437-083A-AD50-52B9-CB4AE0DD3438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82709E92-7028-5FE7-D78E-82EEA6A66C19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22AB252F-E97E-7B38-CCDE-149936C0D793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0AB7C8E0-258B-2BE9-0F28-38F0BC129A27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65ED82DD-3124-B443-99A8-F67E7CF02C60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60F5558B-57D4-AB75-9481-488C6C708277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FBE1B164-65E9-8254-83D1-DBB83B804261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862DC8E6-1729-7806-F161-545B1D4F6CBD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3532A534-C771-A6DA-4973-F91DD480FC17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37E67543-6A2E-9D12-AEC8-304F5E20FE3E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6F0D324F-7379-F6AC-E8B3-A8F1E2597542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207B2713-EC0C-057E-768A-F57A772B6FA4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151A3012-1EA3-9225-7CC0-86B1AB0F7987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99B574D9-90B2-DCCA-BA65-E2E1015BE080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2F1B81B5-D779-4E2A-3178-656493E94B1D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ABE8F1C0-2D97-A751-232A-0DB905300B1B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D9591372-FFA6-C768-831C-571AB1AFD55D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34C5DE0C-540F-5849-0A15-608F5C4A3522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5A7A9657-6A84-1841-1611-A1ED40311248}"/>
              </a:ext>
            </a:extLst>
          </p:cNvPr>
          <p:cNvSpPr/>
          <p:nvPr/>
        </p:nvSpPr>
        <p:spPr>
          <a:xfrm>
            <a:off x="6434708" y="326970"/>
            <a:ext cx="1292537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19389C7C-C094-3DED-2D88-347BA44CA84A}"/>
              </a:ext>
            </a:extLst>
          </p:cNvPr>
          <p:cNvSpPr/>
          <p:nvPr/>
        </p:nvSpPr>
        <p:spPr>
          <a:xfrm>
            <a:off x="6192447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3B8628EE-DAE4-67D4-7322-0B6A153CE75E}"/>
              </a:ext>
            </a:extLst>
          </p:cNvPr>
          <p:cNvSpPr/>
          <p:nvPr/>
        </p:nvSpPr>
        <p:spPr>
          <a:xfrm>
            <a:off x="6502607" y="594182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DB9206B3-D007-FAAD-F8A9-03E03E8F1A2A}"/>
              </a:ext>
            </a:extLst>
          </p:cNvPr>
          <p:cNvSpPr/>
          <p:nvPr/>
        </p:nvSpPr>
        <p:spPr>
          <a:xfrm>
            <a:off x="6502607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DDB2883C-A995-9618-299F-01941563ACA6}"/>
              </a:ext>
            </a:extLst>
          </p:cNvPr>
          <p:cNvSpPr/>
          <p:nvPr/>
        </p:nvSpPr>
        <p:spPr>
          <a:xfrm>
            <a:off x="7078235" y="837446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0A0E8640-B7E5-F1AA-C542-00F35D8FB0C8}"/>
              </a:ext>
            </a:extLst>
          </p:cNvPr>
          <p:cNvSpPr/>
          <p:nvPr/>
        </p:nvSpPr>
        <p:spPr>
          <a:xfrm>
            <a:off x="6501600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9C0BCC50-BB62-1317-5FB5-D7FD461C65BE}"/>
              </a:ext>
            </a:extLst>
          </p:cNvPr>
          <p:cNvSpPr/>
          <p:nvPr/>
        </p:nvSpPr>
        <p:spPr>
          <a:xfrm>
            <a:off x="7077600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C285B3DF-EA89-869D-560A-8594C491A965}"/>
              </a:ext>
            </a:extLst>
          </p:cNvPr>
          <p:cNvSpPr/>
          <p:nvPr/>
        </p:nvSpPr>
        <p:spPr>
          <a:xfrm>
            <a:off x="6501600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E4572052-DAE5-2478-A0CB-345DAF659B8A}"/>
              </a:ext>
            </a:extLst>
          </p:cNvPr>
          <p:cNvSpPr/>
          <p:nvPr/>
        </p:nvSpPr>
        <p:spPr>
          <a:xfrm>
            <a:off x="7077600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63AB094A-972E-3FCD-0C5B-12F152EC55BD}"/>
              </a:ext>
            </a:extLst>
          </p:cNvPr>
          <p:cNvSpPr/>
          <p:nvPr/>
        </p:nvSpPr>
        <p:spPr>
          <a:xfrm>
            <a:off x="650160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1048A5F3-0A15-F6CA-B539-C8A668F7F010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FCB278BE-6A20-4298-66A1-3DCE61BF6316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328175" y="1563140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025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67EA58-D6F7-437C-7DEC-CA2A0EEEB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223B24D7-7D46-EC65-C31B-2CE3F392C496}"/>
              </a:ext>
            </a:extLst>
          </p:cNvPr>
          <p:cNvSpPr/>
          <p:nvPr/>
        </p:nvSpPr>
        <p:spPr>
          <a:xfrm>
            <a:off x="2070719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3EB8A708-1CC4-0752-66EF-5892CC69F6DE}"/>
              </a:ext>
            </a:extLst>
          </p:cNvPr>
          <p:cNvSpPr/>
          <p:nvPr/>
        </p:nvSpPr>
        <p:spPr>
          <a:xfrm>
            <a:off x="4285444" y="326970"/>
            <a:ext cx="184011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EE90F736-D682-F3D7-F3F2-91D1B388B831}"/>
              </a:ext>
            </a:extLst>
          </p:cNvPr>
          <p:cNvSpPr/>
          <p:nvPr/>
        </p:nvSpPr>
        <p:spPr>
          <a:xfrm>
            <a:off x="53361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D79E0D6A-0895-0758-A1A4-6413373252C5}"/>
              </a:ext>
            </a:extLst>
          </p:cNvPr>
          <p:cNvSpPr/>
          <p:nvPr/>
        </p:nvSpPr>
        <p:spPr>
          <a:xfrm>
            <a:off x="4051203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7F227962-A04F-6782-332D-D220C4E72AD6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822D94-747E-B37D-1819-5BECFCAB557D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3269A5E8-4E97-7510-0406-585C96B9D6A9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91C00F9-042F-0509-71DB-7048C0AF1A8B}"/>
              </a:ext>
            </a:extLst>
          </p:cNvPr>
          <p:cNvSpPr txBox="1"/>
          <p:nvPr/>
        </p:nvSpPr>
        <p:spPr>
          <a:xfrm>
            <a:off x="4539684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B9C3CF44-3AB7-54AE-C567-79B9088A4DFE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4D8E64CF-1DEB-D9BF-5951-C91EDA918521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85A34D83-46CC-C172-7853-C5C9960D379B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E8190208-2AF0-B881-3D7A-689150DFBD0F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60816BD1-E6B0-66CF-DEEE-D64A6AFB99FE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DCCE9567-6D79-B2FA-681E-9DC9942CF677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367BC86A-5BAE-2629-A612-03F462D03847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3F84B4C7-34B0-7C9B-FAB8-F6DCC12C12E8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2B78AE0F-E645-CF47-1321-A6DAE07D8987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04880115-C841-19F8-8C62-228C424F089D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AD825A15-3136-EE9A-7F5E-C630A4D61EF5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02914A4B-0700-684F-C29B-6F3502C1C1CB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C5FBBB7B-5D3B-4A83-1000-C9429E7AE3B2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ACBEE784-B92D-AE92-F046-201F987E5F55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79B0E41F-A489-38F2-72C1-6E8F8F6AEC81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51CC3085-3FAB-6AE9-44A5-E15B1CBCF556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8458336A-304B-CE74-21F4-4E37810A98A3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EF9E6036-A900-7E7C-7CE3-013E217A28BF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038277A4-5302-FD82-64C6-DF3D6F698871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51AA23EE-7E99-61D4-1204-B5C223FD84FD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E5AB1A95-832F-0C07-2F66-0E827291C9B1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77E72CC0-2ECC-563A-6908-A6AA82B313DA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5BE99D73-5FA5-0DF0-C1B0-52F06E581947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AA15BD7C-7274-406E-A792-974072CD9C58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39132DC0-976B-4D9E-D035-F189E5132CB4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8B1A14CF-1896-5304-D7E8-90E22D48B978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C3C8AFD7-6C0E-6C30-3772-2764296F7ACB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705C4D39-8EED-004D-92DA-B3B2AAA9EE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CC34C260-701B-8FEC-691B-7126C41740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37AC0EC0-562A-EB0B-5BC2-E78C0838D9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DAF216E4-963C-0289-A017-09FC6D8751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99BF4F99-BBC8-A11B-E2A2-1417F2EB73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79E4A2B0-CBE4-7025-F456-A329007924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85D27EAB-6B16-F8C9-54B6-433CD747A5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04B0D35C-553D-22E8-5BCC-FE71CA4548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B6613565-4FCB-98E1-8B33-CF1D9F0B44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A3690A2C-BB68-0D4C-523E-20FBE2D86A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C7F721E8-265F-A36B-B277-FBAAEEBBEE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0E9AF46D-1B0A-BFBB-4F7C-F72CDA5302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4E61109A-AB91-AC74-D597-04C664139C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4BECEF48-8B43-AABE-474A-5C424BF6A2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AC62BDF9-CD02-C6DC-1860-13A373369F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81DEC7BE-DE77-F827-29B5-E8BB1229D0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1B88685B-7226-79DB-FB06-6A93907A04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8429788D-5D21-2A06-C5C6-D556A2EF37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B81EF1D5-B2F8-4160-A140-5D0EBCFEDCFB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4D2B2CE-86EA-581D-5890-5D375CDF7223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EA68B20-51A2-1139-DAD8-C5C07EAA731D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460D190-3B3B-D4A7-D011-9EF39F68FB91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F018333-5BBE-BC50-0B05-F7D2EB88F524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478EAD8-5227-18D4-7BAC-C330D2F6B529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A8F31C6-59BF-16E7-5CC4-4C37F71F6ABE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4522F0B-A7BE-2E45-17C5-CEE7F26F1886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859A5A55-29E1-31FC-64EC-893882666139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692A08D-FAD8-C787-631E-AF426A99AF5E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4E32A61D-0A46-DA54-1668-6E44AC16C822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D3F76520-9DAF-F56F-FD98-8249FA9EBCBD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471D0FA8-029A-F4CF-9A8E-F6983AF68BF3}"/>
              </a:ext>
            </a:extLst>
          </p:cNvPr>
          <p:cNvGrpSpPr/>
          <p:nvPr/>
        </p:nvGrpSpPr>
        <p:grpSpPr>
          <a:xfrm>
            <a:off x="2176627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A75192FC-C68B-C246-8D2C-6A23ADA586E7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F431E7EA-BC18-1C09-E9CC-8A73D8179944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2FAE9953-8722-5F94-B14C-DB91600F96D2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2FA88047-88FB-CEDF-4168-5C1DE0C554E8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2D76C77D-1234-EC83-C6A4-27ACAD448FE0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E0FF8B8C-8C97-5B5F-E6FB-BC4ACA12BC24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38BB41AE-AFC8-08CF-80A8-8F3ABAFAE3B8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654AAF09-2879-5BD2-6E48-10B685D05E65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F1521261-82AB-FE49-A33A-ED64A463DB1D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A13BE42A-196C-3EEF-33A7-7E19EC613783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3E96DF91-A5E5-FF85-1912-B27E05A1ED23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F6821400-31E9-FE76-F6D9-22B8AD0158D2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14D529DB-17BF-2947-B4CF-6227F6C79422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17DF6043-75AB-D303-0F16-5B34C5871AD0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5C5EB424-C73C-F660-F625-1C358A2A9796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A062F8A5-0C36-2DA1-171F-BC0C35685707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C2B236D4-7B6C-D3E8-5E86-99AEFC27A3C1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CC5693B7-D59F-5CC7-8F85-DB13B6E5C34C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9479FCEB-9EBC-4C48-D9DC-302D51A272A9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DB44B51A-E03E-CAEA-E3CB-1DE51A70EECE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F60A0A66-556F-CE3C-9A11-D996C443FAF7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35114796-DE4C-5772-F756-482407C8B72B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2F2D410E-3434-2C0B-DCB0-2F9133711234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2F93B0E2-30A3-B07C-E78C-99E97B1AB747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138759FF-B741-EA6D-FD13-3A5A0DBDD683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80219A67-3350-13AD-F733-C21734FCCEED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99D070BD-9CF1-9A3C-38B5-07FB475528FA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ED528954-DD96-33F0-2AA4-4AA08489F618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7C8561B6-2ECC-002E-CA57-C2E9F59C5E71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CAA19FB3-22D9-F385-97F7-DFB7934FA253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03972ED7-9F71-D144-DCFC-A085D86917B6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0E6D5737-F265-A40A-D9E5-ACCB69F4C46C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38369005-AC35-4810-0BFE-9A6F0C3681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F23DC493-8E18-626E-F93F-1FFDBEF7A8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051CEF5F-4C13-F2E8-D0A9-780C3F5774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78AE1FB8-4966-5238-C7A6-5C5271AB82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8DAC54E6-6BE5-83BA-05E1-F37D7723E4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5CB0BC35-057B-AA54-895A-23E35138CC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428AC7D9-E483-1404-33B1-9BB92DC5F0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EA4FD1E9-2F0F-6480-F438-580125C104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865708F2-268D-D636-0CEE-AC3D1506DA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31593012-3225-A99F-FA34-A5888A9FE9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F666B78D-50BC-92B7-2683-4AB1ECA9BA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879A064D-B0F6-30AB-E855-3A0871D958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FBBB3B38-7070-03FA-6A53-ECE9DCD517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659D9F12-7E27-0A42-A61C-D9CB757E51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2F7F3438-96CD-084F-A989-F8D5E2993E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F161A1DF-8324-8797-D1B6-16502EFD8F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42E9BCD2-1CC2-A91B-A6C2-A488E4A290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DB6463B8-0F41-6472-55EF-796EF97D29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C546CE91-EE72-2EAD-209B-3B0197ABE826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39272F0A-1395-83D6-27CF-F9B2BB5D75E6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14919863-C0A8-0DEC-EFC9-BEFEFF36AB2C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4642957E-41E6-4D14-6832-7668A4737818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EECDF8F1-E742-4DE4-FE50-3A25688C7C54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2DA542E3-D691-3C19-AB59-A8CE2482FBDB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55292065-46E6-CAD7-0000-8A416535D5EE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05B4C5CF-D68C-54C2-D83B-519B1010ABB7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E210B076-44F2-130B-33FD-B2714467FD06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3C1CBD26-5226-FE09-E247-E00F19F0B3FB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DAB5AB2D-CA18-9ABB-C3FB-CE1A0744A0A2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4733E13E-6E7A-A6C3-20FB-C95297238D42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C92E997D-DADE-11D4-9D4E-052E29A7BF04}"/>
              </a:ext>
            </a:extLst>
          </p:cNvPr>
          <p:cNvGrpSpPr/>
          <p:nvPr/>
        </p:nvGrpSpPr>
        <p:grpSpPr>
          <a:xfrm>
            <a:off x="4280847" y="592357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44E023A3-AA5E-5CA9-C3C6-E0D8DAF25B4A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E857A2FF-3162-DFEE-223C-90D5DA19BDF8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5C41F165-AB04-0692-FB5D-9EC636669667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AFE50BB0-A4E4-1623-2734-A31FBD721520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484A44CB-B8BC-378A-C86F-2BA08F414961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A3FFB8CA-8433-608D-6CA0-C3CCAB7716BF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91E4ABC6-BAFB-1AF9-DCCC-A3E4F21ED6EC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F80C8DC4-D533-1D8E-F562-7C59A4F43CE2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589F0544-BB23-C062-B94F-0CDA54709C34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E2F3123D-5648-CE23-52C7-7C3977ACE780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98F66B2D-4DA6-9823-A8BA-789B8C91E463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B404A535-CB29-0DB8-9A9D-F1AAFE1C5A3B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F9FB1BA7-EFFC-853F-799A-31D347616747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BE525AC4-ECF1-1B0D-C9CE-64AA83879FC2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DDD2B4DA-89AC-1763-A272-EEBDBA1F75A1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A160AD66-0E3C-A821-776E-6D967622C73B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3818A035-9C51-6E9F-B1F6-D99709041EDD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9F873D52-58AA-C4E5-69F0-9CF857BBE6FA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D0713F06-3EE5-2725-ED14-CF1FA5070012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E76BD987-F8E0-DA5A-7E56-2FA108B78847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F46B2F09-FB0A-8857-60AE-23D3069750B2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21719CCA-424A-556A-8F12-9DAA8664BC86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D3F60EFE-D184-63C0-9E44-D953EA237BB6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D83CF43F-F100-9589-DCA5-10E75E20B69D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BDBA23BA-DE33-5104-980E-2489ABCF8E2D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0A59F5C9-AEBF-23AB-41D0-504C505E62D5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DD515200-20B6-E2FC-02C5-8E5884B6A8B6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E959D45F-BC68-B502-25A4-3B7C39787499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4AEA1D33-C9AA-BBA9-0D5C-3100CACC1EB6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1262E82B-A54A-DB2A-7F87-67F66312270A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F45D83B7-6D72-505D-6E4C-373186A28C39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CB835E7D-C797-E702-B916-0BF25FEF9CD0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6DE4720A-FB9D-0AF7-7AA7-4BE6E0E622D6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3C644915-9F79-8A3E-4783-623D6BFD799F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F8BF1CFC-02A1-D262-99DA-8513A66546E8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114F1168-E313-4648-71FD-5CF89911ED46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DF38A4E5-C35D-BD45-8FA8-4C6F0D2812C4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9EC3EC6C-DD2C-C639-522F-FFD389768AD3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B7179BEA-993B-3CDF-6289-6E7E1DE59023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9088AE5B-0D75-9418-9097-1DD9851B2DB8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0B2C1607-3627-B96B-3299-B9798F568CB9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5C6EA7DD-D071-0245-DD62-C2A4BA7377CA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9B05D793-2528-31F9-0274-ADE988560443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896FB16F-FF28-6777-3AC4-576C3C7C30E6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44C79E00-0AB0-867C-21BC-637FBB9E2EE2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93317291-1BAF-FBE5-85F4-5916D249889F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545A3B5C-15DA-DEBE-BABA-8DE473191AEA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851AE272-548F-91DC-785A-C3628366A54E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53FDADDD-BB54-7F4B-2132-5D37D74D2F81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E82CBA60-1F9A-8B9D-4102-B0F2BE8FFEA8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20EEB7AD-B26D-1A7D-499D-EE797A837FC7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5FB51F07-54BB-E69E-30CD-3A91CA0D4FEE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ADD36860-D2CC-6B95-868F-A035E3990948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76456A7B-99A4-A239-F94B-E3BA3876152F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245027E9-87CE-4BD4-5A77-C81A3F7B50B7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F320D46B-3FDE-D0FD-D7A5-725724FA2F2F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DE969DCB-2EF1-456D-38EE-5D6CF6FF9D93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9F293ADD-6EAD-96D2-7294-39D2F9FE6947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25B6D1BC-101A-A09E-EABF-37F319245660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187711E7-7FA7-6634-8BC0-3DA53A7F7B68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C1427103-18F8-862B-A297-7AC1E220776C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BD9781C4-BBD7-687F-7BE5-AB8B89B6FCC8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A92103EB-11EE-2852-90A0-2AF9DB309945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585EC6F5-E58E-F313-47BC-5F102720F433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43508518-1239-5605-58C0-C8884FE1D777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21198D58-749A-D73A-B59B-F8E41326F521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E0EB7237-838F-71BD-1E05-D7C86E27E8FB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1B53E47D-00CD-01ED-C831-962386FAC7FB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6C0D23C8-DB9C-9F99-1A3A-03C06A15725E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8F61F9BC-F03D-C608-2BE7-A6B155DD441C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047E2BFF-BDC7-FAC4-51A9-0014FD088BA2}"/>
              </a:ext>
            </a:extLst>
          </p:cNvPr>
          <p:cNvSpPr/>
          <p:nvPr/>
        </p:nvSpPr>
        <p:spPr>
          <a:xfrm>
            <a:off x="6434708" y="326970"/>
            <a:ext cx="1292537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ADEEE324-A0C1-E2DA-19E6-E52D39668725}"/>
              </a:ext>
            </a:extLst>
          </p:cNvPr>
          <p:cNvSpPr/>
          <p:nvPr/>
        </p:nvSpPr>
        <p:spPr>
          <a:xfrm>
            <a:off x="6192447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0C9D6ECF-D9BE-089F-25AA-5678F468A29D}"/>
              </a:ext>
            </a:extLst>
          </p:cNvPr>
          <p:cNvSpPr/>
          <p:nvPr/>
        </p:nvSpPr>
        <p:spPr>
          <a:xfrm>
            <a:off x="6502607" y="594182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A2311FF6-D4CE-73E2-5041-70D8EDFFC2A2}"/>
              </a:ext>
            </a:extLst>
          </p:cNvPr>
          <p:cNvSpPr/>
          <p:nvPr/>
        </p:nvSpPr>
        <p:spPr>
          <a:xfrm>
            <a:off x="6502607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A9B09E70-0119-2FBB-3D35-D8FCE7459358}"/>
              </a:ext>
            </a:extLst>
          </p:cNvPr>
          <p:cNvSpPr/>
          <p:nvPr/>
        </p:nvSpPr>
        <p:spPr>
          <a:xfrm>
            <a:off x="7078235" y="837446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1D790A13-5AA3-F263-DFAB-D44D56680FBE}"/>
              </a:ext>
            </a:extLst>
          </p:cNvPr>
          <p:cNvSpPr/>
          <p:nvPr/>
        </p:nvSpPr>
        <p:spPr>
          <a:xfrm>
            <a:off x="6501600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5CBFF98B-EDEB-76FD-8ABB-1A9E0E23C03B}"/>
              </a:ext>
            </a:extLst>
          </p:cNvPr>
          <p:cNvSpPr/>
          <p:nvPr/>
        </p:nvSpPr>
        <p:spPr>
          <a:xfrm>
            <a:off x="7077600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322995E7-A685-2437-93B0-4262F2EB274E}"/>
              </a:ext>
            </a:extLst>
          </p:cNvPr>
          <p:cNvSpPr/>
          <p:nvPr/>
        </p:nvSpPr>
        <p:spPr>
          <a:xfrm>
            <a:off x="6501600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DCB2EDCB-F017-BE80-4DE7-0D75C9910E28}"/>
              </a:ext>
            </a:extLst>
          </p:cNvPr>
          <p:cNvSpPr/>
          <p:nvPr/>
        </p:nvSpPr>
        <p:spPr>
          <a:xfrm>
            <a:off x="7077600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C6D3A5A6-0043-4BF8-1541-9307FF76BCA2}"/>
              </a:ext>
            </a:extLst>
          </p:cNvPr>
          <p:cNvSpPr/>
          <p:nvPr/>
        </p:nvSpPr>
        <p:spPr>
          <a:xfrm>
            <a:off x="650160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670593D4-947B-718C-7153-1B7761FD3DE6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1AEAC258-A5DF-F8AB-B53E-174A1A426C71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328175" y="1563140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115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B76DE3A8-98A5-5D29-5616-80295A96EC1F}"/>
              </a:ext>
            </a:extLst>
          </p:cNvPr>
          <p:cNvGrpSpPr/>
          <p:nvPr/>
        </p:nvGrpSpPr>
        <p:grpSpPr>
          <a:xfrm>
            <a:off x="1048663" y="480063"/>
            <a:ext cx="1777425" cy="1910920"/>
            <a:chOff x="2014238" y="753357"/>
            <a:chExt cx="1435100" cy="1503341"/>
          </a:xfrm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500DE4A-23CC-B656-4116-01A1390AD1BA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2423D753-BCBD-3BD7-902A-111865F9B592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9FE8268-46E6-617D-C6B3-777CB12FB1B7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1AC2CB5-6AEC-3883-16FD-3618B15BFC19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B8E867AB-D010-C134-7643-84A428E4278C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09F69D95-5B41-F4C6-42AC-F59C1F7A93F0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B1B56955-C92C-C57A-9084-2661065C7A98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437B1201-9AAC-00EF-4765-43AF35F983E2}"/>
                  </a:ext>
                </a:extLst>
              </p:cNvPr>
              <p:cNvCxnSpPr>
                <a:cxnSpLocks/>
                <a:stCxn id="138" idx="5"/>
                <a:endCxn id="123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323FCF55-79CE-991A-8F17-9AF007DEC6CC}"/>
                  </a:ext>
                </a:extLst>
              </p:cNvPr>
              <p:cNvCxnSpPr>
                <a:cxnSpLocks/>
                <a:stCxn id="130" idx="0"/>
                <a:endCxn id="13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37CF30B3-E06C-36B4-442E-5F5E4768216A}"/>
                  </a:ext>
                </a:extLst>
              </p:cNvPr>
              <p:cNvCxnSpPr>
                <a:cxnSpLocks/>
                <a:stCxn id="130" idx="6"/>
                <a:endCxn id="123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FF1131C5-F6A8-F681-02AE-1C6FFDA9352B}"/>
                  </a:ext>
                </a:extLst>
              </p:cNvPr>
              <p:cNvCxnSpPr>
                <a:cxnSpLocks/>
                <a:stCxn id="132" idx="7"/>
                <a:endCxn id="123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15662985-6434-E29D-1C28-D52AA23CC76C}"/>
                  </a:ext>
                </a:extLst>
              </p:cNvPr>
              <p:cNvCxnSpPr>
                <a:cxnSpLocks/>
                <a:stCxn id="132" idx="1"/>
                <a:endCxn id="130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969DB4CD-F556-F94C-E1B6-7F4E854173E5}"/>
                  </a:ext>
                </a:extLst>
              </p:cNvPr>
              <p:cNvCxnSpPr>
                <a:cxnSpLocks/>
                <a:stCxn id="138" idx="4"/>
                <a:endCxn id="132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B0977809-033A-E346-7BF7-2F35A53576BB}"/>
                  </a:ext>
                </a:extLst>
              </p:cNvPr>
              <p:cNvCxnSpPr>
                <a:cxnSpLocks/>
                <a:stCxn id="123" idx="6"/>
                <a:endCxn id="135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57F68005-1EF3-90A8-B2A0-D689B087B7DE}"/>
                  </a:ext>
                </a:extLst>
              </p:cNvPr>
              <p:cNvCxnSpPr>
                <a:cxnSpLocks/>
                <a:stCxn id="135" idx="6"/>
                <a:endCxn id="136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CCC5658A-9A6C-1505-6A9A-8266D382C00D}"/>
                  </a:ext>
                </a:extLst>
              </p:cNvPr>
              <p:cNvCxnSpPr>
                <a:cxnSpLocks/>
                <a:stCxn id="136" idx="1"/>
                <a:endCxn id="137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04DED18E-6F53-67AE-F64B-9189104C2DAF}"/>
                  </a:ext>
                </a:extLst>
              </p:cNvPr>
              <p:cNvCxnSpPr>
                <a:cxnSpLocks/>
                <a:stCxn id="137" idx="6"/>
                <a:endCxn id="125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67D3C3F9-72F3-7D82-57ED-A03361639F51}"/>
                  </a:ext>
                </a:extLst>
              </p:cNvPr>
              <p:cNvCxnSpPr>
                <a:cxnSpLocks/>
                <a:stCxn id="125" idx="4"/>
                <a:endCxn id="136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0CCCA393-D4BC-9D3F-5840-C33EC30F06B0}"/>
                  </a:ext>
                </a:extLst>
              </p:cNvPr>
              <p:cNvCxnSpPr>
                <a:cxnSpLocks/>
                <a:stCxn id="127" idx="3"/>
                <a:endCxn id="128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136367AA-1036-8C34-7704-A86203384D2D}"/>
                  </a:ext>
                </a:extLst>
              </p:cNvPr>
              <p:cNvCxnSpPr>
                <a:cxnSpLocks/>
                <a:stCxn id="128" idx="6"/>
                <a:endCxn id="129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248011F4-E6C3-035B-4E06-299ED7EAAC4D}"/>
                  </a:ext>
                </a:extLst>
              </p:cNvPr>
              <p:cNvCxnSpPr>
                <a:cxnSpLocks/>
                <a:stCxn id="129" idx="0"/>
                <a:endCxn id="127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5EDA3896-4ED1-783E-8FDA-93AA5C119580}"/>
                  </a:ext>
                </a:extLst>
              </p:cNvPr>
              <p:cNvCxnSpPr>
                <a:cxnSpLocks/>
                <a:stCxn id="126" idx="6"/>
                <a:endCxn id="120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69A2472C-F71E-7214-54EA-F46D20289A03}"/>
                  </a:ext>
                </a:extLst>
              </p:cNvPr>
              <p:cNvCxnSpPr>
                <a:cxnSpLocks/>
                <a:stCxn id="120" idx="0"/>
                <a:endCxn id="124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DDD018B3-43BD-7AEB-F2FD-80FD4FEA58B4}"/>
                  </a:ext>
                </a:extLst>
              </p:cNvPr>
              <p:cNvCxnSpPr>
                <a:cxnSpLocks/>
                <a:stCxn id="124" idx="2"/>
                <a:endCxn id="131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40543D64-5258-640F-4CA7-AA2878F3C6FF}"/>
                  </a:ext>
                </a:extLst>
              </p:cNvPr>
              <p:cNvCxnSpPr>
                <a:cxnSpLocks/>
                <a:stCxn id="131" idx="4"/>
                <a:endCxn id="126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1EEB36B7-4622-49A2-50DA-7ED75C020DE1}"/>
                  </a:ext>
                </a:extLst>
              </p:cNvPr>
              <p:cNvCxnSpPr>
                <a:cxnSpLocks/>
                <a:stCxn id="126" idx="4"/>
                <a:endCxn id="133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FCA3D916-FF4D-ED33-B9B0-78CDFA2D1AEE}"/>
                  </a:ext>
                </a:extLst>
              </p:cNvPr>
              <p:cNvCxnSpPr>
                <a:cxnSpLocks/>
                <a:stCxn id="133" idx="6"/>
                <a:endCxn id="12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89854271-FB1C-7B88-C393-544635DAD272}"/>
                  </a:ext>
                </a:extLst>
              </p:cNvPr>
              <p:cNvCxnSpPr>
                <a:cxnSpLocks/>
                <a:stCxn id="123" idx="0"/>
                <a:endCxn id="134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609C3C8A-C1AD-8939-BEC0-CA536AC9A374}"/>
                  </a:ext>
                </a:extLst>
              </p:cNvPr>
              <p:cNvCxnSpPr>
                <a:cxnSpLocks/>
                <a:stCxn id="132" idx="4"/>
                <a:endCxn id="127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05B78A90-BCDC-486A-F286-058AB0F5B690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109" name="Group 108">
                  <a:extLst>
                    <a:ext uri="{FF2B5EF4-FFF2-40B4-BE49-F238E27FC236}">
                      <a16:creationId xmlns:a16="http://schemas.microsoft.com/office/drawing/2014/main" id="{DB6206D0-DC9A-D1AD-7A4C-AD7A0441D06D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119" name="Group 118">
                    <a:extLst>
                      <a:ext uri="{FF2B5EF4-FFF2-40B4-BE49-F238E27FC236}">
                        <a16:creationId xmlns:a16="http://schemas.microsoft.com/office/drawing/2014/main" id="{8548315A-54D6-8FFB-FDD7-74E39F042071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121" name="Group 120">
                      <a:extLst>
                        <a:ext uri="{FF2B5EF4-FFF2-40B4-BE49-F238E27FC236}">
                          <a16:creationId xmlns:a16="http://schemas.microsoft.com/office/drawing/2014/main" id="{176FA332-AC77-73B4-67E3-432865DCF13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123" name="Oval 122">
                        <a:extLst>
                          <a:ext uri="{FF2B5EF4-FFF2-40B4-BE49-F238E27FC236}">
                            <a16:creationId xmlns:a16="http://schemas.microsoft.com/office/drawing/2014/main" id="{437D54DE-B184-C783-2BCD-FCC2B7FA69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124" name="Oval 123">
                        <a:extLst>
                          <a:ext uri="{FF2B5EF4-FFF2-40B4-BE49-F238E27FC236}">
                            <a16:creationId xmlns:a16="http://schemas.microsoft.com/office/drawing/2014/main" id="{2656A978-58D1-D0DD-F31F-182929B37A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5" name="Oval 124">
                        <a:extLst>
                          <a:ext uri="{FF2B5EF4-FFF2-40B4-BE49-F238E27FC236}">
                            <a16:creationId xmlns:a16="http://schemas.microsoft.com/office/drawing/2014/main" id="{06CC9EC8-9C4B-D867-E339-10E4D82344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126" name="Oval 125">
                        <a:extLst>
                          <a:ext uri="{FF2B5EF4-FFF2-40B4-BE49-F238E27FC236}">
                            <a16:creationId xmlns:a16="http://schemas.microsoft.com/office/drawing/2014/main" id="{471A54F7-970D-E781-8752-61376EC49A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7" name="Oval 126">
                        <a:extLst>
                          <a:ext uri="{FF2B5EF4-FFF2-40B4-BE49-F238E27FC236}">
                            <a16:creationId xmlns:a16="http://schemas.microsoft.com/office/drawing/2014/main" id="{474D541F-53C8-15D1-3EEA-2FEE14F63C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8" name="Oval 127">
                        <a:extLst>
                          <a:ext uri="{FF2B5EF4-FFF2-40B4-BE49-F238E27FC236}">
                            <a16:creationId xmlns:a16="http://schemas.microsoft.com/office/drawing/2014/main" id="{168092CC-89E1-C8AE-223A-5583FE56AD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9" name="Oval 128">
                        <a:extLst>
                          <a:ext uri="{FF2B5EF4-FFF2-40B4-BE49-F238E27FC236}">
                            <a16:creationId xmlns:a16="http://schemas.microsoft.com/office/drawing/2014/main" id="{79B765DA-BBD3-21B0-7B84-A33E13D4EB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30" name="Oval 129">
                        <a:extLst>
                          <a:ext uri="{FF2B5EF4-FFF2-40B4-BE49-F238E27FC236}">
                            <a16:creationId xmlns:a16="http://schemas.microsoft.com/office/drawing/2014/main" id="{F72F7760-522C-39BF-5D34-F0A53882A3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131" name="Oval 130">
                        <a:extLst>
                          <a:ext uri="{FF2B5EF4-FFF2-40B4-BE49-F238E27FC236}">
                            <a16:creationId xmlns:a16="http://schemas.microsoft.com/office/drawing/2014/main" id="{943028C8-5FF9-7E48-F96B-8D452ADE1F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32" name="Oval 131">
                        <a:extLst>
                          <a:ext uri="{FF2B5EF4-FFF2-40B4-BE49-F238E27FC236}">
                            <a16:creationId xmlns:a16="http://schemas.microsoft.com/office/drawing/2014/main" id="{2415FC9C-64ED-4864-D802-6D62620959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133" name="Oval 132">
                        <a:extLst>
                          <a:ext uri="{FF2B5EF4-FFF2-40B4-BE49-F238E27FC236}">
                            <a16:creationId xmlns:a16="http://schemas.microsoft.com/office/drawing/2014/main" id="{76BD5686-99E8-010E-251D-0092FCE4B8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34" name="Oval 133">
                        <a:extLst>
                          <a:ext uri="{FF2B5EF4-FFF2-40B4-BE49-F238E27FC236}">
                            <a16:creationId xmlns:a16="http://schemas.microsoft.com/office/drawing/2014/main" id="{40029736-DA80-C35A-7CB7-5F480BF4E6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135" name="Oval 134">
                        <a:extLst>
                          <a:ext uri="{FF2B5EF4-FFF2-40B4-BE49-F238E27FC236}">
                            <a16:creationId xmlns:a16="http://schemas.microsoft.com/office/drawing/2014/main" id="{E2AF2023-DCCE-A2E5-5542-AA3F1742C5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136" name="Oval 135">
                        <a:extLst>
                          <a:ext uri="{FF2B5EF4-FFF2-40B4-BE49-F238E27FC236}">
                            <a16:creationId xmlns:a16="http://schemas.microsoft.com/office/drawing/2014/main" id="{7B49AD09-FEF4-03AB-9511-99838599CA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137" name="Oval 136">
                        <a:extLst>
                          <a:ext uri="{FF2B5EF4-FFF2-40B4-BE49-F238E27FC236}">
                            <a16:creationId xmlns:a16="http://schemas.microsoft.com/office/drawing/2014/main" id="{86B5D48D-BBAE-0213-214C-AB14F69B5F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138" name="Oval 137">
                        <a:extLst>
                          <a:ext uri="{FF2B5EF4-FFF2-40B4-BE49-F238E27FC236}">
                            <a16:creationId xmlns:a16="http://schemas.microsoft.com/office/drawing/2014/main" id="{1930DBB7-8B73-5E61-27A1-96BF619BA0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122" name="Oval 121">
                      <a:extLst>
                        <a:ext uri="{FF2B5EF4-FFF2-40B4-BE49-F238E27FC236}">
                          <a16:creationId xmlns:a16="http://schemas.microsoft.com/office/drawing/2014/main" id="{A0108127-99FD-3317-38FD-4476BBA8CE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120" name="Oval 119">
                    <a:extLst>
                      <a:ext uri="{FF2B5EF4-FFF2-40B4-BE49-F238E27FC236}">
                        <a16:creationId xmlns:a16="http://schemas.microsoft.com/office/drawing/2014/main" id="{62DB954C-15D2-812D-F43E-7970B27203AF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C1F9A704-7597-79D8-7284-700EAD237E47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FA0F35C5-8FAB-E90E-7216-1CB1C8E2CB68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983F6AFF-1C55-0446-C864-7522030BEC6E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0D686DCC-0F49-7A78-9534-53EFBFAE1006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5EBDD03E-23A8-8E7B-9A51-4DFBF0DE8A8C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21893AB6-335A-608A-22DC-1C14FF494170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E408C37E-7729-A858-FD3F-B70A590984E4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07403F57-06CB-57E2-8CD6-046A064F9A85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DE27F044-F056-5838-894C-72C688D9BF1A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EB5A86A6-FFFE-8594-F4C6-1575CC458A54}"/>
                </a:ext>
              </a:extLst>
            </p:cNvPr>
            <p:cNvCxnSpPr>
              <a:cxnSpLocks/>
              <a:stCxn id="123" idx="7"/>
              <a:endCxn id="137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A45469EA-1B27-146B-A245-7730C329B63C}"/>
                </a:ext>
              </a:extLst>
            </p:cNvPr>
            <p:cNvCxnSpPr>
              <a:cxnSpLocks/>
              <a:stCxn id="127" idx="7"/>
              <a:endCxn id="135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E822E7BD-5E99-1117-14D1-8A6E0CA6899C}"/>
              </a:ext>
            </a:extLst>
          </p:cNvPr>
          <p:cNvGrpSpPr/>
          <p:nvPr/>
        </p:nvGrpSpPr>
        <p:grpSpPr>
          <a:xfrm>
            <a:off x="4355006" y="545533"/>
            <a:ext cx="2143142" cy="1794878"/>
            <a:chOff x="4393050" y="572466"/>
            <a:chExt cx="2143142" cy="1794878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9363474A-7B68-31AD-EA57-17A7CC72168D}"/>
                </a:ext>
              </a:extLst>
            </p:cNvPr>
            <p:cNvGrpSpPr/>
            <p:nvPr/>
          </p:nvGrpSpPr>
          <p:grpSpPr>
            <a:xfrm>
              <a:off x="4393050" y="572466"/>
              <a:ext cx="1822672" cy="1794878"/>
              <a:chOff x="4750305" y="521896"/>
              <a:chExt cx="1822672" cy="1794878"/>
            </a:xfrm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A3199E0C-7F66-8330-5935-866E9629746D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204" name="Group 203">
                  <a:extLst>
                    <a:ext uri="{FF2B5EF4-FFF2-40B4-BE49-F238E27FC236}">
                      <a16:creationId xmlns:a16="http://schemas.microsoft.com/office/drawing/2014/main" id="{59F8B492-F93E-285E-83CF-814AA8247D9D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206" name="Rectangle 205">
                    <a:extLst>
                      <a:ext uri="{FF2B5EF4-FFF2-40B4-BE49-F238E27FC236}">
                        <a16:creationId xmlns:a16="http://schemas.microsoft.com/office/drawing/2014/main" id="{6716C644-6E70-A427-8815-1E1475BE33F6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7" name="Oval 206">
                    <a:extLst>
                      <a:ext uri="{FF2B5EF4-FFF2-40B4-BE49-F238E27FC236}">
                        <a16:creationId xmlns:a16="http://schemas.microsoft.com/office/drawing/2014/main" id="{2E653608-BC16-E09E-2C78-6D76AE829E90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208" name="Straight Arrow Connector 207">
                    <a:extLst>
                      <a:ext uri="{FF2B5EF4-FFF2-40B4-BE49-F238E27FC236}">
                        <a16:creationId xmlns:a16="http://schemas.microsoft.com/office/drawing/2014/main" id="{EC7B2EBE-8AEA-9BB9-B7E8-6854D01714EC}"/>
                      </a:ext>
                    </a:extLst>
                  </p:cNvPr>
                  <p:cNvCxnSpPr>
                    <a:cxnSpLocks/>
                    <a:stCxn id="207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9" name="TextBox 208">
                    <a:extLst>
                      <a:ext uri="{FF2B5EF4-FFF2-40B4-BE49-F238E27FC236}">
                        <a16:creationId xmlns:a16="http://schemas.microsoft.com/office/drawing/2014/main" id="{CE466863-91DD-D218-2A25-FB2701659F1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10" name="Rectangle 209">
                    <a:extLst>
                      <a:ext uri="{FF2B5EF4-FFF2-40B4-BE49-F238E27FC236}">
                        <a16:creationId xmlns:a16="http://schemas.microsoft.com/office/drawing/2014/main" id="{8BEF2931-F18D-6955-D792-36B04C66C4F4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1" name="Rectangle 210">
                    <a:extLst>
                      <a:ext uri="{FF2B5EF4-FFF2-40B4-BE49-F238E27FC236}">
                        <a16:creationId xmlns:a16="http://schemas.microsoft.com/office/drawing/2014/main" id="{724F544F-7ABF-1F3D-E6EE-677450F2BF82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2" name="TextBox 211">
                    <a:extLst>
                      <a:ext uri="{FF2B5EF4-FFF2-40B4-BE49-F238E27FC236}">
                        <a16:creationId xmlns:a16="http://schemas.microsoft.com/office/drawing/2014/main" id="{764D4EF1-A8AE-D9C5-E98F-5CC483060C1D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05" name="Rectangle 204">
                  <a:extLst>
                    <a:ext uri="{FF2B5EF4-FFF2-40B4-BE49-F238E27FC236}">
                      <a16:creationId xmlns:a16="http://schemas.microsoft.com/office/drawing/2014/main" id="{863B7D2A-D32B-EDD1-A5E9-BC9EEA2AFB5F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43" name="Straight Arrow Connector 142">
                <a:extLst>
                  <a:ext uri="{FF2B5EF4-FFF2-40B4-BE49-F238E27FC236}">
                    <a16:creationId xmlns:a16="http://schemas.microsoft.com/office/drawing/2014/main" id="{A00380E3-1836-08A9-D214-C7B9650F75E9}"/>
                  </a:ext>
                </a:extLst>
              </p:cNvPr>
              <p:cNvCxnSpPr>
                <a:cxnSpLocks/>
                <a:stCxn id="147" idx="4"/>
                <a:endCxn id="146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708B53A8-ADC2-8C83-C4CA-3041FF7C2248}"/>
                  </a:ext>
                </a:extLst>
              </p:cNvPr>
              <p:cNvCxnSpPr>
                <a:cxnSpLocks/>
                <a:stCxn id="146" idx="7"/>
                <a:endCxn id="148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C32C77EB-AA67-26B4-70A3-9BA4B28C9DFD}"/>
                  </a:ext>
                </a:extLst>
              </p:cNvPr>
              <p:cNvCxnSpPr>
                <a:cxnSpLocks/>
                <a:stCxn id="148" idx="6"/>
                <a:endCxn id="149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9ACB2A11-912D-CFAF-85ED-2B1DD647EA80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DCA70B47-D1CB-DE44-DE71-3AE7B664C304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87C07107-053E-6CC9-94DB-33E0B87D43C0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23A4984B-C370-0855-E9BD-F771BE665BD7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150" name="Straight Arrow Connector 149">
                <a:extLst>
                  <a:ext uri="{FF2B5EF4-FFF2-40B4-BE49-F238E27FC236}">
                    <a16:creationId xmlns:a16="http://schemas.microsoft.com/office/drawing/2014/main" id="{F5BFBEC8-41A1-C97C-56FF-FF2CE576B8CB}"/>
                  </a:ext>
                </a:extLst>
              </p:cNvPr>
              <p:cNvCxnSpPr>
                <a:cxnSpLocks/>
                <a:stCxn id="147" idx="6"/>
                <a:endCxn id="148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1" name="Group 150">
                <a:extLst>
                  <a:ext uri="{FF2B5EF4-FFF2-40B4-BE49-F238E27FC236}">
                    <a16:creationId xmlns:a16="http://schemas.microsoft.com/office/drawing/2014/main" id="{4F18E0AE-CB83-BEF4-9EEA-DE5CAD2ABC3B}"/>
                  </a:ext>
                </a:extLst>
              </p:cNvPr>
              <p:cNvGrpSpPr/>
              <p:nvPr/>
            </p:nvGrpSpPr>
            <p:grpSpPr>
              <a:xfrm>
                <a:off x="5554060" y="1686569"/>
                <a:ext cx="1018917" cy="257901"/>
                <a:chOff x="4332009" y="1447151"/>
                <a:chExt cx="1018917" cy="257901"/>
              </a:xfrm>
            </p:grpSpPr>
            <p:cxnSp>
              <p:nvCxnSpPr>
                <p:cNvPr id="196" name="Straight Arrow Connector 195">
                  <a:extLst>
                    <a:ext uri="{FF2B5EF4-FFF2-40B4-BE49-F238E27FC236}">
                      <a16:creationId xmlns:a16="http://schemas.microsoft.com/office/drawing/2014/main" id="{5594989A-A366-2F95-577D-99EABF8E78E1}"/>
                    </a:ext>
                  </a:extLst>
                </p:cNvPr>
                <p:cNvCxnSpPr>
                  <a:cxnSpLocks/>
                  <a:stCxn id="198" idx="6"/>
                  <a:endCxn id="199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61EE14D6-C1CA-5F4E-3EE1-6DFBC8E4DD24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A621456F-4574-E77E-A79C-913D0FFF34AF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CAD01A3D-4A35-39CD-E872-D8CD1A63E54F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00" name="Straight Arrow Connector 199">
                  <a:extLst>
                    <a:ext uri="{FF2B5EF4-FFF2-40B4-BE49-F238E27FC236}">
                      <a16:creationId xmlns:a16="http://schemas.microsoft.com/office/drawing/2014/main" id="{0DCAC8DA-A2E3-3A05-923A-BDDEE2F1C88A}"/>
                    </a:ext>
                  </a:extLst>
                </p:cNvPr>
                <p:cNvCxnSpPr>
                  <a:cxnSpLocks/>
                  <a:stCxn id="197" idx="6"/>
                  <a:endCxn id="198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320F742D-D9C6-E57E-A7FF-7390CF6CA158}"/>
                    </a:ext>
                  </a:extLst>
                </p:cNvPr>
                <p:cNvSpPr txBox="1"/>
                <p:nvPr/>
              </p:nvSpPr>
              <p:spPr>
                <a:xfrm>
                  <a:off x="4332009" y="145883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D2A52C8C-8837-A727-5120-5536B06C2806}"/>
                    </a:ext>
                  </a:extLst>
                </p:cNvPr>
                <p:cNvSpPr txBox="1"/>
                <p:nvPr/>
              </p:nvSpPr>
              <p:spPr>
                <a:xfrm>
                  <a:off x="4690850" y="14582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A7A5BB73-F396-7AAA-F580-495255A85F4F}"/>
                    </a:ext>
                  </a:extLst>
                </p:cNvPr>
                <p:cNvSpPr txBox="1"/>
                <p:nvPr/>
              </p:nvSpPr>
              <p:spPr>
                <a:xfrm>
                  <a:off x="4976495" y="144715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52" name="Group 151">
                <a:extLst>
                  <a:ext uri="{FF2B5EF4-FFF2-40B4-BE49-F238E27FC236}">
                    <a16:creationId xmlns:a16="http://schemas.microsoft.com/office/drawing/2014/main" id="{0337E5F3-0E7F-7B25-096D-A52ABCB966EE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179" name="Rectangle 178">
                  <a:extLst>
                    <a:ext uri="{FF2B5EF4-FFF2-40B4-BE49-F238E27FC236}">
                      <a16:creationId xmlns:a16="http://schemas.microsoft.com/office/drawing/2014/main" id="{FE90F802-A0ED-1D0C-D5E4-56BA844F3680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A931B14A-D9B3-FE14-32B6-4570D109ABBC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C7475741-646C-E10E-B03E-1C4519619FE0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82" name="Straight Arrow Connector 181">
                  <a:extLst>
                    <a:ext uri="{FF2B5EF4-FFF2-40B4-BE49-F238E27FC236}">
                      <a16:creationId xmlns:a16="http://schemas.microsoft.com/office/drawing/2014/main" id="{D2CD02F0-00C6-F97C-6719-125569E089D0}"/>
                    </a:ext>
                  </a:extLst>
                </p:cNvPr>
                <p:cNvCxnSpPr>
                  <a:cxnSpLocks/>
                  <a:stCxn id="180" idx="0"/>
                  <a:endCxn id="181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B21B9FD2-325F-54FE-497F-FE28A7075CE2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84" name="Straight Arrow Connector 183">
                  <a:extLst>
                    <a:ext uri="{FF2B5EF4-FFF2-40B4-BE49-F238E27FC236}">
                      <a16:creationId xmlns:a16="http://schemas.microsoft.com/office/drawing/2014/main" id="{CEEFC38C-964F-3339-F6B6-2F8F86F7DAB3}"/>
                    </a:ext>
                  </a:extLst>
                </p:cNvPr>
                <p:cNvCxnSpPr>
                  <a:cxnSpLocks/>
                  <a:stCxn id="180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Arrow Connector 184">
                  <a:extLst>
                    <a:ext uri="{FF2B5EF4-FFF2-40B4-BE49-F238E27FC236}">
                      <a16:creationId xmlns:a16="http://schemas.microsoft.com/office/drawing/2014/main" id="{6788BBB8-5854-F0CB-9847-C3095B16A4EF}"/>
                    </a:ext>
                  </a:extLst>
                </p:cNvPr>
                <p:cNvCxnSpPr>
                  <a:cxnSpLocks/>
                  <a:stCxn id="181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86" name="Group 185">
                  <a:extLst>
                    <a:ext uri="{FF2B5EF4-FFF2-40B4-BE49-F238E27FC236}">
                      <a16:creationId xmlns:a16="http://schemas.microsoft.com/office/drawing/2014/main" id="{F3EB7F76-A459-F310-E560-1E0291986D0E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193" name="Rectangle 192">
                    <a:extLst>
                      <a:ext uri="{FF2B5EF4-FFF2-40B4-BE49-F238E27FC236}">
                        <a16:creationId xmlns:a16="http://schemas.microsoft.com/office/drawing/2014/main" id="{BD04D913-7E4C-EC38-07B9-B2770F7E9A1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4" name="Rectangle 193">
                    <a:extLst>
                      <a:ext uri="{FF2B5EF4-FFF2-40B4-BE49-F238E27FC236}">
                        <a16:creationId xmlns:a16="http://schemas.microsoft.com/office/drawing/2014/main" id="{3563E3CA-A9ED-767D-75B7-A7E0CEDB3F11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5" name="Rectangle 194">
                    <a:extLst>
                      <a:ext uri="{FF2B5EF4-FFF2-40B4-BE49-F238E27FC236}">
                        <a16:creationId xmlns:a16="http://schemas.microsoft.com/office/drawing/2014/main" id="{FE80D0FF-2D58-3766-1931-7A05BA09E3A7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AE6601F2-DDA2-A7F3-C2C5-0244399EEF12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88" name="Group 187">
                  <a:extLst>
                    <a:ext uri="{FF2B5EF4-FFF2-40B4-BE49-F238E27FC236}">
                      <a16:creationId xmlns:a16="http://schemas.microsoft.com/office/drawing/2014/main" id="{18F6D023-C8E5-8933-368B-F6C98236A8F7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190" name="Rectangle 189">
                    <a:extLst>
                      <a:ext uri="{FF2B5EF4-FFF2-40B4-BE49-F238E27FC236}">
                        <a16:creationId xmlns:a16="http://schemas.microsoft.com/office/drawing/2014/main" id="{5876DA62-3123-9E6D-7105-299AD4BB6AC6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1" name="Rectangle 190">
                    <a:extLst>
                      <a:ext uri="{FF2B5EF4-FFF2-40B4-BE49-F238E27FC236}">
                        <a16:creationId xmlns:a16="http://schemas.microsoft.com/office/drawing/2014/main" id="{DCEBD5D2-36BE-70AE-635D-19D8F3FEAF33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2" name="Rectangle 191">
                    <a:extLst>
                      <a:ext uri="{FF2B5EF4-FFF2-40B4-BE49-F238E27FC236}">
                        <a16:creationId xmlns:a16="http://schemas.microsoft.com/office/drawing/2014/main" id="{F378A2D7-0F50-D53F-F006-927DDBDA69D2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99FBBD40-5667-13B8-C50C-FC7321568FD8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C6554541-C85D-3F06-ECE5-B8F310B79C37}"/>
                  </a:ext>
                </a:extLst>
              </p:cNvPr>
              <p:cNvCxnSpPr>
                <a:cxnSpLocks/>
                <a:endCxn id="147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D7B484BC-C33C-DB8F-B0F3-4C1D5A1E67DF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168" name="Group 167">
                  <a:extLst>
                    <a:ext uri="{FF2B5EF4-FFF2-40B4-BE49-F238E27FC236}">
                      <a16:creationId xmlns:a16="http://schemas.microsoft.com/office/drawing/2014/main" id="{C331A92E-9EAA-E9C9-55DF-50FDA678BCF0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170" name="Rectangle 169">
                    <a:extLst>
                      <a:ext uri="{FF2B5EF4-FFF2-40B4-BE49-F238E27FC236}">
                        <a16:creationId xmlns:a16="http://schemas.microsoft.com/office/drawing/2014/main" id="{7E038AC7-4A6A-B766-112B-4805900BDBEC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71" name="Oval 170">
                    <a:extLst>
                      <a:ext uri="{FF2B5EF4-FFF2-40B4-BE49-F238E27FC236}">
                        <a16:creationId xmlns:a16="http://schemas.microsoft.com/office/drawing/2014/main" id="{A4E5E0CE-7FA3-B059-B77B-9A5BE65CCA5A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72" name="Straight Arrow Connector 171">
                    <a:extLst>
                      <a:ext uri="{FF2B5EF4-FFF2-40B4-BE49-F238E27FC236}">
                        <a16:creationId xmlns:a16="http://schemas.microsoft.com/office/drawing/2014/main" id="{6AD1A458-4064-6417-286F-3C5607A7C2F2}"/>
                      </a:ext>
                    </a:extLst>
                  </p:cNvPr>
                  <p:cNvCxnSpPr>
                    <a:cxnSpLocks/>
                    <a:stCxn id="1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3" name="TextBox 172">
                    <a:extLst>
                      <a:ext uri="{FF2B5EF4-FFF2-40B4-BE49-F238E27FC236}">
                        <a16:creationId xmlns:a16="http://schemas.microsoft.com/office/drawing/2014/main" id="{4794FA5A-6E34-93EA-EDD7-77A76F225D5B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4" name="Rectangle 173">
                    <a:extLst>
                      <a:ext uri="{FF2B5EF4-FFF2-40B4-BE49-F238E27FC236}">
                        <a16:creationId xmlns:a16="http://schemas.microsoft.com/office/drawing/2014/main" id="{88E203A5-BC5B-F278-4658-C684099E2FAB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5" name="Rectangle 174">
                    <a:extLst>
                      <a:ext uri="{FF2B5EF4-FFF2-40B4-BE49-F238E27FC236}">
                        <a16:creationId xmlns:a16="http://schemas.microsoft.com/office/drawing/2014/main" id="{F59448E6-87DE-D211-7F5D-F57E3678699D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6" name="Rectangle 175">
                    <a:extLst>
                      <a:ext uri="{FF2B5EF4-FFF2-40B4-BE49-F238E27FC236}">
                        <a16:creationId xmlns:a16="http://schemas.microsoft.com/office/drawing/2014/main" id="{BC3D4BD8-8A43-DAC1-323A-1CF03C397827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7" name="TextBox 176">
                    <a:extLst>
                      <a:ext uri="{FF2B5EF4-FFF2-40B4-BE49-F238E27FC236}">
                        <a16:creationId xmlns:a16="http://schemas.microsoft.com/office/drawing/2014/main" id="{45BCCFF1-4BB4-81EC-FE4C-E5BB1A4A26AC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8" name="Rectangle 177">
                    <a:extLst>
                      <a:ext uri="{FF2B5EF4-FFF2-40B4-BE49-F238E27FC236}">
                        <a16:creationId xmlns:a16="http://schemas.microsoft.com/office/drawing/2014/main" id="{280D1617-62B9-EE0B-CCF5-8550F1B91D3E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9E4CEE43-D8E6-9831-3439-CBDC734E9441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8A00D9EA-E723-515C-144F-1A5EF16B397A}"/>
                  </a:ext>
                </a:extLst>
              </p:cNvPr>
              <p:cNvCxnSpPr>
                <a:cxnSpLocks/>
                <a:stCxn id="170" idx="0"/>
                <a:endCxn id="197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544A1FC9-7005-E5FC-4F47-27F2B085227C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159" name="Group 158">
                  <a:extLst>
                    <a:ext uri="{FF2B5EF4-FFF2-40B4-BE49-F238E27FC236}">
                      <a16:creationId xmlns:a16="http://schemas.microsoft.com/office/drawing/2014/main" id="{28E77E71-C543-2391-177C-6638A8C2930F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161" name="Rectangle 160">
                    <a:extLst>
                      <a:ext uri="{FF2B5EF4-FFF2-40B4-BE49-F238E27FC236}">
                        <a16:creationId xmlns:a16="http://schemas.microsoft.com/office/drawing/2014/main" id="{A874C67E-1857-1233-0DD5-934A78CF9DF0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62" name="Oval 161">
                    <a:extLst>
                      <a:ext uri="{FF2B5EF4-FFF2-40B4-BE49-F238E27FC236}">
                        <a16:creationId xmlns:a16="http://schemas.microsoft.com/office/drawing/2014/main" id="{862702D6-3BB5-096A-AFBE-E744CA9BB8EE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63" name="Straight Arrow Connector 162">
                    <a:extLst>
                      <a:ext uri="{FF2B5EF4-FFF2-40B4-BE49-F238E27FC236}">
                        <a16:creationId xmlns:a16="http://schemas.microsoft.com/office/drawing/2014/main" id="{0F4A0D60-F8E0-FACC-6CA4-462847143280}"/>
                      </a:ext>
                    </a:extLst>
                  </p:cNvPr>
                  <p:cNvCxnSpPr>
                    <a:cxnSpLocks/>
                    <a:stCxn id="162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4" name="TextBox 163">
                    <a:extLst>
                      <a:ext uri="{FF2B5EF4-FFF2-40B4-BE49-F238E27FC236}">
                        <a16:creationId xmlns:a16="http://schemas.microsoft.com/office/drawing/2014/main" id="{7C442859-9E82-9763-EF77-C185B7EDF78A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5" name="Rectangle 164">
                    <a:extLst>
                      <a:ext uri="{FF2B5EF4-FFF2-40B4-BE49-F238E27FC236}">
                        <a16:creationId xmlns:a16="http://schemas.microsoft.com/office/drawing/2014/main" id="{338ACDA1-4A85-38B3-F11C-34AC2E54BF7A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6" name="Rectangle 165">
                    <a:extLst>
                      <a:ext uri="{FF2B5EF4-FFF2-40B4-BE49-F238E27FC236}">
                        <a16:creationId xmlns:a16="http://schemas.microsoft.com/office/drawing/2014/main" id="{E47C9DE1-9888-5523-4EFA-3C43B15FE4F8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7" name="TextBox 166">
                    <a:extLst>
                      <a:ext uri="{FF2B5EF4-FFF2-40B4-BE49-F238E27FC236}">
                        <a16:creationId xmlns:a16="http://schemas.microsoft.com/office/drawing/2014/main" id="{18ADDDF9-D682-1AEB-D638-A1D907F8CD3E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831263E2-7160-EA3D-9B85-7E2226EEA067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F3A37667-8173-A86B-D17C-97D0A41D6525}"/>
                  </a:ext>
                </a:extLst>
              </p:cNvPr>
              <p:cNvCxnSpPr>
                <a:cxnSpLocks/>
                <a:stCxn id="160" idx="3"/>
                <a:endCxn id="146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2CC1ACA5-EF13-4835-84F7-820D0CCDAFBF}"/>
                  </a:ext>
                </a:extLst>
              </p:cNvPr>
              <p:cNvCxnSpPr>
                <a:cxnSpLocks/>
                <a:endCxn id="149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E0EDC7CF-B7A3-9C2D-11F9-76EC3BB09DC3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498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5694160-B416-9023-6FE5-BC822D3F1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7223823B-73B3-00A3-8C20-AF2A291DC2A2}"/>
              </a:ext>
            </a:extLst>
          </p:cNvPr>
          <p:cNvSpPr/>
          <p:nvPr/>
        </p:nvSpPr>
        <p:spPr>
          <a:xfrm>
            <a:off x="2036848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45B7780F-C161-458A-80E6-E5C76CE7AB46}"/>
              </a:ext>
            </a:extLst>
          </p:cNvPr>
          <p:cNvSpPr/>
          <p:nvPr/>
        </p:nvSpPr>
        <p:spPr>
          <a:xfrm>
            <a:off x="4251573" y="326970"/>
            <a:ext cx="1926614" cy="2531535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598ED474-9DB0-1EE1-9FC7-218394E5DB7B}"/>
              </a:ext>
            </a:extLst>
          </p:cNvPr>
          <p:cNvSpPr/>
          <p:nvPr/>
        </p:nvSpPr>
        <p:spPr>
          <a:xfrm>
            <a:off x="19490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05982741-88D2-6AB1-ED67-5696F8DE6691}"/>
              </a:ext>
            </a:extLst>
          </p:cNvPr>
          <p:cNvSpPr/>
          <p:nvPr/>
        </p:nvSpPr>
        <p:spPr>
          <a:xfrm>
            <a:off x="4017332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BA0BBEA1-7493-60CF-E385-3B15E6450CA2}"/>
              </a:ext>
            </a:extLst>
          </p:cNvPr>
          <p:cNvSpPr/>
          <p:nvPr/>
        </p:nvSpPr>
        <p:spPr>
          <a:xfrm>
            <a:off x="1816509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075A89-BDEE-6BEC-9160-2597F25CC561}"/>
              </a:ext>
            </a:extLst>
          </p:cNvPr>
          <p:cNvSpPr txBox="1"/>
          <p:nvPr/>
        </p:nvSpPr>
        <p:spPr>
          <a:xfrm>
            <a:off x="117052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A62FECE4-B861-E998-C2CA-AA2457E4C763}"/>
              </a:ext>
            </a:extLst>
          </p:cNvPr>
          <p:cNvSpPr txBox="1"/>
          <p:nvPr/>
        </p:nvSpPr>
        <p:spPr>
          <a:xfrm>
            <a:off x="1962733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14401EE-7DF0-0B66-4FF5-CED2A0329448}"/>
              </a:ext>
            </a:extLst>
          </p:cNvPr>
          <p:cNvSpPr txBox="1"/>
          <p:nvPr/>
        </p:nvSpPr>
        <p:spPr>
          <a:xfrm>
            <a:off x="4505813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6AEB2FB8-EBCD-2DF2-3ACE-B09D5CEEEE3A}"/>
              </a:ext>
            </a:extLst>
          </p:cNvPr>
          <p:cNvGrpSpPr/>
          <p:nvPr/>
        </p:nvGrpSpPr>
        <p:grpSpPr>
          <a:xfrm>
            <a:off x="-605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1604191A-81F5-402F-BD8A-3ADB69EDD6BD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5DDCDB00-9278-38F4-3635-C2597DF4BE44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EFFB1B76-C458-B4F2-F029-E8F04E3FA28D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0B1D45D4-21F0-31D4-5B5F-3CF0180C1FE0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1241AEA7-6E1A-7196-DEA6-FECA0CDDA33D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3E2FE0ED-CFEB-286E-0B73-AB0130C1B7EC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36DFE689-BE16-EDC3-B774-24DA70378BFC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5BBACAFF-D82A-6A03-6967-DA8EE509A8DA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4F5D756F-F767-9C38-5C5C-8F4E0C0E42B2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ADE233BB-BE14-DF3F-64E3-2040C80DD47A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4F1E46A5-4A9D-B4BF-40A7-29696747C483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E0BC400F-8976-A081-8808-EA446EC1F1FE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6973445B-2107-1D0A-6194-0B2A9F897873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E8F8CAF1-2AE3-E795-CE08-48587AF46ABC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1106D763-3848-56EF-E5AF-8B60EA7E5043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91B5DFE8-868B-6A01-9865-DFA5BCB15776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AF82366B-1E3D-DFF5-B463-54E4EF0DC05F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4174F53B-7C83-E03F-A863-7EF72C589E54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7A475EF6-1AA3-B625-0C4B-6F69C879D6BA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BF713A5E-3348-E3DA-0851-36022DEA3940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E53C3571-7291-E78B-17B8-2CD6F5BD236F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315EB9B7-52E5-036A-58A8-DFF450208882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8B8DF533-AF77-5949-C212-8262E3801557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AA6CEE37-1AA7-E3AC-7D07-A409AC5D4E59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DD215FDB-6AA3-2F4B-BFE8-36912B942A76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7197C0F6-9E2B-520C-2E87-6BD0F4F2FDAC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8B4DA53F-7A26-1703-5E83-61EB51EF1E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50ABF231-4070-B15B-FB61-DBC44EC1A4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BF49FA10-9606-1014-CC74-D5A67F7723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29D92987-6F21-7708-33E0-CF09163EC6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E39A70C0-B753-0B7E-F5C5-2476924BA2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DA4F3371-854F-A3F6-6202-99491E5FDF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50C9971B-453C-22E1-8DAF-DCF7690369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B5503CEC-9D46-3EF4-D459-F7675E4D8D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41E50852-4A42-88A4-65BD-1125540FD3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3A3DD656-5A5D-276A-4E32-80DA330CD1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DA840496-B821-11B6-578E-8A5DEA94A9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ABE44B61-238A-49F4-0DD5-33913DA4AD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001F98A4-7333-C2F6-5F84-40EB609AF8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74AF1F20-1543-0B1B-97F5-51815EE2D6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A95EC737-080D-195B-1003-54BA90665E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777ABFEE-8536-D443-D426-B1A5AA9545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1A3B2511-77E1-5D18-34D3-FC0E283C32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2EA2B177-7E97-ED7F-3970-8E16762655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87D6FE19-D665-0407-F8ED-FF29336BE643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374BDD2-B5EA-FDA3-AFE9-796C1A3CD198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26217AC-0A76-1A69-96FF-51ED0D9FC6BD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86E7CE2-06E0-95CF-DC51-24F5A4EB1BDF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7AFF4A8-2852-0287-7BCD-39370D1264F5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7755A00-C9F9-C6EF-FF98-78AAE44B3336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9D0BC0F-9659-A481-AF32-FAD940D5204E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C088CEF-7162-68DF-16AE-B2E36C7601F7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0019633-76F7-0EB5-1832-687862338CED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820C148-6CDF-F083-1D91-1C1AAED31143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AE323C4E-4B0B-6202-B8E4-70DB8917FC53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DE455C27-5E58-008D-6980-96CE9A9A6616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B9146C23-02B0-2F3C-90EE-FC3735F99BBC}"/>
              </a:ext>
            </a:extLst>
          </p:cNvPr>
          <p:cNvGrpSpPr/>
          <p:nvPr/>
        </p:nvGrpSpPr>
        <p:grpSpPr>
          <a:xfrm>
            <a:off x="2142756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ED02860F-B91D-5457-7708-1B584C91357E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0CB2C1ED-75B6-45F9-FC01-BE20B193DE44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1DA1F17B-7DE6-EA1F-2E71-F02EE2FFC1AF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3493A118-9DB0-34D6-408F-2DD6281553DB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216359BE-EE59-7B18-0B9E-49E2BDEF2114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03CE3698-DD14-3DD8-F224-3BEF5C759CBD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BE40D10F-48CF-DD17-4DF8-35BF0B69771B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FC1B85F4-3D77-FF9A-6DB5-E9D066903FE1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DE502529-31E4-E254-4D28-8E7CCDE91B92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F3C97B22-4BEF-725E-641F-76D22FC8448D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CBAFD2DE-A703-D3FF-D38D-B7A03C8C628F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E57995A8-5230-49D6-55E1-15CD4C7B4441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4442D95D-5962-FBEC-76CF-29F0A3401DCC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3ECD7C9E-0E2F-B935-6EC2-4B6B6DF3699E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78ABEDB4-2D7A-C4B9-1115-35B8CB45CFB4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CE7B4D53-54B0-08D1-A03C-5F3F374EDA77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8E019AF5-1EEB-87D9-71EA-9B8F45AE2B18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8B759A5F-6674-C0DB-1F9B-78BFC2FF412E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D06B0782-C71D-F0EE-07C9-CB24F87463D7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41C417A5-F35F-AF8B-9AD3-AAFE4B5EDD0B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4EDA215B-72F8-FB3F-6F02-336348205C45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976E10CC-318D-4DA0-91E7-B4BAED41CB22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FCE9CC14-E10B-260D-E2BA-02574192A232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1C57D415-CFE5-F2B6-9DBD-34187175D83F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9A0958D8-9C6A-2FD1-7AAF-38A36ABFA7C9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9CEFE03C-A033-09E3-6D85-A40F35032AA2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E11B8760-1DB0-4E41-967C-81C84F1FF4F4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1BABC2C5-F729-C1B1-4372-26794361496A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0DD8DCE9-58F3-A47D-BE55-900CEA65F0DE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0B2E98CB-A3E3-9197-AC2D-5FCD4CA0874A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6BD90126-718D-A5D2-34B6-D08202D7FCF0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8A738E7F-6D51-8154-C89D-85B81409B6C3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90F59EE1-C9F8-7606-2641-EE4484CEA1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5477F065-F26E-E6FE-583D-03ADA7436D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EED0FA65-A854-058C-7CD8-C24D662EB9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48AF0D11-AC2D-219F-19A4-01728A638A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5A462DC9-AF3D-6B91-E53D-921CA878E9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62A94782-8CA9-DE05-7EAE-95A3BD55B8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14269078-F232-3948-A34D-D69280E4D7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B4466197-6AEF-27FF-69D1-553A6A88AC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23D43CBE-6173-0C65-3C65-5FEDA8134E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3C7B74BE-6178-7593-77DD-48047634BA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9BA18785-591A-F69D-B157-AF03FABDFC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3AFEE8F7-0F3F-F039-D3BB-95DF9C9226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7BC1411B-6BC5-33BF-C1B9-3FFD79BB0D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26E04129-4415-0F89-951D-90D4536602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29BBEDBC-F451-B6AA-64F8-8162BCF638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00A5FD21-DC6D-9CDD-34CE-7DC73D61CC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96CF5A05-3C21-D181-FD3A-394BA2DFD6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44D46FE9-BEAC-64BE-ECD7-87F59E06FE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D106B385-FA26-5DB4-DEB7-47EB6C41BC55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3923173E-57E1-0D67-CFF6-D69FC9FC37DA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90F4DC58-A3BA-B67E-7D23-98DA7B858C07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3F39DEA6-3C5F-50C7-01EC-2095A034A516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B458E7EE-B52C-B7B9-7D15-9B639847DB56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D583D9B5-2D84-5FE5-78B2-451E91257DD8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A1F135CD-6665-709A-2B13-34B0CB52868C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442549A1-5B2C-50EC-6065-2DCE4E2F8A59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2043B8EF-9DCF-8A9A-4D55-8FE3806D8B55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539B7C3A-C1C9-1043-B9BD-C41275B753C0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F99A5C5F-5FBC-66FA-98FE-58D7DF69E484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BE823F2D-82F7-0FAE-2840-F3B12DB180AE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9503354F-0621-A880-2469-FF764364DEFE}"/>
              </a:ext>
            </a:extLst>
          </p:cNvPr>
          <p:cNvGrpSpPr/>
          <p:nvPr/>
        </p:nvGrpSpPr>
        <p:grpSpPr>
          <a:xfrm>
            <a:off x="4257695" y="592357"/>
            <a:ext cx="2143142" cy="2011143"/>
            <a:chOff x="4393050" y="572466"/>
            <a:chExt cx="2143142" cy="2011143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99F6A1F1-6947-1FDE-E3C5-1ACF56EEC636}"/>
                </a:ext>
              </a:extLst>
            </p:cNvPr>
            <p:cNvGrpSpPr/>
            <p:nvPr/>
          </p:nvGrpSpPr>
          <p:grpSpPr>
            <a:xfrm>
              <a:off x="4393050" y="572466"/>
              <a:ext cx="1949322" cy="2011143"/>
              <a:chOff x="4750305" y="521896"/>
              <a:chExt cx="1949322" cy="2011143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62126816-9CA3-33EC-E8A0-E0B481542ABA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53C8EBFB-4411-E0DF-A24F-AF83B29D68DC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C8C64E8C-F84B-6BDA-C314-D764E5BF3505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8F1DDB91-0DDB-A3D0-E473-893544E5104D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7E90D3BB-FA62-1E0F-C9C5-8456048E567E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005F0D34-A2CD-BCFE-59C7-459734173393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90CB078D-2DBD-16E7-5548-1082416F1A82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0B1884EE-B9CC-339C-E610-03BAD63B57D0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836D84E0-C0D7-A4CD-6A1F-E08783E7C932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3E53FD42-F51C-ACE2-E729-3D422D9791C8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22200E5D-92FF-AC9C-68F4-EA141FFABA86}"/>
                  </a:ext>
                </a:extLst>
              </p:cNvPr>
              <p:cNvCxnSpPr>
                <a:cxnSpLocks/>
                <a:stCxn id="630" idx="3"/>
                <a:endCxn id="629" idx="0"/>
              </p:cNvCxnSpPr>
              <p:nvPr/>
            </p:nvCxnSpPr>
            <p:spPr>
              <a:xfrm flipH="1">
                <a:off x="5713046" y="1270539"/>
                <a:ext cx="103660" cy="13906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9FB3A31A-580C-A1E1-72CA-8B6CAB59E6F6}"/>
                  </a:ext>
                </a:extLst>
              </p:cNvPr>
              <p:cNvCxnSpPr>
                <a:cxnSpLocks/>
                <a:stCxn id="629" idx="6"/>
                <a:endCxn id="631" idx="2"/>
              </p:cNvCxnSpPr>
              <p:nvPr/>
            </p:nvCxnSpPr>
            <p:spPr>
              <a:xfrm>
                <a:off x="5797633" y="1493983"/>
                <a:ext cx="214312" cy="43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0E67251B-C5D7-3E4E-ADA0-A33C3FEA1306}"/>
                  </a:ext>
                </a:extLst>
              </p:cNvPr>
              <p:cNvCxnSpPr>
                <a:cxnSpLocks/>
                <a:stCxn id="631" idx="7"/>
                <a:endCxn id="632" idx="3"/>
              </p:cNvCxnSpPr>
              <p:nvPr/>
            </p:nvCxnSpPr>
            <p:spPr>
              <a:xfrm flipV="1">
                <a:off x="6156345" y="1282866"/>
                <a:ext cx="78645" cy="15581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4D8A619C-A43D-C1B6-F2DF-E2CB1D753EA4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DE577C40-CE10-906F-5C41-E0751BF46D63}"/>
                  </a:ext>
                </a:extLst>
              </p:cNvPr>
              <p:cNvSpPr/>
              <p:nvPr/>
            </p:nvSpPr>
            <p:spPr>
              <a:xfrm>
                <a:off x="5791931" y="1126495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D896B1BB-3307-6600-BE2C-7CD3031FB435}"/>
                  </a:ext>
                </a:extLst>
              </p:cNvPr>
              <p:cNvSpPr/>
              <p:nvPr/>
            </p:nvSpPr>
            <p:spPr>
              <a:xfrm>
                <a:off x="6011945" y="141396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B8175D3B-F03B-0BC4-F0A7-E416B01160A4}"/>
                  </a:ext>
                </a:extLst>
              </p:cNvPr>
              <p:cNvSpPr/>
              <p:nvPr/>
            </p:nvSpPr>
            <p:spPr>
              <a:xfrm>
                <a:off x="6210215" y="1138822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5D02ADDE-A623-4413-667C-26D44169A167}"/>
                  </a:ext>
                </a:extLst>
              </p:cNvPr>
              <p:cNvCxnSpPr>
                <a:cxnSpLocks/>
                <a:stCxn id="630" idx="5"/>
                <a:endCxn id="631" idx="1"/>
              </p:cNvCxnSpPr>
              <p:nvPr/>
            </p:nvCxnSpPr>
            <p:spPr>
              <a:xfrm>
                <a:off x="5936331" y="1270539"/>
                <a:ext cx="100389" cy="16813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5DDF716F-8016-1B86-5486-A7804B2D0D9D}"/>
                  </a:ext>
                </a:extLst>
              </p:cNvPr>
              <p:cNvGrpSpPr/>
              <p:nvPr/>
            </p:nvGrpSpPr>
            <p:grpSpPr>
              <a:xfrm>
                <a:off x="5554060" y="1686569"/>
                <a:ext cx="1018917" cy="257901"/>
                <a:chOff x="4332009" y="1447151"/>
                <a:chExt cx="1018917" cy="257901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6253891A-1664-D80C-6D28-ADBA66115276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4E9A69A0-21C7-168B-9458-1921CDFBF1B7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58AE7E63-9EDE-4290-387E-553B905FC103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EF5C3DCD-1372-D2F8-CAF2-008A4061CBBA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7FFD3241-EDC0-19A5-A009-0D8CC944D3DF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82" name="TextBox 681">
                  <a:extLst>
                    <a:ext uri="{FF2B5EF4-FFF2-40B4-BE49-F238E27FC236}">
                      <a16:creationId xmlns:a16="http://schemas.microsoft.com/office/drawing/2014/main" id="{541E6308-E7B0-3480-2249-91D2144CCAD2}"/>
                    </a:ext>
                  </a:extLst>
                </p:cNvPr>
                <p:cNvSpPr txBox="1"/>
                <p:nvPr/>
              </p:nvSpPr>
              <p:spPr>
                <a:xfrm>
                  <a:off x="4332009" y="145883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4" name="TextBox 683">
                  <a:extLst>
                    <a:ext uri="{FF2B5EF4-FFF2-40B4-BE49-F238E27FC236}">
                      <a16:creationId xmlns:a16="http://schemas.microsoft.com/office/drawing/2014/main" id="{E7EDF7E5-7056-189A-4486-A7E540523759}"/>
                    </a:ext>
                  </a:extLst>
                </p:cNvPr>
                <p:cNvSpPr txBox="1"/>
                <p:nvPr/>
              </p:nvSpPr>
              <p:spPr>
                <a:xfrm>
                  <a:off x="4690850" y="14582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5" name="TextBox 684">
                  <a:extLst>
                    <a:ext uri="{FF2B5EF4-FFF2-40B4-BE49-F238E27FC236}">
                      <a16:creationId xmlns:a16="http://schemas.microsoft.com/office/drawing/2014/main" id="{06CD73EB-0A6D-2CB6-47F5-3CCD8D373101}"/>
                    </a:ext>
                  </a:extLst>
                </p:cNvPr>
                <p:cNvSpPr txBox="1"/>
                <p:nvPr/>
              </p:nvSpPr>
              <p:spPr>
                <a:xfrm>
                  <a:off x="4976495" y="144715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1FA6775D-5DB2-1ED7-B0D1-3C72B55394AD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9359FC29-7044-E16A-93B9-9AE04762C30E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EFA001B8-112D-59F4-4791-01A48D968C57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45F39110-0088-A46C-E933-2230C596150E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D3F95326-53C6-6589-D6FC-56268DA7BE63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3142E1C4-A963-C7CF-FBB6-F683481F1CB0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FBF85187-19C5-66F9-A6B4-779D7D9F9AA5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A0634BB5-9F84-7EE6-334D-BDE0C1D01D3D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A149E826-A02A-7B80-82FF-CAB222E9114E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846E2AED-154C-5505-801A-52BC3BD0B7F4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9E5180B0-C1EA-892F-A3CC-66BA01A4A747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90C65CEF-65C8-E803-4954-BAC6AEAC6040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76F76371-C913-FEE2-FFC7-BF5451379846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9A1A294B-1E49-0F68-29A5-A39A7AE07BEB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5E68B78C-7EBC-845F-5C68-77C8D727A8A1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C5F916A2-D630-4025-0C19-FA02069C0E78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B266A806-4615-1205-8A6D-8905446150BE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1BE6F899-1DA0-49CB-07BF-E9527674E440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4CD450FC-C7D8-373C-8808-A24D70D0DCF6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582146" y="796347"/>
                <a:ext cx="234560" cy="354862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E863648E-384C-77D9-3333-A222BCCC7F62}"/>
                  </a:ext>
                </a:extLst>
              </p:cNvPr>
              <p:cNvGrpSpPr/>
              <p:nvPr/>
            </p:nvGrpSpPr>
            <p:grpSpPr>
              <a:xfrm>
                <a:off x="4750305" y="2054080"/>
                <a:ext cx="1949322" cy="478959"/>
                <a:chOff x="4250193" y="2128157"/>
                <a:chExt cx="1949322" cy="478959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F58BCEA6-C8C3-77C3-E67E-AE1DB781F640}"/>
                    </a:ext>
                  </a:extLst>
                </p:cNvPr>
                <p:cNvGrpSpPr/>
                <p:nvPr/>
              </p:nvGrpSpPr>
              <p:grpSpPr>
                <a:xfrm>
                  <a:off x="4250193" y="2128157"/>
                  <a:ext cx="976642" cy="478959"/>
                  <a:chOff x="4250193" y="2128157"/>
                  <a:chExt cx="976642" cy="478959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D91FB30D-C245-227B-5871-040814092C68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7"/>
                    <a:ext cx="916182" cy="478959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B81730F2-562D-D956-81A1-C0193D7BB484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A0E28207-722F-3321-3C24-0C8D7F10BE2E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C271C8AB-C3A5-7686-8E52-8047FDA65737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FBD9D043-6F3F-805C-20FA-D29ECD744D08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5E7AB80F-3165-4A91-E29C-53A2E6108C84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3787FBFA-0216-597F-DA10-A3E61398277D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F0D878AD-434D-73A4-8577-848A8741CCB3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11C1FDAA-7F81-1421-C538-2261DED1498D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48D8B4A9-AA40-643E-1FB5-92564937A8C0}"/>
                    </a:ext>
                  </a:extLst>
                </p:cNvPr>
                <p:cNvSpPr txBox="1"/>
                <p:nvPr/>
              </p:nvSpPr>
              <p:spPr>
                <a:xfrm>
                  <a:off x="5342788" y="2319534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13 141516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4D4338A6-B2FF-A67A-E863-A9A0A0080819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D7D0FB42-6FE1-1C87-55E8-4D313710390E}"/>
                  </a:ext>
                </a:extLst>
              </p:cNvPr>
              <p:cNvGrpSpPr/>
              <p:nvPr/>
            </p:nvGrpSpPr>
            <p:grpSpPr>
              <a:xfrm>
                <a:off x="4813914" y="1330837"/>
                <a:ext cx="826742" cy="253562"/>
                <a:chOff x="4286667" y="2128157"/>
                <a:chExt cx="826742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4F52800B-4042-3605-A97F-308562D6BE0C}"/>
                    </a:ext>
                  </a:extLst>
                </p:cNvPr>
                <p:cNvGrpSpPr/>
                <p:nvPr/>
              </p:nvGrpSpPr>
              <p:grpSpPr>
                <a:xfrm>
                  <a:off x="4286667" y="2128157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63B82784-D782-B394-6247-71EF5195B9C6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5AB926A4-DAC4-380D-83D5-7FB67C9F08A1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B90B668E-2CAD-0D5E-90B1-5597AE3790F6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F8920021-5662-65CA-5383-A2E669CD3AF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6AC7F025-ED61-8596-7728-5253A3943017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773779EC-F9C8-E20D-4AC5-CFDF7C5DF4C7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47C96922-371C-409B-8419-D4979A101459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BE7EA958-EDBC-82D5-6456-9C1D5BE73794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482899C2-CC63-1D56-5BA3-72CBB9B33684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E5CF7332-8832-7E38-F151-58AD74A9DBC4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085755" y="768117"/>
                <a:ext cx="209048" cy="370705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D49CC35A-9C01-A08E-2FD6-A53C2ACC936C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332031F4-1DFC-C599-47D0-19DC394334BD}"/>
              </a:ext>
            </a:extLst>
          </p:cNvPr>
          <p:cNvSpPr/>
          <p:nvPr/>
        </p:nvSpPr>
        <p:spPr>
          <a:xfrm>
            <a:off x="6400837" y="309656"/>
            <a:ext cx="1292537" cy="2518947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6090269D-79E8-C4B6-045D-5500C278233C}"/>
              </a:ext>
            </a:extLst>
          </p:cNvPr>
          <p:cNvSpPr/>
          <p:nvPr/>
        </p:nvSpPr>
        <p:spPr>
          <a:xfrm>
            <a:off x="6213360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78705BA3-7BE8-648B-CE11-836A759DC5F8}"/>
              </a:ext>
            </a:extLst>
          </p:cNvPr>
          <p:cNvSpPr/>
          <p:nvPr/>
        </p:nvSpPr>
        <p:spPr>
          <a:xfrm>
            <a:off x="6468736" y="594182"/>
            <a:ext cx="1157504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B2A76250-52E3-3BF5-D551-74F5BF440E6D}"/>
              </a:ext>
            </a:extLst>
          </p:cNvPr>
          <p:cNvSpPr/>
          <p:nvPr/>
        </p:nvSpPr>
        <p:spPr>
          <a:xfrm>
            <a:off x="6468736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39FEDAAB-36BB-55C6-D33B-98277EFFA0EF}"/>
              </a:ext>
            </a:extLst>
          </p:cNvPr>
          <p:cNvSpPr/>
          <p:nvPr/>
        </p:nvSpPr>
        <p:spPr>
          <a:xfrm>
            <a:off x="7044364" y="840002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9368A773-1793-3B65-F8B4-DC4226A62AD0}"/>
              </a:ext>
            </a:extLst>
          </p:cNvPr>
          <p:cNvSpPr/>
          <p:nvPr/>
        </p:nvSpPr>
        <p:spPr>
          <a:xfrm>
            <a:off x="6471174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2B0F8082-98A2-A95D-182B-F0204DD8E5CB}"/>
              </a:ext>
            </a:extLst>
          </p:cNvPr>
          <p:cNvSpPr/>
          <p:nvPr/>
        </p:nvSpPr>
        <p:spPr>
          <a:xfrm>
            <a:off x="7046802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1D237B35-B7A1-50A9-DBD6-E3FEEAEDBB2E}"/>
              </a:ext>
            </a:extLst>
          </p:cNvPr>
          <p:cNvSpPr/>
          <p:nvPr/>
        </p:nvSpPr>
        <p:spPr>
          <a:xfrm>
            <a:off x="6475771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02B883EA-52F2-A6E0-D269-01FF774957E3}"/>
              </a:ext>
            </a:extLst>
          </p:cNvPr>
          <p:cNvSpPr/>
          <p:nvPr/>
        </p:nvSpPr>
        <p:spPr>
          <a:xfrm>
            <a:off x="7051399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79896E7C-D375-31C2-527D-38F56DA5D79E}"/>
              </a:ext>
            </a:extLst>
          </p:cNvPr>
          <p:cNvSpPr/>
          <p:nvPr/>
        </p:nvSpPr>
        <p:spPr>
          <a:xfrm>
            <a:off x="647577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0C08B5B8-5947-36D5-2775-0497F46BAA30}"/>
              </a:ext>
            </a:extLst>
          </p:cNvPr>
          <p:cNvSpPr txBox="1"/>
          <p:nvPr/>
        </p:nvSpPr>
        <p:spPr>
          <a:xfrm>
            <a:off x="6354266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872" name="TextBox 871">
            <a:extLst>
              <a:ext uri="{FF2B5EF4-FFF2-40B4-BE49-F238E27FC236}">
                <a16:creationId xmlns:a16="http://schemas.microsoft.com/office/drawing/2014/main" id="{86E3AF99-06C6-E5C6-D9E1-ABC73065F3A5}"/>
              </a:ext>
            </a:extLst>
          </p:cNvPr>
          <p:cNvSpPr txBox="1"/>
          <p:nvPr/>
        </p:nvSpPr>
        <p:spPr>
          <a:xfrm>
            <a:off x="5374811" y="214991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F01A7300-1807-77C7-A1A9-5E3DA1A1D0DF}"/>
              </a:ext>
            </a:extLst>
          </p:cNvPr>
          <p:cNvSpPr/>
          <p:nvPr/>
        </p:nvSpPr>
        <p:spPr>
          <a:xfrm>
            <a:off x="4644242" y="2397291"/>
            <a:ext cx="135921" cy="169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6B26B6B1-3EF2-5B25-C539-CBD461F167C3}"/>
              </a:ext>
            </a:extLst>
          </p:cNvPr>
          <p:cNvSpPr/>
          <p:nvPr/>
        </p:nvSpPr>
        <p:spPr>
          <a:xfrm>
            <a:off x="4783663" y="2397291"/>
            <a:ext cx="135921" cy="169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1A4A63CE-4957-D87C-4412-B1DF40508198}"/>
              </a:ext>
            </a:extLst>
          </p:cNvPr>
          <p:cNvSpPr/>
          <p:nvPr/>
        </p:nvSpPr>
        <p:spPr>
          <a:xfrm>
            <a:off x="4919584" y="2397291"/>
            <a:ext cx="135921" cy="169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9B03A652-CF20-4909-CD63-6B3AE836C646}"/>
              </a:ext>
            </a:extLst>
          </p:cNvPr>
          <p:cNvSpPr/>
          <p:nvPr/>
        </p:nvSpPr>
        <p:spPr>
          <a:xfrm>
            <a:off x="5051915" y="2398237"/>
            <a:ext cx="135921" cy="16875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0" name="Oval 879">
            <a:extLst>
              <a:ext uri="{FF2B5EF4-FFF2-40B4-BE49-F238E27FC236}">
                <a16:creationId xmlns:a16="http://schemas.microsoft.com/office/drawing/2014/main" id="{1F01121F-CC37-678C-11D0-67537B8FA8E8}"/>
              </a:ext>
            </a:extLst>
          </p:cNvPr>
          <p:cNvSpPr/>
          <p:nvPr/>
        </p:nvSpPr>
        <p:spPr>
          <a:xfrm>
            <a:off x="4334339" y="240112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81" name="Straight Arrow Connector 880">
            <a:extLst>
              <a:ext uri="{FF2B5EF4-FFF2-40B4-BE49-F238E27FC236}">
                <a16:creationId xmlns:a16="http://schemas.microsoft.com/office/drawing/2014/main" id="{E0C48898-1BC9-6BEA-E60F-DBE5A45F2DC4}"/>
              </a:ext>
            </a:extLst>
          </p:cNvPr>
          <p:cNvCxnSpPr>
            <a:cxnSpLocks/>
            <a:endCxn id="874" idx="1"/>
          </p:cNvCxnSpPr>
          <p:nvPr/>
        </p:nvCxnSpPr>
        <p:spPr>
          <a:xfrm>
            <a:off x="4505813" y="2482142"/>
            <a:ext cx="138429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8" name="TextBox 877">
            <a:extLst>
              <a:ext uri="{FF2B5EF4-FFF2-40B4-BE49-F238E27FC236}">
                <a16:creationId xmlns:a16="http://schemas.microsoft.com/office/drawing/2014/main" id="{93BE8814-98AD-C05C-6BB2-3CC4242ECF84}"/>
              </a:ext>
            </a:extLst>
          </p:cNvPr>
          <p:cNvSpPr txBox="1"/>
          <p:nvPr/>
        </p:nvSpPr>
        <p:spPr>
          <a:xfrm>
            <a:off x="4258940" y="2362395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856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: Shape 540">
            <a:extLst>
              <a:ext uri="{FF2B5EF4-FFF2-40B4-BE49-F238E27FC236}">
                <a16:creationId xmlns:a16="http://schemas.microsoft.com/office/drawing/2014/main" id="{127E38E9-A0FC-99C6-59B6-559F4B0B2FD5}"/>
              </a:ext>
            </a:extLst>
          </p:cNvPr>
          <p:cNvSpPr/>
          <p:nvPr/>
        </p:nvSpPr>
        <p:spPr>
          <a:xfrm>
            <a:off x="4592880" y="1384947"/>
            <a:ext cx="497840" cy="934720"/>
          </a:xfrm>
          <a:custGeom>
            <a:avLst/>
            <a:gdLst>
              <a:gd name="connsiteX0" fmla="*/ 274320 w 497840"/>
              <a:gd name="connsiteY0" fmla="*/ 0 h 934720"/>
              <a:gd name="connsiteX1" fmla="*/ 274320 w 497840"/>
              <a:gd name="connsiteY1" fmla="*/ 0 h 934720"/>
              <a:gd name="connsiteX2" fmla="*/ 40640 w 497840"/>
              <a:gd name="connsiteY2" fmla="*/ 35560 h 934720"/>
              <a:gd name="connsiteX3" fmla="*/ 25400 w 497840"/>
              <a:gd name="connsiteY3" fmla="*/ 45720 h 934720"/>
              <a:gd name="connsiteX4" fmla="*/ 10160 w 497840"/>
              <a:gd name="connsiteY4" fmla="*/ 86360 h 934720"/>
              <a:gd name="connsiteX5" fmla="*/ 15240 w 497840"/>
              <a:gd name="connsiteY5" fmla="*/ 137160 h 934720"/>
              <a:gd name="connsiteX6" fmla="*/ 20320 w 497840"/>
              <a:gd name="connsiteY6" fmla="*/ 152400 h 934720"/>
              <a:gd name="connsiteX7" fmla="*/ 35560 w 497840"/>
              <a:gd name="connsiteY7" fmla="*/ 218440 h 934720"/>
              <a:gd name="connsiteX8" fmla="*/ 35560 w 497840"/>
              <a:gd name="connsiteY8" fmla="*/ 431800 h 934720"/>
              <a:gd name="connsiteX9" fmla="*/ 20320 w 497840"/>
              <a:gd name="connsiteY9" fmla="*/ 472440 h 934720"/>
              <a:gd name="connsiteX10" fmla="*/ 10160 w 497840"/>
              <a:gd name="connsiteY10" fmla="*/ 497840 h 934720"/>
              <a:gd name="connsiteX11" fmla="*/ 0 w 497840"/>
              <a:gd name="connsiteY11" fmla="*/ 563880 h 934720"/>
              <a:gd name="connsiteX12" fmla="*/ 5080 w 497840"/>
              <a:gd name="connsiteY12" fmla="*/ 736600 h 934720"/>
              <a:gd name="connsiteX13" fmla="*/ 20320 w 497840"/>
              <a:gd name="connsiteY13" fmla="*/ 782320 h 934720"/>
              <a:gd name="connsiteX14" fmla="*/ 40640 w 497840"/>
              <a:gd name="connsiteY14" fmla="*/ 863600 h 934720"/>
              <a:gd name="connsiteX15" fmla="*/ 50800 w 497840"/>
              <a:gd name="connsiteY15" fmla="*/ 878840 h 934720"/>
              <a:gd name="connsiteX16" fmla="*/ 60960 w 497840"/>
              <a:gd name="connsiteY16" fmla="*/ 899160 h 934720"/>
              <a:gd name="connsiteX17" fmla="*/ 76200 w 497840"/>
              <a:gd name="connsiteY17" fmla="*/ 909320 h 934720"/>
              <a:gd name="connsiteX18" fmla="*/ 96520 w 497840"/>
              <a:gd name="connsiteY18" fmla="*/ 924560 h 934720"/>
              <a:gd name="connsiteX19" fmla="*/ 127000 w 497840"/>
              <a:gd name="connsiteY19" fmla="*/ 934720 h 934720"/>
              <a:gd name="connsiteX20" fmla="*/ 269240 w 497840"/>
              <a:gd name="connsiteY20" fmla="*/ 929640 h 934720"/>
              <a:gd name="connsiteX21" fmla="*/ 289560 w 497840"/>
              <a:gd name="connsiteY21" fmla="*/ 924560 h 934720"/>
              <a:gd name="connsiteX22" fmla="*/ 330200 w 497840"/>
              <a:gd name="connsiteY22" fmla="*/ 883920 h 934720"/>
              <a:gd name="connsiteX23" fmla="*/ 381000 w 497840"/>
              <a:gd name="connsiteY23" fmla="*/ 812800 h 934720"/>
              <a:gd name="connsiteX24" fmla="*/ 396240 w 497840"/>
              <a:gd name="connsiteY24" fmla="*/ 787400 h 934720"/>
              <a:gd name="connsiteX25" fmla="*/ 426720 w 497840"/>
              <a:gd name="connsiteY25" fmla="*/ 751840 h 934720"/>
              <a:gd name="connsiteX26" fmla="*/ 431800 w 497840"/>
              <a:gd name="connsiteY26" fmla="*/ 731520 h 934720"/>
              <a:gd name="connsiteX27" fmla="*/ 441960 w 497840"/>
              <a:gd name="connsiteY27" fmla="*/ 711200 h 934720"/>
              <a:gd name="connsiteX28" fmla="*/ 457200 w 497840"/>
              <a:gd name="connsiteY28" fmla="*/ 665480 h 934720"/>
              <a:gd name="connsiteX29" fmla="*/ 462280 w 497840"/>
              <a:gd name="connsiteY29" fmla="*/ 640080 h 934720"/>
              <a:gd name="connsiteX30" fmla="*/ 467360 w 497840"/>
              <a:gd name="connsiteY30" fmla="*/ 624840 h 934720"/>
              <a:gd name="connsiteX31" fmla="*/ 482600 w 497840"/>
              <a:gd name="connsiteY31" fmla="*/ 568960 h 934720"/>
              <a:gd name="connsiteX32" fmla="*/ 487680 w 497840"/>
              <a:gd name="connsiteY32" fmla="*/ 513080 h 934720"/>
              <a:gd name="connsiteX33" fmla="*/ 497840 w 497840"/>
              <a:gd name="connsiteY33" fmla="*/ 452120 h 934720"/>
              <a:gd name="connsiteX34" fmla="*/ 492760 w 497840"/>
              <a:gd name="connsiteY34" fmla="*/ 299720 h 934720"/>
              <a:gd name="connsiteX35" fmla="*/ 477520 w 497840"/>
              <a:gd name="connsiteY35" fmla="*/ 248920 h 934720"/>
              <a:gd name="connsiteX36" fmla="*/ 467360 w 497840"/>
              <a:gd name="connsiteY36" fmla="*/ 218440 h 934720"/>
              <a:gd name="connsiteX37" fmla="*/ 426720 w 497840"/>
              <a:gd name="connsiteY37" fmla="*/ 157480 h 934720"/>
              <a:gd name="connsiteX38" fmla="*/ 411480 w 497840"/>
              <a:gd name="connsiteY38" fmla="*/ 137160 h 934720"/>
              <a:gd name="connsiteX39" fmla="*/ 391160 w 497840"/>
              <a:gd name="connsiteY39" fmla="*/ 116840 h 934720"/>
              <a:gd name="connsiteX40" fmla="*/ 355600 w 497840"/>
              <a:gd name="connsiteY40" fmla="*/ 66040 h 934720"/>
              <a:gd name="connsiteX41" fmla="*/ 335280 w 497840"/>
              <a:gd name="connsiteY41" fmla="*/ 45720 h 934720"/>
              <a:gd name="connsiteX42" fmla="*/ 325120 w 497840"/>
              <a:gd name="connsiteY42" fmla="*/ 25400 h 934720"/>
              <a:gd name="connsiteX43" fmla="*/ 304800 w 497840"/>
              <a:gd name="connsiteY43" fmla="*/ 15240 h 934720"/>
              <a:gd name="connsiteX44" fmla="*/ 274320 w 497840"/>
              <a:gd name="connsiteY44" fmla="*/ 0 h 93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7840" h="934720">
                <a:moveTo>
                  <a:pt x="274320" y="0"/>
                </a:moveTo>
                <a:lnTo>
                  <a:pt x="274320" y="0"/>
                </a:lnTo>
                <a:cubicBezTo>
                  <a:pt x="196427" y="11853"/>
                  <a:pt x="118134" y="21326"/>
                  <a:pt x="40640" y="35560"/>
                </a:cubicBezTo>
                <a:cubicBezTo>
                  <a:pt x="34635" y="36663"/>
                  <a:pt x="29309" y="41030"/>
                  <a:pt x="25400" y="45720"/>
                </a:cubicBezTo>
                <a:cubicBezTo>
                  <a:pt x="15913" y="57105"/>
                  <a:pt x="13578" y="72688"/>
                  <a:pt x="10160" y="86360"/>
                </a:cubicBezTo>
                <a:cubicBezTo>
                  <a:pt x="11853" y="103293"/>
                  <a:pt x="12652" y="120340"/>
                  <a:pt x="15240" y="137160"/>
                </a:cubicBezTo>
                <a:cubicBezTo>
                  <a:pt x="16054" y="142453"/>
                  <a:pt x="18911" y="147234"/>
                  <a:pt x="20320" y="152400"/>
                </a:cubicBezTo>
                <a:cubicBezTo>
                  <a:pt x="29511" y="186099"/>
                  <a:pt x="29636" y="188819"/>
                  <a:pt x="35560" y="218440"/>
                </a:cubicBezTo>
                <a:cubicBezTo>
                  <a:pt x="42050" y="322274"/>
                  <a:pt x="43856" y="307358"/>
                  <a:pt x="35560" y="431800"/>
                </a:cubicBezTo>
                <a:cubicBezTo>
                  <a:pt x="34371" y="449642"/>
                  <a:pt x="27390" y="456532"/>
                  <a:pt x="20320" y="472440"/>
                </a:cubicBezTo>
                <a:cubicBezTo>
                  <a:pt x="16616" y="480773"/>
                  <a:pt x="12780" y="489106"/>
                  <a:pt x="10160" y="497840"/>
                </a:cubicBezTo>
                <a:cubicBezTo>
                  <a:pt x="5173" y="514463"/>
                  <a:pt x="1770" y="549717"/>
                  <a:pt x="0" y="563880"/>
                </a:cubicBezTo>
                <a:cubicBezTo>
                  <a:pt x="1693" y="621453"/>
                  <a:pt x="772" y="679163"/>
                  <a:pt x="5080" y="736600"/>
                </a:cubicBezTo>
                <a:cubicBezTo>
                  <a:pt x="6299" y="752856"/>
                  <a:pt x="17170" y="766572"/>
                  <a:pt x="20320" y="782320"/>
                </a:cubicBezTo>
                <a:cubicBezTo>
                  <a:pt x="21786" y="789648"/>
                  <a:pt x="31714" y="850211"/>
                  <a:pt x="40640" y="863600"/>
                </a:cubicBezTo>
                <a:cubicBezTo>
                  <a:pt x="44027" y="868680"/>
                  <a:pt x="47771" y="873539"/>
                  <a:pt x="50800" y="878840"/>
                </a:cubicBezTo>
                <a:cubicBezTo>
                  <a:pt x="54557" y="885415"/>
                  <a:pt x="56112" y="893342"/>
                  <a:pt x="60960" y="899160"/>
                </a:cubicBezTo>
                <a:cubicBezTo>
                  <a:pt x="64869" y="903850"/>
                  <a:pt x="71232" y="905771"/>
                  <a:pt x="76200" y="909320"/>
                </a:cubicBezTo>
                <a:cubicBezTo>
                  <a:pt x="83090" y="914241"/>
                  <a:pt x="88947" y="920774"/>
                  <a:pt x="96520" y="924560"/>
                </a:cubicBezTo>
                <a:cubicBezTo>
                  <a:pt x="106099" y="929349"/>
                  <a:pt x="127000" y="934720"/>
                  <a:pt x="127000" y="934720"/>
                </a:cubicBezTo>
                <a:cubicBezTo>
                  <a:pt x="174413" y="933027"/>
                  <a:pt x="221889" y="932599"/>
                  <a:pt x="269240" y="929640"/>
                </a:cubicBezTo>
                <a:cubicBezTo>
                  <a:pt x="276208" y="929204"/>
                  <a:pt x="283975" y="928749"/>
                  <a:pt x="289560" y="924560"/>
                </a:cubicBezTo>
                <a:cubicBezTo>
                  <a:pt x="304886" y="913065"/>
                  <a:pt x="318232" y="898880"/>
                  <a:pt x="330200" y="883920"/>
                </a:cubicBezTo>
                <a:cubicBezTo>
                  <a:pt x="353321" y="855019"/>
                  <a:pt x="359103" y="849294"/>
                  <a:pt x="381000" y="812800"/>
                </a:cubicBezTo>
                <a:cubicBezTo>
                  <a:pt x="386080" y="804333"/>
                  <a:pt x="390178" y="795194"/>
                  <a:pt x="396240" y="787400"/>
                </a:cubicBezTo>
                <a:cubicBezTo>
                  <a:pt x="453727" y="713488"/>
                  <a:pt x="390309" y="806457"/>
                  <a:pt x="426720" y="751840"/>
                </a:cubicBezTo>
                <a:cubicBezTo>
                  <a:pt x="428413" y="745067"/>
                  <a:pt x="429349" y="738057"/>
                  <a:pt x="431800" y="731520"/>
                </a:cubicBezTo>
                <a:cubicBezTo>
                  <a:pt x="434459" y="724429"/>
                  <a:pt x="439565" y="718384"/>
                  <a:pt x="441960" y="711200"/>
                </a:cubicBezTo>
                <a:cubicBezTo>
                  <a:pt x="461655" y="652114"/>
                  <a:pt x="431663" y="716555"/>
                  <a:pt x="457200" y="665480"/>
                </a:cubicBezTo>
                <a:cubicBezTo>
                  <a:pt x="458893" y="657013"/>
                  <a:pt x="460186" y="648457"/>
                  <a:pt x="462280" y="640080"/>
                </a:cubicBezTo>
                <a:cubicBezTo>
                  <a:pt x="463579" y="634885"/>
                  <a:pt x="466061" y="630035"/>
                  <a:pt x="467360" y="624840"/>
                </a:cubicBezTo>
                <a:cubicBezTo>
                  <a:pt x="481721" y="567397"/>
                  <a:pt x="460803" y="634350"/>
                  <a:pt x="482600" y="568960"/>
                </a:cubicBezTo>
                <a:cubicBezTo>
                  <a:pt x="484293" y="550333"/>
                  <a:pt x="485261" y="531626"/>
                  <a:pt x="487680" y="513080"/>
                </a:cubicBezTo>
                <a:cubicBezTo>
                  <a:pt x="490344" y="492653"/>
                  <a:pt x="497840" y="452120"/>
                  <a:pt x="497840" y="452120"/>
                </a:cubicBezTo>
                <a:cubicBezTo>
                  <a:pt x="496147" y="401320"/>
                  <a:pt x="495660" y="350465"/>
                  <a:pt x="492760" y="299720"/>
                </a:cubicBezTo>
                <a:cubicBezTo>
                  <a:pt x="491498" y="277631"/>
                  <a:pt x="484966" y="269396"/>
                  <a:pt x="477520" y="248920"/>
                </a:cubicBezTo>
                <a:cubicBezTo>
                  <a:pt x="473860" y="238855"/>
                  <a:pt x="471337" y="228384"/>
                  <a:pt x="467360" y="218440"/>
                </a:cubicBezTo>
                <a:cubicBezTo>
                  <a:pt x="457227" y="193107"/>
                  <a:pt x="444750" y="181520"/>
                  <a:pt x="426720" y="157480"/>
                </a:cubicBezTo>
                <a:cubicBezTo>
                  <a:pt x="421640" y="150707"/>
                  <a:pt x="417467" y="143147"/>
                  <a:pt x="411480" y="137160"/>
                </a:cubicBezTo>
                <a:cubicBezTo>
                  <a:pt x="404707" y="130387"/>
                  <a:pt x="397144" y="124320"/>
                  <a:pt x="391160" y="116840"/>
                </a:cubicBezTo>
                <a:cubicBezTo>
                  <a:pt x="365631" y="84929"/>
                  <a:pt x="378522" y="92236"/>
                  <a:pt x="355600" y="66040"/>
                </a:cubicBezTo>
                <a:cubicBezTo>
                  <a:pt x="349292" y="58831"/>
                  <a:pt x="341027" y="53383"/>
                  <a:pt x="335280" y="45720"/>
                </a:cubicBezTo>
                <a:cubicBezTo>
                  <a:pt x="330736" y="39662"/>
                  <a:pt x="330475" y="30755"/>
                  <a:pt x="325120" y="25400"/>
                </a:cubicBezTo>
                <a:cubicBezTo>
                  <a:pt x="319765" y="20045"/>
                  <a:pt x="311375" y="18997"/>
                  <a:pt x="304800" y="15240"/>
                </a:cubicBezTo>
                <a:cubicBezTo>
                  <a:pt x="278801" y="384"/>
                  <a:pt x="279400" y="2540"/>
                  <a:pt x="274320" y="0"/>
                </a:cubicBezTo>
                <a:close/>
              </a:path>
            </a:pathLst>
          </a:custGeom>
          <a:solidFill>
            <a:srgbClr val="92D050">
              <a:alpha val="25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31F5DA8A-B07B-1162-D457-1AB26064F026}"/>
              </a:ext>
            </a:extLst>
          </p:cNvPr>
          <p:cNvSpPr/>
          <p:nvPr/>
        </p:nvSpPr>
        <p:spPr>
          <a:xfrm>
            <a:off x="3539791" y="1117124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25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F27E91D2-CBDB-FF4D-0BB6-4DBD7FD6422A}"/>
              </a:ext>
            </a:extLst>
          </p:cNvPr>
          <p:cNvCxnSpPr/>
          <p:nvPr/>
        </p:nvCxnSpPr>
        <p:spPr>
          <a:xfrm flipV="1">
            <a:off x="1821986" y="1150778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A96CC163-ABDF-AAEC-2B07-A27A452E57FB}"/>
              </a:ext>
            </a:extLst>
          </p:cNvPr>
          <p:cNvCxnSpPr/>
          <p:nvPr/>
        </p:nvCxnSpPr>
        <p:spPr>
          <a:xfrm flipV="1">
            <a:off x="1822334" y="142760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74F37541-C149-99A5-4AFC-07B0B23CEE0A}"/>
              </a:ext>
            </a:extLst>
          </p:cNvPr>
          <p:cNvCxnSpPr/>
          <p:nvPr/>
        </p:nvCxnSpPr>
        <p:spPr>
          <a:xfrm flipV="1">
            <a:off x="1821986" y="173634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6A954A94-A40C-ED37-A9CA-5436E0FF799E}"/>
              </a:ext>
            </a:extLst>
          </p:cNvPr>
          <p:cNvCxnSpPr/>
          <p:nvPr/>
        </p:nvCxnSpPr>
        <p:spPr>
          <a:xfrm flipV="1">
            <a:off x="1816018" y="2038600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633FAA5-FFAA-6DD4-41E8-4FDE40372EAE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B75817-5185-5312-255C-54E0A2F79AA1}"/>
              </a:ext>
            </a:extLst>
          </p:cNvPr>
          <p:cNvSpPr txBox="1"/>
          <p:nvPr/>
        </p:nvSpPr>
        <p:spPr>
          <a:xfrm>
            <a:off x="1547786" y="257906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Topological order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FA8FAD-0912-0159-6BBC-5C385433A52A}"/>
              </a:ext>
            </a:extLst>
          </p:cNvPr>
          <p:cNvSpPr txBox="1"/>
          <p:nvPr/>
        </p:nvSpPr>
        <p:spPr>
          <a:xfrm>
            <a:off x="4885848" y="2577600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E544A617-283C-215D-EA09-88EFF7CF0E25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14D3851C-B2A5-F045-626D-EBD1933F5894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62C46BD5-5E6C-8B28-D804-C6E1E3DC79BC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234915AD-85DB-A100-284E-7747DE3BBCBD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8686F50A-BB15-C636-D7E9-B8E02D71CC01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CCBBD2CE-4E15-2D55-9303-2DFA89F25D4F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60347380-E181-01A8-EEB3-B9D868788C5A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02690BB7-2FB1-4044-00E8-2FC9807A99B9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897F0E5A-8691-3D16-D597-04335B6A25FF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E2437CAE-A1DA-BAF7-32E6-D4B6C01A79C0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4EF30E85-1A63-8FE6-F487-F7F169F9D37D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474FBA24-4487-B5E8-7C85-4ACCAEB11946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8E194384-4FAF-84FD-DA9F-AAA90FBB38E1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45276E8E-E1F7-43A5-4D31-52DEC408D6B6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9F47290D-7705-58CE-AC1D-4BA05314B640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36732ED2-7438-8B4A-5718-147E573FB4F3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4BD5C61A-4489-16DE-F379-BE42991A969F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C453E0F6-6667-7712-C2B0-5A9A741CE067}"/>
                </a:ext>
              </a:extLst>
            </p:cNvPr>
            <p:cNvCxnSpPr>
              <a:cxnSpLocks/>
              <a:stCxn id="187" idx="7"/>
              <a:endCxn id="139" idx="3"/>
            </p:cNvCxnSpPr>
            <p:nvPr/>
          </p:nvCxnSpPr>
          <p:spPr>
            <a:xfrm flipV="1">
              <a:off x="693379" y="1681288"/>
              <a:ext cx="296993" cy="21041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D225C351-008A-474D-DCEB-C5EB1FEAA2FF}"/>
              </a:ext>
            </a:extLst>
          </p:cNvPr>
          <p:cNvGrpSpPr/>
          <p:nvPr/>
        </p:nvGrpSpPr>
        <p:grpSpPr>
          <a:xfrm>
            <a:off x="1855971" y="917065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FE57A194-1D7F-B54B-7679-2A79168E8A92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BE6EA329-9971-103E-C606-0543AD2D1157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B8C0583F-DC70-5978-4FEC-2D7F706B079A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F0BEA9A5-7955-85A1-0332-8A265940BA80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E224F1DA-EAAE-6E6E-628F-DC859A12A43C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A6B8A830-1078-084D-1F46-E3EF92A24233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283E800F-45DE-474A-5AD9-3C9767B68BDB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218FFB0B-D242-0A3E-E597-B6C8F8E50F09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A4870F14-CB81-E74D-B7F0-3767B7CAD468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C5C8EC30-E454-D213-2011-E5DE8EA2A14A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3945682C-5DC7-EEF9-8899-7962EDD5EEAA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DCB53EEA-CF8F-A9F5-AA80-8D5101270770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711C0CC3-E084-1372-6BE2-FDD4B5977934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CE8D16FA-0637-8421-6786-BDA2E2880578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9C2EC48E-076E-F1BA-ADC2-14E5197FA051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360699EE-C6D8-D0EC-8F72-BD77CF622224}"/>
              </a:ext>
            </a:extLst>
          </p:cNvPr>
          <p:cNvGrpSpPr/>
          <p:nvPr/>
        </p:nvGrpSpPr>
        <p:grpSpPr>
          <a:xfrm>
            <a:off x="3683430" y="884258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6A8CE8B2-1FBA-FBE8-5581-EBB1AA66A8BA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A57CEA6C-662A-0388-1498-0CA845541505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7636979E-A71B-19F1-5DAE-1976FB7AF7BC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9DA07806-698D-A773-BDD9-CEFAAD9128C4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31355B9D-4A81-57B3-11B9-A755D72EEC94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A8B53421-19A2-57D2-4A0A-9266E471F36E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6F9E8DDD-BD5A-72FD-DDCB-85D917F7645B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63F2D00E-1D2C-957C-77C1-D8BF9B710D10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FB136DFC-B3E6-E381-4E84-14A0C85FC87D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1B6DA4ED-F8E0-A3C5-1BDB-6FC2E825BABF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B2933CE7-DEAE-8CDD-EADC-514370CB9278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E92C8B30-6C31-BE8D-3A3A-8F92BD9E065C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9EBC8D3F-1CA4-D6E5-E5B3-CF02A97735F5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9E56F301-7020-FA9E-2A0F-87859221CEDB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77F1710E-F36B-32F7-3042-15E2267D4931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Oval 393">
            <a:extLst>
              <a:ext uri="{FF2B5EF4-FFF2-40B4-BE49-F238E27FC236}">
                <a16:creationId xmlns:a16="http://schemas.microsoft.com/office/drawing/2014/main" id="{732B6BB4-3761-1E32-AB6E-44ACF5708A9B}"/>
              </a:ext>
            </a:extLst>
          </p:cNvPr>
          <p:cNvSpPr/>
          <p:nvPr/>
        </p:nvSpPr>
        <p:spPr>
          <a:xfrm>
            <a:off x="598002" y="190428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AEDAE41D-E22F-FCE6-F31F-721BD7890B52}"/>
              </a:ext>
            </a:extLst>
          </p:cNvPr>
          <p:cNvCxnSpPr>
            <a:cxnSpLocks/>
            <a:stCxn id="394" idx="6"/>
            <a:endCxn id="397" idx="2"/>
          </p:cNvCxnSpPr>
          <p:nvPr/>
        </p:nvCxnSpPr>
        <p:spPr>
          <a:xfrm>
            <a:off x="767177" y="1988664"/>
            <a:ext cx="242653" cy="30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Oval 395">
            <a:extLst>
              <a:ext uri="{FF2B5EF4-FFF2-40B4-BE49-F238E27FC236}">
                <a16:creationId xmlns:a16="http://schemas.microsoft.com/office/drawing/2014/main" id="{EE4D5F36-072F-0B49-7ED5-7084D3159F5E}"/>
              </a:ext>
            </a:extLst>
          </p:cNvPr>
          <p:cNvSpPr/>
          <p:nvPr/>
        </p:nvSpPr>
        <p:spPr>
          <a:xfrm>
            <a:off x="135966" y="19050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00CA6224-08AC-32BF-C18A-FAE4A5084AB1}"/>
              </a:ext>
            </a:extLst>
          </p:cNvPr>
          <p:cNvSpPr/>
          <p:nvPr/>
        </p:nvSpPr>
        <p:spPr>
          <a:xfrm>
            <a:off x="1009830" y="1907313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DACC9901-B172-FFB8-A83E-4D914FE17228}"/>
              </a:ext>
            </a:extLst>
          </p:cNvPr>
          <p:cNvCxnSpPr>
            <a:cxnSpLocks/>
            <a:stCxn id="396" idx="6"/>
            <a:endCxn id="394" idx="2"/>
          </p:cNvCxnSpPr>
          <p:nvPr/>
        </p:nvCxnSpPr>
        <p:spPr>
          <a:xfrm flipV="1">
            <a:off x="305141" y="1988664"/>
            <a:ext cx="292861" cy="7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Oval 412">
            <a:extLst>
              <a:ext uri="{FF2B5EF4-FFF2-40B4-BE49-F238E27FC236}">
                <a16:creationId xmlns:a16="http://schemas.microsoft.com/office/drawing/2014/main" id="{D83C7819-774D-AEA5-449C-651E3EBE6E3A}"/>
              </a:ext>
            </a:extLst>
          </p:cNvPr>
          <p:cNvSpPr/>
          <p:nvPr/>
        </p:nvSpPr>
        <p:spPr>
          <a:xfrm>
            <a:off x="2748769" y="1231048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482FEC27-3804-D100-B7A0-4139A8F7DAB1}"/>
              </a:ext>
            </a:extLst>
          </p:cNvPr>
          <p:cNvCxnSpPr>
            <a:cxnSpLocks/>
            <a:stCxn id="413" idx="4"/>
            <a:endCxn id="416" idx="0"/>
          </p:cNvCxnSpPr>
          <p:nvPr/>
        </p:nvCxnSpPr>
        <p:spPr>
          <a:xfrm flipH="1">
            <a:off x="2833356" y="1399806"/>
            <a:ext cx="1" cy="13890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Oval 414">
            <a:extLst>
              <a:ext uri="{FF2B5EF4-FFF2-40B4-BE49-F238E27FC236}">
                <a16:creationId xmlns:a16="http://schemas.microsoft.com/office/drawing/2014/main" id="{412BE944-347E-F0CA-BB3E-CFD80768A1D3}"/>
              </a:ext>
            </a:extLst>
          </p:cNvPr>
          <p:cNvSpPr/>
          <p:nvPr/>
        </p:nvSpPr>
        <p:spPr>
          <a:xfrm>
            <a:off x="2748769" y="92400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49D54DCE-2D4F-21C2-BB6C-547D579468AE}"/>
              </a:ext>
            </a:extLst>
          </p:cNvPr>
          <p:cNvSpPr/>
          <p:nvPr/>
        </p:nvSpPr>
        <p:spPr>
          <a:xfrm>
            <a:off x="2748768" y="1538707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1BC7BE03-B7C4-BCA8-AC26-1C4A8A0DA259}"/>
              </a:ext>
            </a:extLst>
          </p:cNvPr>
          <p:cNvCxnSpPr>
            <a:cxnSpLocks/>
            <a:stCxn id="415" idx="4"/>
            <a:endCxn id="413" idx="0"/>
          </p:cNvCxnSpPr>
          <p:nvPr/>
        </p:nvCxnSpPr>
        <p:spPr>
          <a:xfrm>
            <a:off x="2833357" y="1092759"/>
            <a:ext cx="0" cy="1382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Oval 435">
            <a:extLst>
              <a:ext uri="{FF2B5EF4-FFF2-40B4-BE49-F238E27FC236}">
                <a16:creationId xmlns:a16="http://schemas.microsoft.com/office/drawing/2014/main" id="{5FDF4FAE-D1A1-4ACC-57A7-C584CEBA0B2B}"/>
              </a:ext>
            </a:extLst>
          </p:cNvPr>
          <p:cNvSpPr/>
          <p:nvPr/>
        </p:nvSpPr>
        <p:spPr>
          <a:xfrm>
            <a:off x="4637160" y="1769757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867F38C7-7C90-4E32-6B8E-F0D66C5367DE}"/>
              </a:ext>
            </a:extLst>
          </p:cNvPr>
          <p:cNvCxnSpPr>
            <a:cxnSpLocks/>
            <a:stCxn id="436" idx="4"/>
            <a:endCxn id="439" idx="0"/>
          </p:cNvCxnSpPr>
          <p:nvPr/>
        </p:nvCxnSpPr>
        <p:spPr>
          <a:xfrm>
            <a:off x="4721748" y="1938515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Oval 437">
            <a:extLst>
              <a:ext uri="{FF2B5EF4-FFF2-40B4-BE49-F238E27FC236}">
                <a16:creationId xmlns:a16="http://schemas.microsoft.com/office/drawing/2014/main" id="{E65C223C-195D-5AAA-CA78-70CF6E648FBD}"/>
              </a:ext>
            </a:extLst>
          </p:cNvPr>
          <p:cNvSpPr/>
          <p:nvPr/>
        </p:nvSpPr>
        <p:spPr>
          <a:xfrm>
            <a:off x="4638192" y="1440966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766BD478-BDD3-CF98-6B8B-2BDED8852E53}"/>
              </a:ext>
            </a:extLst>
          </p:cNvPr>
          <p:cNvSpPr/>
          <p:nvPr/>
        </p:nvSpPr>
        <p:spPr>
          <a:xfrm>
            <a:off x="4637160" y="211434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4549EBFE-4A7F-2EE7-4A9C-504D180F772C}"/>
              </a:ext>
            </a:extLst>
          </p:cNvPr>
          <p:cNvCxnSpPr>
            <a:cxnSpLocks/>
            <a:stCxn id="438" idx="4"/>
            <a:endCxn id="436" idx="0"/>
          </p:cNvCxnSpPr>
          <p:nvPr/>
        </p:nvCxnSpPr>
        <p:spPr>
          <a:xfrm flipH="1">
            <a:off x="4721748" y="1609724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03E3C72A-E711-2F19-83A3-61321CF37957}"/>
              </a:ext>
            </a:extLst>
          </p:cNvPr>
          <p:cNvSpPr txBox="1"/>
          <p:nvPr/>
        </p:nvSpPr>
        <p:spPr>
          <a:xfrm>
            <a:off x="3160667" y="501315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9" name="Connector: Curved 448">
            <a:extLst>
              <a:ext uri="{FF2B5EF4-FFF2-40B4-BE49-F238E27FC236}">
                <a16:creationId xmlns:a16="http://schemas.microsoft.com/office/drawing/2014/main" id="{34C9378D-04FF-E661-C3C2-C6B65D6862E3}"/>
              </a:ext>
            </a:extLst>
          </p:cNvPr>
          <p:cNvCxnSpPr>
            <a:cxnSpLocks/>
            <a:stCxn id="438" idx="2"/>
            <a:endCxn id="439" idx="2"/>
          </p:cNvCxnSpPr>
          <p:nvPr/>
        </p:nvCxnSpPr>
        <p:spPr>
          <a:xfrm rot="10800000" flipV="1">
            <a:off x="4637160" y="1525344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: Curved 449">
            <a:extLst>
              <a:ext uri="{FF2B5EF4-FFF2-40B4-BE49-F238E27FC236}">
                <a16:creationId xmlns:a16="http://schemas.microsoft.com/office/drawing/2014/main" id="{CF74D2F1-AAFF-2669-F30B-D2963E8E2F6B}"/>
              </a:ext>
            </a:extLst>
          </p:cNvPr>
          <p:cNvCxnSpPr>
            <a:cxnSpLocks/>
            <a:stCxn id="439" idx="6"/>
            <a:endCxn id="438" idx="6"/>
          </p:cNvCxnSpPr>
          <p:nvPr/>
        </p:nvCxnSpPr>
        <p:spPr>
          <a:xfrm flipV="1">
            <a:off x="4806335" y="1525345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1DCF6DF2-2B44-9DD6-D539-074F8F746D50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3683429" y="1248308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13DFB9B2-9F14-8248-E436-A4D7E24DD08D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3688592" y="1781726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E5C7C159-C144-589B-FE1F-ED07D27D9608}"/>
              </a:ext>
            </a:extLst>
          </p:cNvPr>
          <p:cNvSpPr/>
          <p:nvPr/>
        </p:nvSpPr>
        <p:spPr>
          <a:xfrm>
            <a:off x="3974952" y="1704507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Multiplication Sign 486">
            <a:extLst>
              <a:ext uri="{FF2B5EF4-FFF2-40B4-BE49-F238E27FC236}">
                <a16:creationId xmlns:a16="http://schemas.microsoft.com/office/drawing/2014/main" id="{001D8023-2B38-7410-EE08-2C27E5E347AC}"/>
              </a:ext>
            </a:extLst>
          </p:cNvPr>
          <p:cNvSpPr/>
          <p:nvPr/>
        </p:nvSpPr>
        <p:spPr>
          <a:xfrm>
            <a:off x="4315903" y="1714056"/>
            <a:ext cx="216000" cy="180000"/>
          </a:xfrm>
          <a:prstGeom prst="mathMultiply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717090E7-CD6B-BC6C-9661-BC25E8777A51}"/>
              </a:ext>
            </a:extLst>
          </p:cNvPr>
          <p:cNvSpPr/>
          <p:nvPr/>
        </p:nvSpPr>
        <p:spPr>
          <a:xfrm>
            <a:off x="1528013" y="154385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3ADA9B6D-34A3-3D93-3CD6-155BE44070EB}"/>
              </a:ext>
            </a:extLst>
          </p:cNvPr>
          <p:cNvSpPr/>
          <p:nvPr/>
        </p:nvSpPr>
        <p:spPr>
          <a:xfrm>
            <a:off x="3213374" y="162935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35" name="Group 634">
            <a:extLst>
              <a:ext uri="{FF2B5EF4-FFF2-40B4-BE49-F238E27FC236}">
                <a16:creationId xmlns:a16="http://schemas.microsoft.com/office/drawing/2014/main" id="{4EDE993E-F774-C4BD-B959-AD94B0D0DB9B}"/>
              </a:ext>
            </a:extLst>
          </p:cNvPr>
          <p:cNvGrpSpPr/>
          <p:nvPr/>
        </p:nvGrpSpPr>
        <p:grpSpPr>
          <a:xfrm>
            <a:off x="5552648" y="890893"/>
            <a:ext cx="666811" cy="732193"/>
            <a:chOff x="116413" y="973192"/>
            <a:chExt cx="666811" cy="732193"/>
          </a:xfrm>
        </p:grpSpPr>
        <p:grpSp>
          <p:nvGrpSpPr>
            <p:cNvPr id="637" name="Group 636">
              <a:extLst>
                <a:ext uri="{FF2B5EF4-FFF2-40B4-BE49-F238E27FC236}">
                  <a16:creationId xmlns:a16="http://schemas.microsoft.com/office/drawing/2014/main" id="{1EDC8826-E06D-A592-0F7C-D2DF59D516ED}"/>
                </a:ext>
              </a:extLst>
            </p:cNvPr>
            <p:cNvGrpSpPr/>
            <p:nvPr/>
          </p:nvGrpSpPr>
          <p:grpSpPr>
            <a:xfrm>
              <a:off x="116413" y="973192"/>
              <a:ext cx="666811" cy="732193"/>
              <a:chOff x="5379785" y="941751"/>
              <a:chExt cx="666811" cy="732193"/>
            </a:xfrm>
          </p:grpSpPr>
          <p:cxnSp>
            <p:nvCxnSpPr>
              <p:cNvPr id="640" name="Straight Arrow Connector 639">
                <a:extLst>
                  <a:ext uri="{FF2B5EF4-FFF2-40B4-BE49-F238E27FC236}">
                    <a16:creationId xmlns:a16="http://schemas.microsoft.com/office/drawing/2014/main" id="{72339720-49F8-653D-9836-FC5FB9D7A688}"/>
                  </a:ext>
                </a:extLst>
              </p:cNvPr>
              <p:cNvCxnSpPr>
                <a:cxnSpLocks/>
                <a:stCxn id="643" idx="3"/>
                <a:endCxn id="650" idx="0"/>
              </p:cNvCxnSpPr>
              <p:nvPr/>
            </p:nvCxnSpPr>
            <p:spPr>
              <a:xfrm flipH="1">
                <a:off x="5464373" y="1365466"/>
                <a:ext cx="107922" cy="1345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2" name="Oval 641">
                <a:extLst>
                  <a:ext uri="{FF2B5EF4-FFF2-40B4-BE49-F238E27FC236}">
                    <a16:creationId xmlns:a16="http://schemas.microsoft.com/office/drawing/2014/main" id="{680D97F1-6031-35FC-E610-BF0ADA5D27EA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3" name="Oval 642">
                <a:extLst>
                  <a:ext uri="{FF2B5EF4-FFF2-40B4-BE49-F238E27FC236}">
                    <a16:creationId xmlns:a16="http://schemas.microsoft.com/office/drawing/2014/main" id="{9D42830C-B8D1-7FA7-A93C-6D234A76880B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45" name="Straight Arrow Connector 644">
                <a:extLst>
                  <a:ext uri="{FF2B5EF4-FFF2-40B4-BE49-F238E27FC236}">
                    <a16:creationId xmlns:a16="http://schemas.microsoft.com/office/drawing/2014/main" id="{178E3799-CF56-F947-EA17-5AF10C8CC9CD}"/>
                  </a:ext>
                </a:extLst>
              </p:cNvPr>
              <p:cNvCxnSpPr>
                <a:cxnSpLocks/>
                <a:stCxn id="642" idx="3"/>
                <a:endCxn id="643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6" name="Group 645">
                <a:extLst>
                  <a:ext uri="{FF2B5EF4-FFF2-40B4-BE49-F238E27FC236}">
                    <a16:creationId xmlns:a16="http://schemas.microsoft.com/office/drawing/2014/main" id="{2F6375C0-76E4-63E0-E957-DC8DE06458C8}"/>
                  </a:ext>
                </a:extLst>
              </p:cNvPr>
              <p:cNvGrpSpPr/>
              <p:nvPr/>
            </p:nvGrpSpPr>
            <p:grpSpPr>
              <a:xfrm>
                <a:off x="5379785" y="1194888"/>
                <a:ext cx="666811" cy="479056"/>
                <a:chOff x="4157734" y="955470"/>
                <a:chExt cx="666811" cy="479056"/>
              </a:xfrm>
            </p:grpSpPr>
            <p:sp>
              <p:nvSpPr>
                <p:cNvPr id="648" name="Oval 647">
                  <a:extLst>
                    <a:ext uri="{FF2B5EF4-FFF2-40B4-BE49-F238E27FC236}">
                      <a16:creationId xmlns:a16="http://schemas.microsoft.com/office/drawing/2014/main" id="{5FC286EB-DA3F-ADD4-F272-AAFEBBF81A91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649" name="Oval 648">
                  <a:extLst>
                    <a:ext uri="{FF2B5EF4-FFF2-40B4-BE49-F238E27FC236}">
                      <a16:creationId xmlns:a16="http://schemas.microsoft.com/office/drawing/2014/main" id="{E12E11B9-FE52-2B28-DB96-2790BE5090BA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650" name="Oval 649">
                  <a:extLst>
                    <a:ext uri="{FF2B5EF4-FFF2-40B4-BE49-F238E27FC236}">
                      <a16:creationId xmlns:a16="http://schemas.microsoft.com/office/drawing/2014/main" id="{5FB00384-3313-C545-BA59-25E0619644C2}"/>
                    </a:ext>
                  </a:extLst>
                </p:cNvPr>
                <p:cNvSpPr/>
                <p:nvPr/>
              </p:nvSpPr>
              <p:spPr>
                <a:xfrm>
                  <a:off x="4157734" y="126056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638" name="Straight Arrow Connector 637">
              <a:extLst>
                <a:ext uri="{FF2B5EF4-FFF2-40B4-BE49-F238E27FC236}">
                  <a16:creationId xmlns:a16="http://schemas.microsoft.com/office/drawing/2014/main" id="{A7F4B9B7-276A-43CC-2ECC-A0B9DCA0C441}"/>
                </a:ext>
              </a:extLst>
            </p:cNvPr>
            <p:cNvCxnSpPr>
              <a:cxnSpLocks/>
              <a:stCxn id="642" idx="5"/>
              <a:endCxn id="648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Arrow Connector 638">
              <a:extLst>
                <a:ext uri="{FF2B5EF4-FFF2-40B4-BE49-F238E27FC236}">
                  <a16:creationId xmlns:a16="http://schemas.microsoft.com/office/drawing/2014/main" id="{891C2757-AC6C-7843-C29B-475B040CD015}"/>
                </a:ext>
              </a:extLst>
            </p:cNvPr>
            <p:cNvCxnSpPr>
              <a:cxnSpLocks/>
              <a:stCxn id="643" idx="5"/>
              <a:endCxn id="649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3" name="Oval 652">
            <a:extLst>
              <a:ext uri="{FF2B5EF4-FFF2-40B4-BE49-F238E27FC236}">
                <a16:creationId xmlns:a16="http://schemas.microsoft.com/office/drawing/2014/main" id="{2C65004E-611D-A20C-E044-7254767A5429}"/>
              </a:ext>
            </a:extLst>
          </p:cNvPr>
          <p:cNvSpPr/>
          <p:nvPr/>
        </p:nvSpPr>
        <p:spPr>
          <a:xfrm>
            <a:off x="5716457" y="1947711"/>
            <a:ext cx="169175" cy="16875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4" name="Arrow: Right 107">
            <a:extLst>
              <a:ext uri="{FF2B5EF4-FFF2-40B4-BE49-F238E27FC236}">
                <a16:creationId xmlns:a16="http://schemas.microsoft.com/office/drawing/2014/main" id="{A294F2BC-19EE-6AA6-A6E9-E68C3356A8F8}"/>
              </a:ext>
            </a:extLst>
          </p:cNvPr>
          <p:cNvSpPr/>
          <p:nvPr/>
        </p:nvSpPr>
        <p:spPr>
          <a:xfrm>
            <a:off x="5242383" y="16384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162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1E0F2B4-49D0-50EC-F34B-AD98A00C5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: Shape 540">
            <a:extLst>
              <a:ext uri="{FF2B5EF4-FFF2-40B4-BE49-F238E27FC236}">
                <a16:creationId xmlns:a16="http://schemas.microsoft.com/office/drawing/2014/main" id="{96D8333F-E815-0685-479E-6BD88401C441}"/>
              </a:ext>
            </a:extLst>
          </p:cNvPr>
          <p:cNvSpPr/>
          <p:nvPr/>
        </p:nvSpPr>
        <p:spPr>
          <a:xfrm>
            <a:off x="5458863" y="1377134"/>
            <a:ext cx="497840" cy="934720"/>
          </a:xfrm>
          <a:custGeom>
            <a:avLst/>
            <a:gdLst>
              <a:gd name="connsiteX0" fmla="*/ 274320 w 497840"/>
              <a:gd name="connsiteY0" fmla="*/ 0 h 934720"/>
              <a:gd name="connsiteX1" fmla="*/ 274320 w 497840"/>
              <a:gd name="connsiteY1" fmla="*/ 0 h 934720"/>
              <a:gd name="connsiteX2" fmla="*/ 40640 w 497840"/>
              <a:gd name="connsiteY2" fmla="*/ 35560 h 934720"/>
              <a:gd name="connsiteX3" fmla="*/ 25400 w 497840"/>
              <a:gd name="connsiteY3" fmla="*/ 45720 h 934720"/>
              <a:gd name="connsiteX4" fmla="*/ 10160 w 497840"/>
              <a:gd name="connsiteY4" fmla="*/ 86360 h 934720"/>
              <a:gd name="connsiteX5" fmla="*/ 15240 w 497840"/>
              <a:gd name="connsiteY5" fmla="*/ 137160 h 934720"/>
              <a:gd name="connsiteX6" fmla="*/ 20320 w 497840"/>
              <a:gd name="connsiteY6" fmla="*/ 152400 h 934720"/>
              <a:gd name="connsiteX7" fmla="*/ 35560 w 497840"/>
              <a:gd name="connsiteY7" fmla="*/ 218440 h 934720"/>
              <a:gd name="connsiteX8" fmla="*/ 35560 w 497840"/>
              <a:gd name="connsiteY8" fmla="*/ 431800 h 934720"/>
              <a:gd name="connsiteX9" fmla="*/ 20320 w 497840"/>
              <a:gd name="connsiteY9" fmla="*/ 472440 h 934720"/>
              <a:gd name="connsiteX10" fmla="*/ 10160 w 497840"/>
              <a:gd name="connsiteY10" fmla="*/ 497840 h 934720"/>
              <a:gd name="connsiteX11" fmla="*/ 0 w 497840"/>
              <a:gd name="connsiteY11" fmla="*/ 563880 h 934720"/>
              <a:gd name="connsiteX12" fmla="*/ 5080 w 497840"/>
              <a:gd name="connsiteY12" fmla="*/ 736600 h 934720"/>
              <a:gd name="connsiteX13" fmla="*/ 20320 w 497840"/>
              <a:gd name="connsiteY13" fmla="*/ 782320 h 934720"/>
              <a:gd name="connsiteX14" fmla="*/ 40640 w 497840"/>
              <a:gd name="connsiteY14" fmla="*/ 863600 h 934720"/>
              <a:gd name="connsiteX15" fmla="*/ 50800 w 497840"/>
              <a:gd name="connsiteY15" fmla="*/ 878840 h 934720"/>
              <a:gd name="connsiteX16" fmla="*/ 60960 w 497840"/>
              <a:gd name="connsiteY16" fmla="*/ 899160 h 934720"/>
              <a:gd name="connsiteX17" fmla="*/ 76200 w 497840"/>
              <a:gd name="connsiteY17" fmla="*/ 909320 h 934720"/>
              <a:gd name="connsiteX18" fmla="*/ 96520 w 497840"/>
              <a:gd name="connsiteY18" fmla="*/ 924560 h 934720"/>
              <a:gd name="connsiteX19" fmla="*/ 127000 w 497840"/>
              <a:gd name="connsiteY19" fmla="*/ 934720 h 934720"/>
              <a:gd name="connsiteX20" fmla="*/ 269240 w 497840"/>
              <a:gd name="connsiteY20" fmla="*/ 929640 h 934720"/>
              <a:gd name="connsiteX21" fmla="*/ 289560 w 497840"/>
              <a:gd name="connsiteY21" fmla="*/ 924560 h 934720"/>
              <a:gd name="connsiteX22" fmla="*/ 330200 w 497840"/>
              <a:gd name="connsiteY22" fmla="*/ 883920 h 934720"/>
              <a:gd name="connsiteX23" fmla="*/ 381000 w 497840"/>
              <a:gd name="connsiteY23" fmla="*/ 812800 h 934720"/>
              <a:gd name="connsiteX24" fmla="*/ 396240 w 497840"/>
              <a:gd name="connsiteY24" fmla="*/ 787400 h 934720"/>
              <a:gd name="connsiteX25" fmla="*/ 426720 w 497840"/>
              <a:gd name="connsiteY25" fmla="*/ 751840 h 934720"/>
              <a:gd name="connsiteX26" fmla="*/ 431800 w 497840"/>
              <a:gd name="connsiteY26" fmla="*/ 731520 h 934720"/>
              <a:gd name="connsiteX27" fmla="*/ 441960 w 497840"/>
              <a:gd name="connsiteY27" fmla="*/ 711200 h 934720"/>
              <a:gd name="connsiteX28" fmla="*/ 457200 w 497840"/>
              <a:gd name="connsiteY28" fmla="*/ 665480 h 934720"/>
              <a:gd name="connsiteX29" fmla="*/ 462280 w 497840"/>
              <a:gd name="connsiteY29" fmla="*/ 640080 h 934720"/>
              <a:gd name="connsiteX30" fmla="*/ 467360 w 497840"/>
              <a:gd name="connsiteY30" fmla="*/ 624840 h 934720"/>
              <a:gd name="connsiteX31" fmla="*/ 482600 w 497840"/>
              <a:gd name="connsiteY31" fmla="*/ 568960 h 934720"/>
              <a:gd name="connsiteX32" fmla="*/ 487680 w 497840"/>
              <a:gd name="connsiteY32" fmla="*/ 513080 h 934720"/>
              <a:gd name="connsiteX33" fmla="*/ 497840 w 497840"/>
              <a:gd name="connsiteY33" fmla="*/ 452120 h 934720"/>
              <a:gd name="connsiteX34" fmla="*/ 492760 w 497840"/>
              <a:gd name="connsiteY34" fmla="*/ 299720 h 934720"/>
              <a:gd name="connsiteX35" fmla="*/ 477520 w 497840"/>
              <a:gd name="connsiteY35" fmla="*/ 248920 h 934720"/>
              <a:gd name="connsiteX36" fmla="*/ 467360 w 497840"/>
              <a:gd name="connsiteY36" fmla="*/ 218440 h 934720"/>
              <a:gd name="connsiteX37" fmla="*/ 426720 w 497840"/>
              <a:gd name="connsiteY37" fmla="*/ 157480 h 934720"/>
              <a:gd name="connsiteX38" fmla="*/ 411480 w 497840"/>
              <a:gd name="connsiteY38" fmla="*/ 137160 h 934720"/>
              <a:gd name="connsiteX39" fmla="*/ 391160 w 497840"/>
              <a:gd name="connsiteY39" fmla="*/ 116840 h 934720"/>
              <a:gd name="connsiteX40" fmla="*/ 355600 w 497840"/>
              <a:gd name="connsiteY40" fmla="*/ 66040 h 934720"/>
              <a:gd name="connsiteX41" fmla="*/ 335280 w 497840"/>
              <a:gd name="connsiteY41" fmla="*/ 45720 h 934720"/>
              <a:gd name="connsiteX42" fmla="*/ 325120 w 497840"/>
              <a:gd name="connsiteY42" fmla="*/ 25400 h 934720"/>
              <a:gd name="connsiteX43" fmla="*/ 304800 w 497840"/>
              <a:gd name="connsiteY43" fmla="*/ 15240 h 934720"/>
              <a:gd name="connsiteX44" fmla="*/ 274320 w 497840"/>
              <a:gd name="connsiteY44" fmla="*/ 0 h 93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7840" h="934720">
                <a:moveTo>
                  <a:pt x="274320" y="0"/>
                </a:moveTo>
                <a:lnTo>
                  <a:pt x="274320" y="0"/>
                </a:lnTo>
                <a:cubicBezTo>
                  <a:pt x="196427" y="11853"/>
                  <a:pt x="118134" y="21326"/>
                  <a:pt x="40640" y="35560"/>
                </a:cubicBezTo>
                <a:cubicBezTo>
                  <a:pt x="34635" y="36663"/>
                  <a:pt x="29309" y="41030"/>
                  <a:pt x="25400" y="45720"/>
                </a:cubicBezTo>
                <a:cubicBezTo>
                  <a:pt x="15913" y="57105"/>
                  <a:pt x="13578" y="72688"/>
                  <a:pt x="10160" y="86360"/>
                </a:cubicBezTo>
                <a:cubicBezTo>
                  <a:pt x="11853" y="103293"/>
                  <a:pt x="12652" y="120340"/>
                  <a:pt x="15240" y="137160"/>
                </a:cubicBezTo>
                <a:cubicBezTo>
                  <a:pt x="16054" y="142453"/>
                  <a:pt x="18911" y="147234"/>
                  <a:pt x="20320" y="152400"/>
                </a:cubicBezTo>
                <a:cubicBezTo>
                  <a:pt x="29511" y="186099"/>
                  <a:pt x="29636" y="188819"/>
                  <a:pt x="35560" y="218440"/>
                </a:cubicBezTo>
                <a:cubicBezTo>
                  <a:pt x="42050" y="322274"/>
                  <a:pt x="43856" y="307358"/>
                  <a:pt x="35560" y="431800"/>
                </a:cubicBezTo>
                <a:cubicBezTo>
                  <a:pt x="34371" y="449642"/>
                  <a:pt x="27390" y="456532"/>
                  <a:pt x="20320" y="472440"/>
                </a:cubicBezTo>
                <a:cubicBezTo>
                  <a:pt x="16616" y="480773"/>
                  <a:pt x="12780" y="489106"/>
                  <a:pt x="10160" y="497840"/>
                </a:cubicBezTo>
                <a:cubicBezTo>
                  <a:pt x="5173" y="514463"/>
                  <a:pt x="1770" y="549717"/>
                  <a:pt x="0" y="563880"/>
                </a:cubicBezTo>
                <a:cubicBezTo>
                  <a:pt x="1693" y="621453"/>
                  <a:pt x="772" y="679163"/>
                  <a:pt x="5080" y="736600"/>
                </a:cubicBezTo>
                <a:cubicBezTo>
                  <a:pt x="6299" y="752856"/>
                  <a:pt x="17170" y="766572"/>
                  <a:pt x="20320" y="782320"/>
                </a:cubicBezTo>
                <a:cubicBezTo>
                  <a:pt x="21786" y="789648"/>
                  <a:pt x="31714" y="850211"/>
                  <a:pt x="40640" y="863600"/>
                </a:cubicBezTo>
                <a:cubicBezTo>
                  <a:pt x="44027" y="868680"/>
                  <a:pt x="47771" y="873539"/>
                  <a:pt x="50800" y="878840"/>
                </a:cubicBezTo>
                <a:cubicBezTo>
                  <a:pt x="54557" y="885415"/>
                  <a:pt x="56112" y="893342"/>
                  <a:pt x="60960" y="899160"/>
                </a:cubicBezTo>
                <a:cubicBezTo>
                  <a:pt x="64869" y="903850"/>
                  <a:pt x="71232" y="905771"/>
                  <a:pt x="76200" y="909320"/>
                </a:cubicBezTo>
                <a:cubicBezTo>
                  <a:pt x="83090" y="914241"/>
                  <a:pt x="88947" y="920774"/>
                  <a:pt x="96520" y="924560"/>
                </a:cubicBezTo>
                <a:cubicBezTo>
                  <a:pt x="106099" y="929349"/>
                  <a:pt x="127000" y="934720"/>
                  <a:pt x="127000" y="934720"/>
                </a:cubicBezTo>
                <a:cubicBezTo>
                  <a:pt x="174413" y="933027"/>
                  <a:pt x="221889" y="932599"/>
                  <a:pt x="269240" y="929640"/>
                </a:cubicBezTo>
                <a:cubicBezTo>
                  <a:pt x="276208" y="929204"/>
                  <a:pt x="283975" y="928749"/>
                  <a:pt x="289560" y="924560"/>
                </a:cubicBezTo>
                <a:cubicBezTo>
                  <a:pt x="304886" y="913065"/>
                  <a:pt x="318232" y="898880"/>
                  <a:pt x="330200" y="883920"/>
                </a:cubicBezTo>
                <a:cubicBezTo>
                  <a:pt x="353321" y="855019"/>
                  <a:pt x="359103" y="849294"/>
                  <a:pt x="381000" y="812800"/>
                </a:cubicBezTo>
                <a:cubicBezTo>
                  <a:pt x="386080" y="804333"/>
                  <a:pt x="390178" y="795194"/>
                  <a:pt x="396240" y="787400"/>
                </a:cubicBezTo>
                <a:cubicBezTo>
                  <a:pt x="453727" y="713488"/>
                  <a:pt x="390309" y="806457"/>
                  <a:pt x="426720" y="751840"/>
                </a:cubicBezTo>
                <a:cubicBezTo>
                  <a:pt x="428413" y="745067"/>
                  <a:pt x="429349" y="738057"/>
                  <a:pt x="431800" y="731520"/>
                </a:cubicBezTo>
                <a:cubicBezTo>
                  <a:pt x="434459" y="724429"/>
                  <a:pt x="439565" y="718384"/>
                  <a:pt x="441960" y="711200"/>
                </a:cubicBezTo>
                <a:cubicBezTo>
                  <a:pt x="461655" y="652114"/>
                  <a:pt x="431663" y="716555"/>
                  <a:pt x="457200" y="665480"/>
                </a:cubicBezTo>
                <a:cubicBezTo>
                  <a:pt x="458893" y="657013"/>
                  <a:pt x="460186" y="648457"/>
                  <a:pt x="462280" y="640080"/>
                </a:cubicBezTo>
                <a:cubicBezTo>
                  <a:pt x="463579" y="634885"/>
                  <a:pt x="466061" y="630035"/>
                  <a:pt x="467360" y="624840"/>
                </a:cubicBezTo>
                <a:cubicBezTo>
                  <a:pt x="481721" y="567397"/>
                  <a:pt x="460803" y="634350"/>
                  <a:pt x="482600" y="568960"/>
                </a:cubicBezTo>
                <a:cubicBezTo>
                  <a:pt x="484293" y="550333"/>
                  <a:pt x="485261" y="531626"/>
                  <a:pt x="487680" y="513080"/>
                </a:cubicBezTo>
                <a:cubicBezTo>
                  <a:pt x="490344" y="492653"/>
                  <a:pt x="497840" y="452120"/>
                  <a:pt x="497840" y="452120"/>
                </a:cubicBezTo>
                <a:cubicBezTo>
                  <a:pt x="496147" y="401320"/>
                  <a:pt x="495660" y="350465"/>
                  <a:pt x="492760" y="299720"/>
                </a:cubicBezTo>
                <a:cubicBezTo>
                  <a:pt x="491498" y="277631"/>
                  <a:pt x="484966" y="269396"/>
                  <a:pt x="477520" y="248920"/>
                </a:cubicBezTo>
                <a:cubicBezTo>
                  <a:pt x="473860" y="238855"/>
                  <a:pt x="471337" y="228384"/>
                  <a:pt x="467360" y="218440"/>
                </a:cubicBezTo>
                <a:cubicBezTo>
                  <a:pt x="457227" y="193107"/>
                  <a:pt x="444750" y="181520"/>
                  <a:pt x="426720" y="157480"/>
                </a:cubicBezTo>
                <a:cubicBezTo>
                  <a:pt x="421640" y="150707"/>
                  <a:pt x="417467" y="143147"/>
                  <a:pt x="411480" y="137160"/>
                </a:cubicBezTo>
                <a:cubicBezTo>
                  <a:pt x="404707" y="130387"/>
                  <a:pt x="397144" y="124320"/>
                  <a:pt x="391160" y="116840"/>
                </a:cubicBezTo>
                <a:cubicBezTo>
                  <a:pt x="365631" y="84929"/>
                  <a:pt x="378522" y="92236"/>
                  <a:pt x="355600" y="66040"/>
                </a:cubicBezTo>
                <a:cubicBezTo>
                  <a:pt x="349292" y="58831"/>
                  <a:pt x="341027" y="53383"/>
                  <a:pt x="335280" y="45720"/>
                </a:cubicBezTo>
                <a:cubicBezTo>
                  <a:pt x="330736" y="39662"/>
                  <a:pt x="330475" y="30755"/>
                  <a:pt x="325120" y="25400"/>
                </a:cubicBezTo>
                <a:cubicBezTo>
                  <a:pt x="319765" y="20045"/>
                  <a:pt x="311375" y="18997"/>
                  <a:pt x="304800" y="15240"/>
                </a:cubicBezTo>
                <a:cubicBezTo>
                  <a:pt x="278801" y="384"/>
                  <a:pt x="279400" y="2540"/>
                  <a:pt x="274320" y="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7E90B969-25CA-695B-F127-7D88856F3021}"/>
              </a:ext>
            </a:extLst>
          </p:cNvPr>
          <p:cNvSpPr/>
          <p:nvPr/>
        </p:nvSpPr>
        <p:spPr>
          <a:xfrm>
            <a:off x="4303414" y="1109701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B57EADC1-11AC-489C-006E-808331C3C695}"/>
              </a:ext>
            </a:extLst>
          </p:cNvPr>
          <p:cNvCxnSpPr/>
          <p:nvPr/>
        </p:nvCxnSpPr>
        <p:spPr>
          <a:xfrm flipV="1">
            <a:off x="2030653" y="1143631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7FA8FCC8-2778-60C7-F97F-77BB1C40ECCF}"/>
              </a:ext>
            </a:extLst>
          </p:cNvPr>
          <p:cNvCxnSpPr/>
          <p:nvPr/>
        </p:nvCxnSpPr>
        <p:spPr>
          <a:xfrm flipV="1">
            <a:off x="2031001" y="142045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979D676A-F7D3-8335-832E-32A8F1927E86}"/>
              </a:ext>
            </a:extLst>
          </p:cNvPr>
          <p:cNvCxnSpPr/>
          <p:nvPr/>
        </p:nvCxnSpPr>
        <p:spPr>
          <a:xfrm flipV="1">
            <a:off x="2030653" y="172919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99DC7904-C0CE-684B-8EC9-FBFE27334B7E}"/>
              </a:ext>
            </a:extLst>
          </p:cNvPr>
          <p:cNvCxnSpPr/>
          <p:nvPr/>
        </p:nvCxnSpPr>
        <p:spPr>
          <a:xfrm flipV="1">
            <a:off x="2024685" y="203145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8492A36-C6E3-B75E-15AA-0E999561898F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14AC77-220A-60F8-BD4F-7A70736EA4A1}"/>
              </a:ext>
            </a:extLst>
          </p:cNvPr>
          <p:cNvSpPr txBox="1"/>
          <p:nvPr/>
        </p:nvSpPr>
        <p:spPr>
          <a:xfrm>
            <a:off x="1547786" y="257906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Compute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208C7A-D020-B9F7-668E-29018CAC3683}"/>
              </a:ext>
            </a:extLst>
          </p:cNvPr>
          <p:cNvSpPr txBox="1"/>
          <p:nvPr/>
        </p:nvSpPr>
        <p:spPr>
          <a:xfrm>
            <a:off x="5047994" y="2577600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2BC1428D-46A8-7CAC-C0BC-2EC0B0762B1C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1169E8E0-2821-211F-05EE-5E8584029672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E9C0B211-6DB7-5473-74F5-8C5C1FA56D34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70E7274A-30BC-1E09-5147-34E7B0363F41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B3FD8E88-B058-A053-46F3-9444532E8ABF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22EED172-55CA-5C32-0C60-72D416BCBDEA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C825BDD9-1DC8-82BA-3A5D-304167A51056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630E48C3-5669-3717-74D9-87DE11FFCD98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6BA138E5-DB9E-EF8C-0A1C-0DDDBB0C4339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C638E0F8-8AEB-8081-69EA-89782773D1C0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CA831CB9-49E9-2145-414C-E001A3E526E6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E837A238-0D65-3BAF-1C90-129DEE5B35EB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95011393-02F5-8BA2-D120-CDD10D07C28A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22D9865A-8CD4-EC00-4EB2-FFAE5D12A3DB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48870650-B3CC-8E67-BBC3-C86081865FD3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A7233A7B-AD77-23C7-87ED-BD4FDD2AA481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0F2657DF-7960-9F12-F2C0-CD4F2D265C3E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6AA86EBE-9DBF-5DAF-0A64-F0F1E56C4DB2}"/>
                </a:ext>
              </a:extLst>
            </p:cNvPr>
            <p:cNvCxnSpPr>
              <a:cxnSpLocks/>
              <a:stCxn id="187" idx="7"/>
              <a:endCxn id="139" idx="3"/>
            </p:cNvCxnSpPr>
            <p:nvPr/>
          </p:nvCxnSpPr>
          <p:spPr>
            <a:xfrm flipV="1">
              <a:off x="693379" y="1681288"/>
              <a:ext cx="296993" cy="21041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2986F9BE-0B8D-579B-DFD6-9068076BEFDD}"/>
              </a:ext>
            </a:extLst>
          </p:cNvPr>
          <p:cNvGrpSpPr/>
          <p:nvPr/>
        </p:nvGrpSpPr>
        <p:grpSpPr>
          <a:xfrm>
            <a:off x="2064638" y="909918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3AF9203A-D9F2-AEFE-60D5-2850E942ED5F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DA0B6E42-096D-A7F7-B645-6332858A9DFC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8D6A9C80-1BB7-4A81-8F6C-A1D3C25365EC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AF9D4E48-3585-A2A3-1CDE-4CD28C25035C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466E58E8-EA7E-E7A5-AB72-0DBF219A49FA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4CB7A9A8-CD6F-9BC8-B02A-69A21C4DDDF9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92771D3A-BD4E-7B62-41E0-D4C15C4EA488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561D7E3E-F38E-48CF-4859-C2348373769B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5F41B682-C826-D95B-9C7B-3C0DD4FF9900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5F4F0E9B-EEF1-5F21-4D23-FF8EFA92B714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47FB745F-0A86-DB6C-1968-B9DD5CF118F3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0501017F-62F0-4490-6BE8-3AE263AA1D5E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0E1DFF6B-28AA-B272-9C2E-AF411450E44F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2E6F779F-C8CC-FA4C-0E3E-61B55A3A76FA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0091378E-B99E-8F8F-1A6B-DDF08E072DA1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46EE2FE1-5642-B38B-DBF4-B670ECD66C12}"/>
              </a:ext>
            </a:extLst>
          </p:cNvPr>
          <p:cNvGrpSpPr/>
          <p:nvPr/>
        </p:nvGrpSpPr>
        <p:grpSpPr>
          <a:xfrm>
            <a:off x="4447053" y="876835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FB1BA023-6FAF-56C0-F51D-B78AEAD75FE5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AD39B884-271E-3921-6269-5A5FAB63CF9E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21E1EF43-9ABA-C0B5-ECDB-2B6531E37946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852A664C-47BE-9509-B2B8-66A62950C898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D2313264-2F62-5EC0-F965-309BFFB7D8C4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6D42A4DD-65C9-23C0-EA2E-04FE0B4C719F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8911D7F6-8666-67F6-6EF6-3D6EB1629FD7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EDD99336-6EA1-B2E2-139E-380F8C2B2C84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EB08AF92-CA71-4C3C-264F-84E4235BB294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69061BAC-C894-79EF-5F44-44714E57B883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42CFBBCE-E78E-6340-B33F-B637F4092522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79B17A0E-ECBA-18DC-E494-183167875B55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57EFD8D5-A625-062C-89C1-ABEF21322E4A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E5D6356D-956C-C190-F6A1-047BC401B888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725D1107-1CDE-D8A3-22C0-C5390B3BA57A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Oval 393">
            <a:extLst>
              <a:ext uri="{FF2B5EF4-FFF2-40B4-BE49-F238E27FC236}">
                <a16:creationId xmlns:a16="http://schemas.microsoft.com/office/drawing/2014/main" id="{83560CBD-B3CE-9C9A-9932-570EDC189587}"/>
              </a:ext>
            </a:extLst>
          </p:cNvPr>
          <p:cNvSpPr/>
          <p:nvPr/>
        </p:nvSpPr>
        <p:spPr>
          <a:xfrm>
            <a:off x="598002" y="190428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B0E95906-9898-834F-6133-64C49B7134F1}"/>
              </a:ext>
            </a:extLst>
          </p:cNvPr>
          <p:cNvCxnSpPr>
            <a:cxnSpLocks/>
            <a:stCxn id="394" idx="6"/>
            <a:endCxn id="397" idx="2"/>
          </p:cNvCxnSpPr>
          <p:nvPr/>
        </p:nvCxnSpPr>
        <p:spPr>
          <a:xfrm>
            <a:off x="767177" y="1988664"/>
            <a:ext cx="242653" cy="30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Oval 395">
            <a:extLst>
              <a:ext uri="{FF2B5EF4-FFF2-40B4-BE49-F238E27FC236}">
                <a16:creationId xmlns:a16="http://schemas.microsoft.com/office/drawing/2014/main" id="{2119B748-4F22-0228-ED16-0BA8866F24B0}"/>
              </a:ext>
            </a:extLst>
          </p:cNvPr>
          <p:cNvSpPr/>
          <p:nvPr/>
        </p:nvSpPr>
        <p:spPr>
          <a:xfrm>
            <a:off x="135966" y="19050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88A3C80E-DD2B-44F1-9C43-3A833EBB6119}"/>
              </a:ext>
            </a:extLst>
          </p:cNvPr>
          <p:cNvSpPr/>
          <p:nvPr/>
        </p:nvSpPr>
        <p:spPr>
          <a:xfrm>
            <a:off x="1009830" y="1907313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49EF79C4-6B88-FB33-9DC7-E5416DFE4BDF}"/>
              </a:ext>
            </a:extLst>
          </p:cNvPr>
          <p:cNvCxnSpPr>
            <a:cxnSpLocks/>
            <a:stCxn id="396" idx="6"/>
            <a:endCxn id="394" idx="2"/>
          </p:cNvCxnSpPr>
          <p:nvPr/>
        </p:nvCxnSpPr>
        <p:spPr>
          <a:xfrm flipV="1">
            <a:off x="305141" y="1988664"/>
            <a:ext cx="292861" cy="7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Oval 412">
            <a:extLst>
              <a:ext uri="{FF2B5EF4-FFF2-40B4-BE49-F238E27FC236}">
                <a16:creationId xmlns:a16="http://schemas.microsoft.com/office/drawing/2014/main" id="{2A09DFE5-2392-0A33-2EE9-8E8991E7DB4F}"/>
              </a:ext>
            </a:extLst>
          </p:cNvPr>
          <p:cNvSpPr/>
          <p:nvPr/>
        </p:nvSpPr>
        <p:spPr>
          <a:xfrm>
            <a:off x="2957436" y="122390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77D4D718-2933-F1A2-9ACD-27E586BAD8E6}"/>
              </a:ext>
            </a:extLst>
          </p:cNvPr>
          <p:cNvCxnSpPr>
            <a:cxnSpLocks/>
            <a:stCxn id="413" idx="4"/>
            <a:endCxn id="416" idx="0"/>
          </p:cNvCxnSpPr>
          <p:nvPr/>
        </p:nvCxnSpPr>
        <p:spPr>
          <a:xfrm>
            <a:off x="3042024" y="1392659"/>
            <a:ext cx="0" cy="15016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Oval 414">
            <a:extLst>
              <a:ext uri="{FF2B5EF4-FFF2-40B4-BE49-F238E27FC236}">
                <a16:creationId xmlns:a16="http://schemas.microsoft.com/office/drawing/2014/main" id="{B083D07F-DB43-3D92-D847-3246213F6E25}"/>
              </a:ext>
            </a:extLst>
          </p:cNvPr>
          <p:cNvSpPr/>
          <p:nvPr/>
        </p:nvSpPr>
        <p:spPr>
          <a:xfrm>
            <a:off x="2957436" y="91685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AE6673AB-4E29-EF03-5ADE-B0C45E27488B}"/>
              </a:ext>
            </a:extLst>
          </p:cNvPr>
          <p:cNvSpPr/>
          <p:nvPr/>
        </p:nvSpPr>
        <p:spPr>
          <a:xfrm>
            <a:off x="2957436" y="154282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9072C435-AE7A-F674-427B-DF84A3EBB0A0}"/>
              </a:ext>
            </a:extLst>
          </p:cNvPr>
          <p:cNvCxnSpPr>
            <a:cxnSpLocks/>
            <a:stCxn id="415" idx="4"/>
            <a:endCxn id="413" idx="0"/>
          </p:cNvCxnSpPr>
          <p:nvPr/>
        </p:nvCxnSpPr>
        <p:spPr>
          <a:xfrm>
            <a:off x="3042024" y="1085612"/>
            <a:ext cx="0" cy="1382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Oval 435">
            <a:extLst>
              <a:ext uri="{FF2B5EF4-FFF2-40B4-BE49-F238E27FC236}">
                <a16:creationId xmlns:a16="http://schemas.microsoft.com/office/drawing/2014/main" id="{4C3C8B1D-2D38-6D96-F970-F00BA9007738}"/>
              </a:ext>
            </a:extLst>
          </p:cNvPr>
          <p:cNvSpPr/>
          <p:nvPr/>
        </p:nvSpPr>
        <p:spPr>
          <a:xfrm>
            <a:off x="5489791" y="175609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13F4324D-09B2-8749-371D-7BD302DE3746}"/>
              </a:ext>
            </a:extLst>
          </p:cNvPr>
          <p:cNvCxnSpPr>
            <a:cxnSpLocks/>
            <a:stCxn id="436" idx="4"/>
            <a:endCxn id="439" idx="0"/>
          </p:cNvCxnSpPr>
          <p:nvPr/>
        </p:nvCxnSpPr>
        <p:spPr>
          <a:xfrm>
            <a:off x="5574379" y="1924848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Oval 437">
            <a:extLst>
              <a:ext uri="{FF2B5EF4-FFF2-40B4-BE49-F238E27FC236}">
                <a16:creationId xmlns:a16="http://schemas.microsoft.com/office/drawing/2014/main" id="{4C0755BE-F9AC-95E8-97C3-293230A04E8A}"/>
              </a:ext>
            </a:extLst>
          </p:cNvPr>
          <p:cNvSpPr/>
          <p:nvPr/>
        </p:nvSpPr>
        <p:spPr>
          <a:xfrm>
            <a:off x="5490823" y="1427299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8585AA3A-586E-CE39-77BC-0E79FA37E03A}"/>
              </a:ext>
            </a:extLst>
          </p:cNvPr>
          <p:cNvSpPr/>
          <p:nvPr/>
        </p:nvSpPr>
        <p:spPr>
          <a:xfrm>
            <a:off x="5489791" y="210067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18E8F44F-A1F5-75AF-974B-1EE0749C8628}"/>
              </a:ext>
            </a:extLst>
          </p:cNvPr>
          <p:cNvCxnSpPr>
            <a:cxnSpLocks/>
            <a:stCxn id="438" idx="4"/>
            <a:endCxn id="436" idx="0"/>
          </p:cNvCxnSpPr>
          <p:nvPr/>
        </p:nvCxnSpPr>
        <p:spPr>
          <a:xfrm flipH="1">
            <a:off x="5574379" y="1596057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CE91CDE7-BE6B-D601-49E1-7453DD272212}"/>
              </a:ext>
            </a:extLst>
          </p:cNvPr>
          <p:cNvSpPr txBox="1"/>
          <p:nvPr/>
        </p:nvSpPr>
        <p:spPr>
          <a:xfrm>
            <a:off x="3413541" y="991907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9" name="Connector: Curved 448">
            <a:extLst>
              <a:ext uri="{FF2B5EF4-FFF2-40B4-BE49-F238E27FC236}">
                <a16:creationId xmlns:a16="http://schemas.microsoft.com/office/drawing/2014/main" id="{6F21A6CB-11A4-34E0-23F3-1FB604D15DA6}"/>
              </a:ext>
            </a:extLst>
          </p:cNvPr>
          <p:cNvCxnSpPr>
            <a:cxnSpLocks/>
            <a:stCxn id="438" idx="2"/>
            <a:endCxn id="439" idx="2"/>
          </p:cNvCxnSpPr>
          <p:nvPr/>
        </p:nvCxnSpPr>
        <p:spPr>
          <a:xfrm rot="10800000" flipV="1">
            <a:off x="5489791" y="1511677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: Curved 449">
            <a:extLst>
              <a:ext uri="{FF2B5EF4-FFF2-40B4-BE49-F238E27FC236}">
                <a16:creationId xmlns:a16="http://schemas.microsoft.com/office/drawing/2014/main" id="{59562F83-CB74-EF96-2FE7-7C2EED27FEB2}"/>
              </a:ext>
            </a:extLst>
          </p:cNvPr>
          <p:cNvCxnSpPr>
            <a:cxnSpLocks/>
            <a:stCxn id="439" idx="6"/>
            <a:endCxn id="438" idx="6"/>
          </p:cNvCxnSpPr>
          <p:nvPr/>
        </p:nvCxnSpPr>
        <p:spPr>
          <a:xfrm flipV="1">
            <a:off x="5658966" y="1511678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BD4C9E25-C8A9-9CCE-EEDF-09C5FF5FD5E6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4447052" y="1240885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2125F868-4E42-7BFA-B766-A05534E59D4F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4452215" y="1774303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86D90CEC-588E-829E-3B44-1C2446AE9281}"/>
              </a:ext>
            </a:extLst>
          </p:cNvPr>
          <p:cNvSpPr/>
          <p:nvPr/>
        </p:nvSpPr>
        <p:spPr>
          <a:xfrm>
            <a:off x="4738575" y="1697084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Multiplication Sign 486">
            <a:extLst>
              <a:ext uri="{FF2B5EF4-FFF2-40B4-BE49-F238E27FC236}">
                <a16:creationId xmlns:a16="http://schemas.microsoft.com/office/drawing/2014/main" id="{B4B0D693-C6FC-4B13-A7B4-BD42FF6B52CD}"/>
              </a:ext>
            </a:extLst>
          </p:cNvPr>
          <p:cNvSpPr/>
          <p:nvPr/>
        </p:nvSpPr>
        <p:spPr>
          <a:xfrm>
            <a:off x="5168534" y="1700389"/>
            <a:ext cx="216000" cy="180000"/>
          </a:xfrm>
          <a:prstGeom prst="mathMultiply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09F8C951-0039-105F-4D30-DDD317DDBD48}"/>
              </a:ext>
            </a:extLst>
          </p:cNvPr>
          <p:cNvSpPr/>
          <p:nvPr/>
        </p:nvSpPr>
        <p:spPr>
          <a:xfrm>
            <a:off x="1713877" y="162720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5B3FEC5F-811B-50BE-B780-E1DF1858B57C}"/>
              </a:ext>
            </a:extLst>
          </p:cNvPr>
          <p:cNvSpPr/>
          <p:nvPr/>
        </p:nvSpPr>
        <p:spPr>
          <a:xfrm>
            <a:off x="3623572" y="1620422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4" name="Arrow: Right 107">
            <a:extLst>
              <a:ext uri="{FF2B5EF4-FFF2-40B4-BE49-F238E27FC236}">
                <a16:creationId xmlns:a16="http://schemas.microsoft.com/office/drawing/2014/main" id="{D269E361-11AA-5703-19F8-574A235364C7}"/>
              </a:ext>
            </a:extLst>
          </p:cNvPr>
          <p:cNvSpPr/>
          <p:nvPr/>
        </p:nvSpPr>
        <p:spPr>
          <a:xfrm>
            <a:off x="6117666" y="1620422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2006977-0DD0-B75E-3365-B06FCF337294}"/>
              </a:ext>
            </a:extLst>
          </p:cNvPr>
          <p:cNvGrpSpPr/>
          <p:nvPr/>
        </p:nvGrpSpPr>
        <p:grpSpPr>
          <a:xfrm>
            <a:off x="6552295" y="998587"/>
            <a:ext cx="1112012" cy="793831"/>
            <a:chOff x="50634" y="1241918"/>
            <a:chExt cx="1112012" cy="793831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8508AB3C-A335-CA66-6AD6-9ECBC8BC303E}"/>
                </a:ext>
              </a:extLst>
            </p:cNvPr>
            <p:cNvCxnSpPr>
              <a:cxnSpLocks/>
              <a:stCxn id="12" idx="6"/>
              <a:endCxn id="21" idx="2"/>
            </p:cNvCxnSpPr>
            <p:nvPr/>
          </p:nvCxnSpPr>
          <p:spPr>
            <a:xfrm>
              <a:off x="721134" y="1617608"/>
              <a:ext cx="272337" cy="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B61AA5F-631B-320F-4483-608149EFDAD4}"/>
                </a:ext>
              </a:extLst>
            </p:cNvPr>
            <p:cNvGrpSpPr/>
            <p:nvPr/>
          </p:nvGrpSpPr>
          <p:grpSpPr>
            <a:xfrm>
              <a:off x="50634" y="1241918"/>
              <a:ext cx="1112012" cy="793831"/>
              <a:chOff x="5314006" y="1210477"/>
              <a:chExt cx="1112012" cy="793831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1E795327-B83A-01F8-2D9A-524DBB6FCD7D}"/>
                  </a:ext>
                </a:extLst>
              </p:cNvPr>
              <p:cNvCxnSpPr>
                <a:cxnSpLocks/>
                <a:stCxn id="13" idx="6"/>
                <a:endCxn id="12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DD2C262-7308-59D9-B052-D6D955764BAF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1B10D50B-3A84-A58D-D7C1-BAC610E0463B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BF50B2A-AAEA-0EEF-A8A2-6D0B2F8F91E7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613667" cy="793831"/>
                <a:chOff x="4590300" y="971059"/>
                <a:chExt cx="613667" cy="793831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06512575-8D92-C25A-0E85-24C4B8619EBA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CB18FB61-4AEC-B71E-8E90-281FBAA5B7C4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C5B017EC-0114-8E2A-9A13-4ED28CB3BBC1}"/>
                    </a:ext>
                  </a:extLst>
                </p:cNvPr>
                <p:cNvSpPr/>
                <p:nvPr/>
              </p:nvSpPr>
              <p:spPr>
                <a:xfrm>
                  <a:off x="5034792" y="12623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9F007FC1-3F8A-579E-1DD7-4DBC57E66003}"/>
                    </a:ext>
                  </a:extLst>
                </p:cNvPr>
                <p:cNvCxnSpPr>
                  <a:cxnSpLocks/>
                  <a:stCxn id="12" idx="7"/>
                  <a:endCxn id="20" idx="2"/>
                </p:cNvCxnSpPr>
                <p:nvPr/>
              </p:nvCxnSpPr>
              <p:spPr>
                <a:xfrm flipV="1">
                  <a:off x="4737680" y="1055438"/>
                  <a:ext cx="270535" cy="23164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69B8B317-2E24-BB41-8EBE-64176DD51170}"/>
                </a:ext>
              </a:extLst>
            </p:cNvPr>
            <p:cNvCxnSpPr>
              <a:cxnSpLocks/>
              <a:stCxn id="13" idx="5"/>
              <a:endCxn id="19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C33A072-429A-7F78-3323-66E843AAE8A2}"/>
                </a:ext>
              </a:extLst>
            </p:cNvPr>
            <p:cNvCxnSpPr>
              <a:cxnSpLocks/>
              <a:stCxn id="19" idx="0"/>
              <a:endCxn id="12" idx="4"/>
            </p:cNvCxnSpPr>
            <p:nvPr/>
          </p:nvCxnSpPr>
          <p:spPr>
            <a:xfrm flipV="1">
              <a:off x="633567" y="1701987"/>
              <a:ext cx="2980" cy="16500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6D10245E-3E7C-3291-61B2-B82E64360789}"/>
              </a:ext>
            </a:extLst>
          </p:cNvPr>
          <p:cNvSpPr/>
          <p:nvPr/>
        </p:nvSpPr>
        <p:spPr>
          <a:xfrm>
            <a:off x="6552295" y="1836409"/>
            <a:ext cx="169175" cy="16875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813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C5E84B5-E9A1-D2E6-7C9E-9E6CF3F51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: Shape 540">
            <a:extLst>
              <a:ext uri="{FF2B5EF4-FFF2-40B4-BE49-F238E27FC236}">
                <a16:creationId xmlns:a16="http://schemas.microsoft.com/office/drawing/2014/main" id="{A214287F-0EE4-65BC-F70C-9411965CA157}"/>
              </a:ext>
            </a:extLst>
          </p:cNvPr>
          <p:cNvSpPr/>
          <p:nvPr/>
        </p:nvSpPr>
        <p:spPr>
          <a:xfrm>
            <a:off x="4841568" y="1314746"/>
            <a:ext cx="497840" cy="934720"/>
          </a:xfrm>
          <a:custGeom>
            <a:avLst/>
            <a:gdLst>
              <a:gd name="connsiteX0" fmla="*/ 274320 w 497840"/>
              <a:gd name="connsiteY0" fmla="*/ 0 h 934720"/>
              <a:gd name="connsiteX1" fmla="*/ 274320 w 497840"/>
              <a:gd name="connsiteY1" fmla="*/ 0 h 934720"/>
              <a:gd name="connsiteX2" fmla="*/ 40640 w 497840"/>
              <a:gd name="connsiteY2" fmla="*/ 35560 h 934720"/>
              <a:gd name="connsiteX3" fmla="*/ 25400 w 497840"/>
              <a:gd name="connsiteY3" fmla="*/ 45720 h 934720"/>
              <a:gd name="connsiteX4" fmla="*/ 10160 w 497840"/>
              <a:gd name="connsiteY4" fmla="*/ 86360 h 934720"/>
              <a:gd name="connsiteX5" fmla="*/ 15240 w 497840"/>
              <a:gd name="connsiteY5" fmla="*/ 137160 h 934720"/>
              <a:gd name="connsiteX6" fmla="*/ 20320 w 497840"/>
              <a:gd name="connsiteY6" fmla="*/ 152400 h 934720"/>
              <a:gd name="connsiteX7" fmla="*/ 35560 w 497840"/>
              <a:gd name="connsiteY7" fmla="*/ 218440 h 934720"/>
              <a:gd name="connsiteX8" fmla="*/ 35560 w 497840"/>
              <a:gd name="connsiteY8" fmla="*/ 431800 h 934720"/>
              <a:gd name="connsiteX9" fmla="*/ 20320 w 497840"/>
              <a:gd name="connsiteY9" fmla="*/ 472440 h 934720"/>
              <a:gd name="connsiteX10" fmla="*/ 10160 w 497840"/>
              <a:gd name="connsiteY10" fmla="*/ 497840 h 934720"/>
              <a:gd name="connsiteX11" fmla="*/ 0 w 497840"/>
              <a:gd name="connsiteY11" fmla="*/ 563880 h 934720"/>
              <a:gd name="connsiteX12" fmla="*/ 5080 w 497840"/>
              <a:gd name="connsiteY12" fmla="*/ 736600 h 934720"/>
              <a:gd name="connsiteX13" fmla="*/ 20320 w 497840"/>
              <a:gd name="connsiteY13" fmla="*/ 782320 h 934720"/>
              <a:gd name="connsiteX14" fmla="*/ 40640 w 497840"/>
              <a:gd name="connsiteY14" fmla="*/ 863600 h 934720"/>
              <a:gd name="connsiteX15" fmla="*/ 50800 w 497840"/>
              <a:gd name="connsiteY15" fmla="*/ 878840 h 934720"/>
              <a:gd name="connsiteX16" fmla="*/ 60960 w 497840"/>
              <a:gd name="connsiteY16" fmla="*/ 899160 h 934720"/>
              <a:gd name="connsiteX17" fmla="*/ 76200 w 497840"/>
              <a:gd name="connsiteY17" fmla="*/ 909320 h 934720"/>
              <a:gd name="connsiteX18" fmla="*/ 96520 w 497840"/>
              <a:gd name="connsiteY18" fmla="*/ 924560 h 934720"/>
              <a:gd name="connsiteX19" fmla="*/ 127000 w 497840"/>
              <a:gd name="connsiteY19" fmla="*/ 934720 h 934720"/>
              <a:gd name="connsiteX20" fmla="*/ 269240 w 497840"/>
              <a:gd name="connsiteY20" fmla="*/ 929640 h 934720"/>
              <a:gd name="connsiteX21" fmla="*/ 289560 w 497840"/>
              <a:gd name="connsiteY21" fmla="*/ 924560 h 934720"/>
              <a:gd name="connsiteX22" fmla="*/ 330200 w 497840"/>
              <a:gd name="connsiteY22" fmla="*/ 883920 h 934720"/>
              <a:gd name="connsiteX23" fmla="*/ 381000 w 497840"/>
              <a:gd name="connsiteY23" fmla="*/ 812800 h 934720"/>
              <a:gd name="connsiteX24" fmla="*/ 396240 w 497840"/>
              <a:gd name="connsiteY24" fmla="*/ 787400 h 934720"/>
              <a:gd name="connsiteX25" fmla="*/ 426720 w 497840"/>
              <a:gd name="connsiteY25" fmla="*/ 751840 h 934720"/>
              <a:gd name="connsiteX26" fmla="*/ 431800 w 497840"/>
              <a:gd name="connsiteY26" fmla="*/ 731520 h 934720"/>
              <a:gd name="connsiteX27" fmla="*/ 441960 w 497840"/>
              <a:gd name="connsiteY27" fmla="*/ 711200 h 934720"/>
              <a:gd name="connsiteX28" fmla="*/ 457200 w 497840"/>
              <a:gd name="connsiteY28" fmla="*/ 665480 h 934720"/>
              <a:gd name="connsiteX29" fmla="*/ 462280 w 497840"/>
              <a:gd name="connsiteY29" fmla="*/ 640080 h 934720"/>
              <a:gd name="connsiteX30" fmla="*/ 467360 w 497840"/>
              <a:gd name="connsiteY30" fmla="*/ 624840 h 934720"/>
              <a:gd name="connsiteX31" fmla="*/ 482600 w 497840"/>
              <a:gd name="connsiteY31" fmla="*/ 568960 h 934720"/>
              <a:gd name="connsiteX32" fmla="*/ 487680 w 497840"/>
              <a:gd name="connsiteY32" fmla="*/ 513080 h 934720"/>
              <a:gd name="connsiteX33" fmla="*/ 497840 w 497840"/>
              <a:gd name="connsiteY33" fmla="*/ 452120 h 934720"/>
              <a:gd name="connsiteX34" fmla="*/ 492760 w 497840"/>
              <a:gd name="connsiteY34" fmla="*/ 299720 h 934720"/>
              <a:gd name="connsiteX35" fmla="*/ 477520 w 497840"/>
              <a:gd name="connsiteY35" fmla="*/ 248920 h 934720"/>
              <a:gd name="connsiteX36" fmla="*/ 467360 w 497840"/>
              <a:gd name="connsiteY36" fmla="*/ 218440 h 934720"/>
              <a:gd name="connsiteX37" fmla="*/ 426720 w 497840"/>
              <a:gd name="connsiteY37" fmla="*/ 157480 h 934720"/>
              <a:gd name="connsiteX38" fmla="*/ 411480 w 497840"/>
              <a:gd name="connsiteY38" fmla="*/ 137160 h 934720"/>
              <a:gd name="connsiteX39" fmla="*/ 391160 w 497840"/>
              <a:gd name="connsiteY39" fmla="*/ 116840 h 934720"/>
              <a:gd name="connsiteX40" fmla="*/ 355600 w 497840"/>
              <a:gd name="connsiteY40" fmla="*/ 66040 h 934720"/>
              <a:gd name="connsiteX41" fmla="*/ 335280 w 497840"/>
              <a:gd name="connsiteY41" fmla="*/ 45720 h 934720"/>
              <a:gd name="connsiteX42" fmla="*/ 325120 w 497840"/>
              <a:gd name="connsiteY42" fmla="*/ 25400 h 934720"/>
              <a:gd name="connsiteX43" fmla="*/ 304800 w 497840"/>
              <a:gd name="connsiteY43" fmla="*/ 15240 h 934720"/>
              <a:gd name="connsiteX44" fmla="*/ 274320 w 497840"/>
              <a:gd name="connsiteY44" fmla="*/ 0 h 93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7840" h="934720">
                <a:moveTo>
                  <a:pt x="274320" y="0"/>
                </a:moveTo>
                <a:lnTo>
                  <a:pt x="274320" y="0"/>
                </a:lnTo>
                <a:cubicBezTo>
                  <a:pt x="196427" y="11853"/>
                  <a:pt x="118134" y="21326"/>
                  <a:pt x="40640" y="35560"/>
                </a:cubicBezTo>
                <a:cubicBezTo>
                  <a:pt x="34635" y="36663"/>
                  <a:pt x="29309" y="41030"/>
                  <a:pt x="25400" y="45720"/>
                </a:cubicBezTo>
                <a:cubicBezTo>
                  <a:pt x="15913" y="57105"/>
                  <a:pt x="13578" y="72688"/>
                  <a:pt x="10160" y="86360"/>
                </a:cubicBezTo>
                <a:cubicBezTo>
                  <a:pt x="11853" y="103293"/>
                  <a:pt x="12652" y="120340"/>
                  <a:pt x="15240" y="137160"/>
                </a:cubicBezTo>
                <a:cubicBezTo>
                  <a:pt x="16054" y="142453"/>
                  <a:pt x="18911" y="147234"/>
                  <a:pt x="20320" y="152400"/>
                </a:cubicBezTo>
                <a:cubicBezTo>
                  <a:pt x="29511" y="186099"/>
                  <a:pt x="29636" y="188819"/>
                  <a:pt x="35560" y="218440"/>
                </a:cubicBezTo>
                <a:cubicBezTo>
                  <a:pt x="42050" y="322274"/>
                  <a:pt x="43856" y="307358"/>
                  <a:pt x="35560" y="431800"/>
                </a:cubicBezTo>
                <a:cubicBezTo>
                  <a:pt x="34371" y="449642"/>
                  <a:pt x="27390" y="456532"/>
                  <a:pt x="20320" y="472440"/>
                </a:cubicBezTo>
                <a:cubicBezTo>
                  <a:pt x="16616" y="480773"/>
                  <a:pt x="12780" y="489106"/>
                  <a:pt x="10160" y="497840"/>
                </a:cubicBezTo>
                <a:cubicBezTo>
                  <a:pt x="5173" y="514463"/>
                  <a:pt x="1770" y="549717"/>
                  <a:pt x="0" y="563880"/>
                </a:cubicBezTo>
                <a:cubicBezTo>
                  <a:pt x="1693" y="621453"/>
                  <a:pt x="772" y="679163"/>
                  <a:pt x="5080" y="736600"/>
                </a:cubicBezTo>
                <a:cubicBezTo>
                  <a:pt x="6299" y="752856"/>
                  <a:pt x="17170" y="766572"/>
                  <a:pt x="20320" y="782320"/>
                </a:cubicBezTo>
                <a:cubicBezTo>
                  <a:pt x="21786" y="789648"/>
                  <a:pt x="31714" y="850211"/>
                  <a:pt x="40640" y="863600"/>
                </a:cubicBezTo>
                <a:cubicBezTo>
                  <a:pt x="44027" y="868680"/>
                  <a:pt x="47771" y="873539"/>
                  <a:pt x="50800" y="878840"/>
                </a:cubicBezTo>
                <a:cubicBezTo>
                  <a:pt x="54557" y="885415"/>
                  <a:pt x="56112" y="893342"/>
                  <a:pt x="60960" y="899160"/>
                </a:cubicBezTo>
                <a:cubicBezTo>
                  <a:pt x="64869" y="903850"/>
                  <a:pt x="71232" y="905771"/>
                  <a:pt x="76200" y="909320"/>
                </a:cubicBezTo>
                <a:cubicBezTo>
                  <a:pt x="83090" y="914241"/>
                  <a:pt x="88947" y="920774"/>
                  <a:pt x="96520" y="924560"/>
                </a:cubicBezTo>
                <a:cubicBezTo>
                  <a:pt x="106099" y="929349"/>
                  <a:pt x="127000" y="934720"/>
                  <a:pt x="127000" y="934720"/>
                </a:cubicBezTo>
                <a:cubicBezTo>
                  <a:pt x="174413" y="933027"/>
                  <a:pt x="221889" y="932599"/>
                  <a:pt x="269240" y="929640"/>
                </a:cubicBezTo>
                <a:cubicBezTo>
                  <a:pt x="276208" y="929204"/>
                  <a:pt x="283975" y="928749"/>
                  <a:pt x="289560" y="924560"/>
                </a:cubicBezTo>
                <a:cubicBezTo>
                  <a:pt x="304886" y="913065"/>
                  <a:pt x="318232" y="898880"/>
                  <a:pt x="330200" y="883920"/>
                </a:cubicBezTo>
                <a:cubicBezTo>
                  <a:pt x="353321" y="855019"/>
                  <a:pt x="359103" y="849294"/>
                  <a:pt x="381000" y="812800"/>
                </a:cubicBezTo>
                <a:cubicBezTo>
                  <a:pt x="386080" y="804333"/>
                  <a:pt x="390178" y="795194"/>
                  <a:pt x="396240" y="787400"/>
                </a:cubicBezTo>
                <a:cubicBezTo>
                  <a:pt x="453727" y="713488"/>
                  <a:pt x="390309" y="806457"/>
                  <a:pt x="426720" y="751840"/>
                </a:cubicBezTo>
                <a:cubicBezTo>
                  <a:pt x="428413" y="745067"/>
                  <a:pt x="429349" y="738057"/>
                  <a:pt x="431800" y="731520"/>
                </a:cubicBezTo>
                <a:cubicBezTo>
                  <a:pt x="434459" y="724429"/>
                  <a:pt x="439565" y="718384"/>
                  <a:pt x="441960" y="711200"/>
                </a:cubicBezTo>
                <a:cubicBezTo>
                  <a:pt x="461655" y="652114"/>
                  <a:pt x="431663" y="716555"/>
                  <a:pt x="457200" y="665480"/>
                </a:cubicBezTo>
                <a:cubicBezTo>
                  <a:pt x="458893" y="657013"/>
                  <a:pt x="460186" y="648457"/>
                  <a:pt x="462280" y="640080"/>
                </a:cubicBezTo>
                <a:cubicBezTo>
                  <a:pt x="463579" y="634885"/>
                  <a:pt x="466061" y="630035"/>
                  <a:pt x="467360" y="624840"/>
                </a:cubicBezTo>
                <a:cubicBezTo>
                  <a:pt x="481721" y="567397"/>
                  <a:pt x="460803" y="634350"/>
                  <a:pt x="482600" y="568960"/>
                </a:cubicBezTo>
                <a:cubicBezTo>
                  <a:pt x="484293" y="550333"/>
                  <a:pt x="485261" y="531626"/>
                  <a:pt x="487680" y="513080"/>
                </a:cubicBezTo>
                <a:cubicBezTo>
                  <a:pt x="490344" y="492653"/>
                  <a:pt x="497840" y="452120"/>
                  <a:pt x="497840" y="452120"/>
                </a:cubicBezTo>
                <a:cubicBezTo>
                  <a:pt x="496147" y="401320"/>
                  <a:pt x="495660" y="350465"/>
                  <a:pt x="492760" y="299720"/>
                </a:cubicBezTo>
                <a:cubicBezTo>
                  <a:pt x="491498" y="277631"/>
                  <a:pt x="484966" y="269396"/>
                  <a:pt x="477520" y="248920"/>
                </a:cubicBezTo>
                <a:cubicBezTo>
                  <a:pt x="473860" y="238855"/>
                  <a:pt x="471337" y="228384"/>
                  <a:pt x="467360" y="218440"/>
                </a:cubicBezTo>
                <a:cubicBezTo>
                  <a:pt x="457227" y="193107"/>
                  <a:pt x="444750" y="181520"/>
                  <a:pt x="426720" y="157480"/>
                </a:cubicBezTo>
                <a:cubicBezTo>
                  <a:pt x="421640" y="150707"/>
                  <a:pt x="417467" y="143147"/>
                  <a:pt x="411480" y="137160"/>
                </a:cubicBezTo>
                <a:cubicBezTo>
                  <a:pt x="404707" y="130387"/>
                  <a:pt x="397144" y="124320"/>
                  <a:pt x="391160" y="116840"/>
                </a:cubicBezTo>
                <a:cubicBezTo>
                  <a:pt x="365631" y="84929"/>
                  <a:pt x="378522" y="92236"/>
                  <a:pt x="355600" y="66040"/>
                </a:cubicBezTo>
                <a:cubicBezTo>
                  <a:pt x="349292" y="58831"/>
                  <a:pt x="341027" y="53383"/>
                  <a:pt x="335280" y="45720"/>
                </a:cubicBezTo>
                <a:cubicBezTo>
                  <a:pt x="330736" y="39662"/>
                  <a:pt x="330475" y="30755"/>
                  <a:pt x="325120" y="25400"/>
                </a:cubicBezTo>
                <a:cubicBezTo>
                  <a:pt x="319765" y="20045"/>
                  <a:pt x="311375" y="18997"/>
                  <a:pt x="304800" y="15240"/>
                </a:cubicBezTo>
                <a:cubicBezTo>
                  <a:pt x="278801" y="384"/>
                  <a:pt x="279400" y="2540"/>
                  <a:pt x="274320" y="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03299A75-149A-09F9-B907-4E1E3CB7C4B2}"/>
              </a:ext>
            </a:extLst>
          </p:cNvPr>
          <p:cNvSpPr/>
          <p:nvPr/>
        </p:nvSpPr>
        <p:spPr>
          <a:xfrm>
            <a:off x="3788479" y="1046923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1169F51A-58C3-0C93-CBFC-A45719367035}"/>
              </a:ext>
            </a:extLst>
          </p:cNvPr>
          <p:cNvCxnSpPr/>
          <p:nvPr/>
        </p:nvCxnSpPr>
        <p:spPr>
          <a:xfrm flipV="1">
            <a:off x="1934803" y="1170101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B66E77EC-AC6D-D1FE-F8AD-B9EA785ABFB0}"/>
              </a:ext>
            </a:extLst>
          </p:cNvPr>
          <p:cNvCxnSpPr/>
          <p:nvPr/>
        </p:nvCxnSpPr>
        <p:spPr>
          <a:xfrm flipV="1">
            <a:off x="1935151" y="144692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8F0E251E-802C-E1EB-64D9-4C0375A31865}"/>
              </a:ext>
            </a:extLst>
          </p:cNvPr>
          <p:cNvCxnSpPr/>
          <p:nvPr/>
        </p:nvCxnSpPr>
        <p:spPr>
          <a:xfrm flipV="1">
            <a:off x="1934803" y="175566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9A2B641E-B831-29A2-5798-C030325CF043}"/>
              </a:ext>
            </a:extLst>
          </p:cNvPr>
          <p:cNvCxnSpPr/>
          <p:nvPr/>
        </p:nvCxnSpPr>
        <p:spPr>
          <a:xfrm flipV="1">
            <a:off x="1928835" y="205792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BDE992A-7E04-A69F-1E37-BD5D152A7CCC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51A7F4-726F-0E30-839F-B3B365E1DF3A}"/>
              </a:ext>
            </a:extLst>
          </p:cNvPr>
          <p:cNvSpPr txBox="1"/>
          <p:nvPr/>
        </p:nvSpPr>
        <p:spPr>
          <a:xfrm>
            <a:off x="1547786" y="257906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Topological order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8FC0CE-7179-1A37-E023-D7C8025F9AB5}"/>
              </a:ext>
            </a:extLst>
          </p:cNvPr>
          <p:cNvSpPr txBox="1"/>
          <p:nvPr/>
        </p:nvSpPr>
        <p:spPr>
          <a:xfrm>
            <a:off x="4932283" y="2603859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4E442860-93BF-890E-E223-0384909B8E4F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74EF1E59-647D-0A48-2627-D50891B2BD0E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6255B340-C261-960F-CFD0-1BBDB837B343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3F588438-051D-A570-AD2E-C30CD20909C1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6F49237C-1B0D-D46C-4FA4-F9FEDA36DCEB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E8FDF28E-4A80-8973-6659-001EDDAC6A0F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FE8B6FA3-33D1-DDA4-F5BF-1FDBB94C577A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69DC8842-F92C-07CA-728D-32AF4DC07C08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65853B00-9414-0D44-7AE9-9956196F7839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BD445ED1-6C22-21B5-2D78-2AEC2C887B25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6F659F05-9E57-D2F9-A897-A83D395FF010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A41C1FEE-5A10-3F8B-8387-8759811569E6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F35CA027-06CC-F579-47DC-EE10BA5D0B9A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ACF38677-7F26-666C-A751-BE56BB79E456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CCEDFFFA-19FA-08B3-895E-1E203AA54FA3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7A6E2F79-95F0-1490-4355-6B32910CA939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08EC6369-EF48-2683-97A5-0CE83195FFAA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A100EE74-3E9B-4B71-CDF1-77A6C0FF5F67}"/>
                </a:ext>
              </a:extLst>
            </p:cNvPr>
            <p:cNvCxnSpPr>
              <a:cxnSpLocks/>
              <a:stCxn id="187" idx="0"/>
              <a:endCxn id="136" idx="4"/>
            </p:cNvCxnSpPr>
            <p:nvPr/>
          </p:nvCxnSpPr>
          <p:spPr>
            <a:xfrm flipV="1">
              <a:off x="633567" y="1701987"/>
              <a:ext cx="2980" cy="16500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07BA7F9B-FFD7-C36A-DBF4-054F73B05BD4}"/>
              </a:ext>
            </a:extLst>
          </p:cNvPr>
          <p:cNvGrpSpPr/>
          <p:nvPr/>
        </p:nvGrpSpPr>
        <p:grpSpPr>
          <a:xfrm>
            <a:off x="1968788" y="936388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72C146E2-BA9B-C56D-2480-640A2866AABE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4B35D2D-2B18-C64D-297D-140238B09135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D439FB72-5A67-511D-19E6-68793F4E0E37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0235CA57-966F-E54C-C371-7602B8488410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D2C8CF7E-BD54-4C7E-DB87-91E27C20FA33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36C589A3-3F49-73BB-601B-411D0B2AE63F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BA37F177-DC39-B734-5116-7A1906220DAE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589C7781-2BEC-17F6-24B6-19CAF1ECA8BE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66EF7DCE-6BA6-4FFF-A9C5-4803E8AAAB03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593755A5-4E42-D26B-0785-AE9D99DF70FB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48259C2E-F7D7-8063-447E-713B4A253A0B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8DA01F53-25D3-7779-CB96-FA73DD2CF27A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8FEA275E-E616-6C5B-32EF-ECBF4E276EA1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AC73322D-2792-C4A3-87E0-E19AACA4E9AB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290F618E-CC1F-3F1D-CD77-7263ED536A09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977DCB21-157E-ACC4-299C-5C4F5CA7E129}"/>
              </a:ext>
            </a:extLst>
          </p:cNvPr>
          <p:cNvGrpSpPr/>
          <p:nvPr/>
        </p:nvGrpSpPr>
        <p:grpSpPr>
          <a:xfrm>
            <a:off x="3932118" y="814057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C942A2F1-FC39-95E3-3919-F53A08183362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82D55721-AD17-10F4-028C-75CB473CE1EA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CFC41887-600C-B188-DE9A-CDAA084F59B0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E93DB4F4-0C58-DA12-9023-6C70EDEBDD92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167B1AF1-F74E-271D-2EFE-A03BABFEB5B8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730D7278-5A29-C95E-3BA1-5E1684E7A106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15BCD325-16CD-533B-825F-D2AB7EDC21E6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67E0FB16-A607-A04F-AE26-62087F774976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A2D97F1E-02EA-2684-CC78-DD99F571A49D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AB21AD52-24B1-0065-573D-FB2540231F20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7FF83A51-F175-2B4E-910D-0B01ACA82244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7C89A7BC-AFB4-4050-A65C-B4B78845E968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A8B0BE5C-AE2F-B1E0-4B9A-5253D27FC57A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7743ABDE-2C26-5187-68EE-F5EB6ED92ACF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1BF6F794-878B-0F0A-BD58-1B8BC822E805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Oval 393">
            <a:extLst>
              <a:ext uri="{FF2B5EF4-FFF2-40B4-BE49-F238E27FC236}">
                <a16:creationId xmlns:a16="http://schemas.microsoft.com/office/drawing/2014/main" id="{6EB8A339-71FE-8D57-2FB0-37E7652B3553}"/>
              </a:ext>
            </a:extLst>
          </p:cNvPr>
          <p:cNvSpPr/>
          <p:nvPr/>
        </p:nvSpPr>
        <p:spPr>
          <a:xfrm>
            <a:off x="598002" y="190428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77A141A0-367F-D9DB-2BB8-AFD7701FF8DA}"/>
              </a:ext>
            </a:extLst>
          </p:cNvPr>
          <p:cNvCxnSpPr>
            <a:cxnSpLocks/>
            <a:stCxn id="394" idx="6"/>
            <a:endCxn id="397" idx="2"/>
          </p:cNvCxnSpPr>
          <p:nvPr/>
        </p:nvCxnSpPr>
        <p:spPr>
          <a:xfrm>
            <a:off x="767177" y="1988664"/>
            <a:ext cx="242653" cy="30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Oval 395">
            <a:extLst>
              <a:ext uri="{FF2B5EF4-FFF2-40B4-BE49-F238E27FC236}">
                <a16:creationId xmlns:a16="http://schemas.microsoft.com/office/drawing/2014/main" id="{DD08A269-3DA0-408D-3C87-A1C4A2CB5933}"/>
              </a:ext>
            </a:extLst>
          </p:cNvPr>
          <p:cNvSpPr/>
          <p:nvPr/>
        </p:nvSpPr>
        <p:spPr>
          <a:xfrm>
            <a:off x="135966" y="19050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43EA1906-4CAD-530E-872E-2374829AB5BF}"/>
              </a:ext>
            </a:extLst>
          </p:cNvPr>
          <p:cNvSpPr/>
          <p:nvPr/>
        </p:nvSpPr>
        <p:spPr>
          <a:xfrm>
            <a:off x="1009830" y="1907313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10402296-34DC-EDBB-53C1-8A396DBD4D96}"/>
              </a:ext>
            </a:extLst>
          </p:cNvPr>
          <p:cNvCxnSpPr>
            <a:cxnSpLocks/>
            <a:stCxn id="396" idx="6"/>
            <a:endCxn id="394" idx="2"/>
          </p:cNvCxnSpPr>
          <p:nvPr/>
        </p:nvCxnSpPr>
        <p:spPr>
          <a:xfrm flipV="1">
            <a:off x="305141" y="1988664"/>
            <a:ext cx="292861" cy="7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Oval 412">
            <a:extLst>
              <a:ext uri="{FF2B5EF4-FFF2-40B4-BE49-F238E27FC236}">
                <a16:creationId xmlns:a16="http://schemas.microsoft.com/office/drawing/2014/main" id="{9CA7467D-C351-0E04-E213-112F80DC7B2D}"/>
              </a:ext>
            </a:extLst>
          </p:cNvPr>
          <p:cNvSpPr/>
          <p:nvPr/>
        </p:nvSpPr>
        <p:spPr>
          <a:xfrm>
            <a:off x="2861586" y="125037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4C5E6168-7A86-8A90-9DFF-7339E859CED4}"/>
              </a:ext>
            </a:extLst>
          </p:cNvPr>
          <p:cNvCxnSpPr>
            <a:cxnSpLocks/>
            <a:stCxn id="413" idx="4"/>
            <a:endCxn id="416" idx="0"/>
          </p:cNvCxnSpPr>
          <p:nvPr/>
        </p:nvCxnSpPr>
        <p:spPr>
          <a:xfrm flipH="1">
            <a:off x="2946173" y="1419129"/>
            <a:ext cx="1" cy="13890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Oval 414">
            <a:extLst>
              <a:ext uri="{FF2B5EF4-FFF2-40B4-BE49-F238E27FC236}">
                <a16:creationId xmlns:a16="http://schemas.microsoft.com/office/drawing/2014/main" id="{FAE47B5B-EAA7-4E80-892E-2BA746FCD20A}"/>
              </a:ext>
            </a:extLst>
          </p:cNvPr>
          <p:cNvSpPr/>
          <p:nvPr/>
        </p:nvSpPr>
        <p:spPr>
          <a:xfrm>
            <a:off x="2861586" y="94332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C7EA4399-3B49-676C-B528-BD6471D42310}"/>
              </a:ext>
            </a:extLst>
          </p:cNvPr>
          <p:cNvSpPr/>
          <p:nvPr/>
        </p:nvSpPr>
        <p:spPr>
          <a:xfrm>
            <a:off x="2861585" y="155803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5468CBF6-6BB7-34CF-EC0C-2110D7E8680D}"/>
              </a:ext>
            </a:extLst>
          </p:cNvPr>
          <p:cNvCxnSpPr>
            <a:cxnSpLocks/>
            <a:stCxn id="415" idx="4"/>
            <a:endCxn id="413" idx="0"/>
          </p:cNvCxnSpPr>
          <p:nvPr/>
        </p:nvCxnSpPr>
        <p:spPr>
          <a:xfrm>
            <a:off x="2946174" y="1112082"/>
            <a:ext cx="0" cy="1382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Oval 435">
            <a:extLst>
              <a:ext uri="{FF2B5EF4-FFF2-40B4-BE49-F238E27FC236}">
                <a16:creationId xmlns:a16="http://schemas.microsoft.com/office/drawing/2014/main" id="{B374B05D-ADC3-70AB-210E-013DADF0C970}"/>
              </a:ext>
            </a:extLst>
          </p:cNvPr>
          <p:cNvSpPr/>
          <p:nvPr/>
        </p:nvSpPr>
        <p:spPr>
          <a:xfrm>
            <a:off x="4885848" y="1699556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0F440FD3-A5E7-DE59-27F1-4B0E44181C44}"/>
              </a:ext>
            </a:extLst>
          </p:cNvPr>
          <p:cNvCxnSpPr>
            <a:cxnSpLocks/>
            <a:stCxn id="436" idx="4"/>
            <a:endCxn id="439" idx="0"/>
          </p:cNvCxnSpPr>
          <p:nvPr/>
        </p:nvCxnSpPr>
        <p:spPr>
          <a:xfrm>
            <a:off x="4970436" y="1868314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Oval 437">
            <a:extLst>
              <a:ext uri="{FF2B5EF4-FFF2-40B4-BE49-F238E27FC236}">
                <a16:creationId xmlns:a16="http://schemas.microsoft.com/office/drawing/2014/main" id="{031D3D37-24B4-77D0-C4DF-E19B99415956}"/>
              </a:ext>
            </a:extLst>
          </p:cNvPr>
          <p:cNvSpPr/>
          <p:nvPr/>
        </p:nvSpPr>
        <p:spPr>
          <a:xfrm>
            <a:off x="4886880" y="137076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37C7991F-E967-29E7-3441-3CF3571DB9FF}"/>
              </a:ext>
            </a:extLst>
          </p:cNvPr>
          <p:cNvSpPr/>
          <p:nvPr/>
        </p:nvSpPr>
        <p:spPr>
          <a:xfrm>
            <a:off x="4885848" y="20441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6EBBD909-7155-8E2C-DC5D-17BB29D5273B}"/>
              </a:ext>
            </a:extLst>
          </p:cNvPr>
          <p:cNvCxnSpPr>
            <a:cxnSpLocks/>
            <a:stCxn id="438" idx="4"/>
            <a:endCxn id="436" idx="0"/>
          </p:cNvCxnSpPr>
          <p:nvPr/>
        </p:nvCxnSpPr>
        <p:spPr>
          <a:xfrm flipH="1">
            <a:off x="4970436" y="1539523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1CD09448-0D37-9789-3AAD-94EB1D0FA164}"/>
              </a:ext>
            </a:extLst>
          </p:cNvPr>
          <p:cNvSpPr txBox="1"/>
          <p:nvPr/>
        </p:nvSpPr>
        <p:spPr>
          <a:xfrm>
            <a:off x="4635012" y="658019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9" name="Connector: Curved 448">
            <a:extLst>
              <a:ext uri="{FF2B5EF4-FFF2-40B4-BE49-F238E27FC236}">
                <a16:creationId xmlns:a16="http://schemas.microsoft.com/office/drawing/2014/main" id="{640337DF-7799-62E3-D4AC-DF14AD92E6BF}"/>
              </a:ext>
            </a:extLst>
          </p:cNvPr>
          <p:cNvCxnSpPr>
            <a:cxnSpLocks/>
            <a:stCxn id="438" idx="2"/>
            <a:endCxn id="439" idx="2"/>
          </p:cNvCxnSpPr>
          <p:nvPr/>
        </p:nvCxnSpPr>
        <p:spPr>
          <a:xfrm rot="10800000" flipV="1">
            <a:off x="4885848" y="1455143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: Curved 449">
            <a:extLst>
              <a:ext uri="{FF2B5EF4-FFF2-40B4-BE49-F238E27FC236}">
                <a16:creationId xmlns:a16="http://schemas.microsoft.com/office/drawing/2014/main" id="{AD6C114A-4842-418B-B07A-D15D01D833B3}"/>
              </a:ext>
            </a:extLst>
          </p:cNvPr>
          <p:cNvCxnSpPr>
            <a:cxnSpLocks/>
            <a:stCxn id="439" idx="6"/>
            <a:endCxn id="438" idx="6"/>
          </p:cNvCxnSpPr>
          <p:nvPr/>
        </p:nvCxnSpPr>
        <p:spPr>
          <a:xfrm flipV="1">
            <a:off x="5055023" y="1455144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88614E57-4B8C-8D2F-357C-E0C857F1C8BA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3932117" y="1178107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319B2AD4-C7BF-DE9A-E842-E4B1DC6289DF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3937280" y="1711525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FA15D559-6D85-7F55-7DDE-1BFB51A00BDE}"/>
              </a:ext>
            </a:extLst>
          </p:cNvPr>
          <p:cNvSpPr/>
          <p:nvPr/>
        </p:nvSpPr>
        <p:spPr>
          <a:xfrm>
            <a:off x="4223640" y="1634306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Multiplication Sign 486">
            <a:extLst>
              <a:ext uri="{FF2B5EF4-FFF2-40B4-BE49-F238E27FC236}">
                <a16:creationId xmlns:a16="http://schemas.microsoft.com/office/drawing/2014/main" id="{C1168726-1A47-FE54-4C84-7E01C2CF8313}"/>
              </a:ext>
            </a:extLst>
          </p:cNvPr>
          <p:cNvSpPr/>
          <p:nvPr/>
        </p:nvSpPr>
        <p:spPr>
          <a:xfrm>
            <a:off x="4564591" y="1643855"/>
            <a:ext cx="216000" cy="180000"/>
          </a:xfrm>
          <a:prstGeom prst="mathMultiply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3029D359-C54C-76B6-58DA-08A3DCBE06C5}"/>
              </a:ext>
            </a:extLst>
          </p:cNvPr>
          <p:cNvSpPr/>
          <p:nvPr/>
        </p:nvSpPr>
        <p:spPr>
          <a:xfrm>
            <a:off x="1597041" y="1537699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7143D02F-BE4A-6125-1F9F-CE8D564F8E76}"/>
              </a:ext>
            </a:extLst>
          </p:cNvPr>
          <p:cNvSpPr/>
          <p:nvPr/>
        </p:nvSpPr>
        <p:spPr>
          <a:xfrm>
            <a:off x="3462062" y="1559155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44" name="Group 543">
            <a:extLst>
              <a:ext uri="{FF2B5EF4-FFF2-40B4-BE49-F238E27FC236}">
                <a16:creationId xmlns:a16="http://schemas.microsoft.com/office/drawing/2014/main" id="{44C68879-4D73-C812-943A-AEC2136AA891}"/>
              </a:ext>
            </a:extLst>
          </p:cNvPr>
          <p:cNvGrpSpPr/>
          <p:nvPr/>
        </p:nvGrpSpPr>
        <p:grpSpPr>
          <a:xfrm>
            <a:off x="6146943" y="799619"/>
            <a:ext cx="655143" cy="1389292"/>
            <a:chOff x="128081" y="973192"/>
            <a:chExt cx="655143" cy="1389292"/>
          </a:xfrm>
        </p:grpSpPr>
        <p:cxnSp>
          <p:nvCxnSpPr>
            <p:cNvPr id="545" name="Straight Arrow Connector 544">
              <a:extLst>
                <a:ext uri="{FF2B5EF4-FFF2-40B4-BE49-F238E27FC236}">
                  <a16:creationId xmlns:a16="http://schemas.microsoft.com/office/drawing/2014/main" id="{86F8E6F4-A064-3F37-B52B-6B037327372A}"/>
                </a:ext>
              </a:extLst>
            </p:cNvPr>
            <p:cNvCxnSpPr>
              <a:cxnSpLocks/>
              <a:stCxn id="550" idx="4"/>
              <a:endCxn id="553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6" name="Group 545">
              <a:extLst>
                <a:ext uri="{FF2B5EF4-FFF2-40B4-BE49-F238E27FC236}">
                  <a16:creationId xmlns:a16="http://schemas.microsoft.com/office/drawing/2014/main" id="{8ECE4F09-E2F9-319D-7DCC-399233D5676B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549" name="Straight Arrow Connector 548">
                <a:extLst>
                  <a:ext uri="{FF2B5EF4-FFF2-40B4-BE49-F238E27FC236}">
                    <a16:creationId xmlns:a16="http://schemas.microsoft.com/office/drawing/2014/main" id="{6CED11A4-6269-4C06-E4A1-F4AD8C409B06}"/>
                  </a:ext>
                </a:extLst>
              </p:cNvPr>
              <p:cNvCxnSpPr>
                <a:cxnSpLocks/>
                <a:stCxn id="552" idx="3"/>
                <a:endCxn id="550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0" name="Oval 549">
                <a:extLst>
                  <a:ext uri="{FF2B5EF4-FFF2-40B4-BE49-F238E27FC236}">
                    <a16:creationId xmlns:a16="http://schemas.microsoft.com/office/drawing/2014/main" id="{D1EB7018-FA39-6FD7-C7E8-EB5F45F1A33D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551" name="Oval 550">
                <a:extLst>
                  <a:ext uri="{FF2B5EF4-FFF2-40B4-BE49-F238E27FC236}">
                    <a16:creationId xmlns:a16="http://schemas.microsoft.com/office/drawing/2014/main" id="{D131114F-E58B-02D9-BE01-DBFDB9F9B3D1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2" name="Oval 551">
                <a:extLst>
                  <a:ext uri="{FF2B5EF4-FFF2-40B4-BE49-F238E27FC236}">
                    <a16:creationId xmlns:a16="http://schemas.microsoft.com/office/drawing/2014/main" id="{86756FFF-DECD-C258-6A82-D02F03B5CE2D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3" name="Oval 552">
                <a:extLst>
                  <a:ext uri="{FF2B5EF4-FFF2-40B4-BE49-F238E27FC236}">
                    <a16:creationId xmlns:a16="http://schemas.microsoft.com/office/drawing/2014/main" id="{D8F5DF98-9957-42B9-9C9C-55F69A7C7161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554" name="Straight Arrow Connector 553">
                <a:extLst>
                  <a:ext uri="{FF2B5EF4-FFF2-40B4-BE49-F238E27FC236}">
                    <a16:creationId xmlns:a16="http://schemas.microsoft.com/office/drawing/2014/main" id="{339765CE-0278-2327-BE51-18D6E4864B05}"/>
                  </a:ext>
                </a:extLst>
              </p:cNvPr>
              <p:cNvCxnSpPr>
                <a:cxnSpLocks/>
                <a:stCxn id="551" idx="3"/>
                <a:endCxn id="552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55" name="Group 554">
                <a:extLst>
                  <a:ext uri="{FF2B5EF4-FFF2-40B4-BE49-F238E27FC236}">
                    <a16:creationId xmlns:a16="http://schemas.microsoft.com/office/drawing/2014/main" id="{88A51A57-1CD9-D063-AD55-8955E42BCDAA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556" name="Straight Arrow Connector 555">
                  <a:extLst>
                    <a:ext uri="{FF2B5EF4-FFF2-40B4-BE49-F238E27FC236}">
                      <a16:creationId xmlns:a16="http://schemas.microsoft.com/office/drawing/2014/main" id="{83B2A365-4D00-2E13-932F-783C8DF1D35C}"/>
                    </a:ext>
                  </a:extLst>
                </p:cNvPr>
                <p:cNvCxnSpPr>
                  <a:cxnSpLocks/>
                  <a:stCxn id="553" idx="4"/>
                  <a:endCxn id="559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7" name="Oval 556">
                  <a:extLst>
                    <a:ext uri="{FF2B5EF4-FFF2-40B4-BE49-F238E27FC236}">
                      <a16:creationId xmlns:a16="http://schemas.microsoft.com/office/drawing/2014/main" id="{EDED7F55-C4D8-CC4B-EAD5-3D4AD84FD954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558" name="Oval 557">
                  <a:extLst>
                    <a:ext uri="{FF2B5EF4-FFF2-40B4-BE49-F238E27FC236}">
                      <a16:creationId xmlns:a16="http://schemas.microsoft.com/office/drawing/2014/main" id="{8F863248-5243-86E4-DE71-6991DCC00DF2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559" name="Oval 558">
                  <a:extLst>
                    <a:ext uri="{FF2B5EF4-FFF2-40B4-BE49-F238E27FC236}">
                      <a16:creationId xmlns:a16="http://schemas.microsoft.com/office/drawing/2014/main" id="{8B3DCE53-5AF9-8D01-BD06-28BD12F23ED4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8892D761-8CFE-E900-E56C-B501F228452F}"/>
                </a:ext>
              </a:extLst>
            </p:cNvPr>
            <p:cNvCxnSpPr>
              <a:cxnSpLocks/>
              <a:stCxn id="551" idx="5"/>
              <a:endCxn id="557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Straight Arrow Connector 547">
              <a:extLst>
                <a:ext uri="{FF2B5EF4-FFF2-40B4-BE49-F238E27FC236}">
                  <a16:creationId xmlns:a16="http://schemas.microsoft.com/office/drawing/2014/main" id="{B27C6650-FD6A-B535-DA3B-07EE7B227477}"/>
                </a:ext>
              </a:extLst>
            </p:cNvPr>
            <p:cNvCxnSpPr>
              <a:cxnSpLocks/>
              <a:stCxn id="552" idx="5"/>
              <a:endCxn id="558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0" name="Oval 559">
            <a:extLst>
              <a:ext uri="{FF2B5EF4-FFF2-40B4-BE49-F238E27FC236}">
                <a16:creationId xmlns:a16="http://schemas.microsoft.com/office/drawing/2014/main" id="{6A4F8405-631A-53B1-551C-1BD308741028}"/>
              </a:ext>
            </a:extLst>
          </p:cNvPr>
          <p:cNvSpPr/>
          <p:nvPr/>
        </p:nvSpPr>
        <p:spPr>
          <a:xfrm>
            <a:off x="7100673" y="1685118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1" name="Straight Arrow Connector 560">
            <a:extLst>
              <a:ext uri="{FF2B5EF4-FFF2-40B4-BE49-F238E27FC236}">
                <a16:creationId xmlns:a16="http://schemas.microsoft.com/office/drawing/2014/main" id="{0BA4FC83-5AD5-FE41-DD5C-9A4D45AD7BCB}"/>
              </a:ext>
            </a:extLst>
          </p:cNvPr>
          <p:cNvCxnSpPr>
            <a:cxnSpLocks/>
            <a:stCxn id="560" idx="4"/>
            <a:endCxn id="563" idx="0"/>
          </p:cNvCxnSpPr>
          <p:nvPr/>
        </p:nvCxnSpPr>
        <p:spPr>
          <a:xfrm>
            <a:off x="7185261" y="1853876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2" name="Oval 561">
            <a:extLst>
              <a:ext uri="{FF2B5EF4-FFF2-40B4-BE49-F238E27FC236}">
                <a16:creationId xmlns:a16="http://schemas.microsoft.com/office/drawing/2014/main" id="{3C51DC58-C4D5-B63E-CD3C-20012ED5129E}"/>
              </a:ext>
            </a:extLst>
          </p:cNvPr>
          <p:cNvSpPr/>
          <p:nvPr/>
        </p:nvSpPr>
        <p:spPr>
          <a:xfrm>
            <a:off x="7101705" y="1356327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3" name="Oval 562">
            <a:extLst>
              <a:ext uri="{FF2B5EF4-FFF2-40B4-BE49-F238E27FC236}">
                <a16:creationId xmlns:a16="http://schemas.microsoft.com/office/drawing/2014/main" id="{BE43CC26-CC13-43CD-6193-84812A4C5D0F}"/>
              </a:ext>
            </a:extLst>
          </p:cNvPr>
          <p:cNvSpPr/>
          <p:nvPr/>
        </p:nvSpPr>
        <p:spPr>
          <a:xfrm>
            <a:off x="7100673" y="2029702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4" name="Straight Arrow Connector 563">
            <a:extLst>
              <a:ext uri="{FF2B5EF4-FFF2-40B4-BE49-F238E27FC236}">
                <a16:creationId xmlns:a16="http://schemas.microsoft.com/office/drawing/2014/main" id="{A45DDADA-2A13-8384-2597-8D918FC2E0E0}"/>
              </a:ext>
            </a:extLst>
          </p:cNvPr>
          <p:cNvCxnSpPr>
            <a:cxnSpLocks/>
            <a:stCxn id="562" idx="4"/>
            <a:endCxn id="560" idx="0"/>
          </p:cNvCxnSpPr>
          <p:nvPr/>
        </p:nvCxnSpPr>
        <p:spPr>
          <a:xfrm flipH="1">
            <a:off x="7185261" y="1525085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AE2CD62-FD4A-3E30-FAA1-78CBA0AC8F8E}"/>
              </a:ext>
            </a:extLst>
          </p:cNvPr>
          <p:cNvSpPr txBox="1"/>
          <p:nvPr/>
        </p:nvSpPr>
        <p:spPr>
          <a:xfrm>
            <a:off x="6900943" y="690439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b,e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b,d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786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146590A-D19A-DC47-8BA9-F74C29F41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CADEF58C-7AE3-765C-9C1B-722375F384E3}"/>
              </a:ext>
            </a:extLst>
          </p:cNvPr>
          <p:cNvSpPr/>
          <p:nvPr/>
        </p:nvSpPr>
        <p:spPr>
          <a:xfrm>
            <a:off x="4623557" y="1110703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09033B5B-1797-F22C-E38D-5BAED9FEEE55}"/>
              </a:ext>
            </a:extLst>
          </p:cNvPr>
          <p:cNvCxnSpPr>
            <a:cxnSpLocks/>
          </p:cNvCxnSpPr>
          <p:nvPr/>
        </p:nvCxnSpPr>
        <p:spPr>
          <a:xfrm flipV="1">
            <a:off x="2264245" y="1136126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6930C8C1-C2E6-7A68-64FD-75D2CBA7C8CC}"/>
              </a:ext>
            </a:extLst>
          </p:cNvPr>
          <p:cNvCxnSpPr/>
          <p:nvPr/>
        </p:nvCxnSpPr>
        <p:spPr>
          <a:xfrm flipV="1">
            <a:off x="2264593" y="1412951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9B189677-D2C2-4CD4-91F0-58D685E46DF1}"/>
              </a:ext>
            </a:extLst>
          </p:cNvPr>
          <p:cNvCxnSpPr/>
          <p:nvPr/>
        </p:nvCxnSpPr>
        <p:spPr>
          <a:xfrm flipV="1">
            <a:off x="2264245" y="1721691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DC64A50C-9C0C-1C5E-6A09-1A347549AFF1}"/>
              </a:ext>
            </a:extLst>
          </p:cNvPr>
          <p:cNvCxnSpPr/>
          <p:nvPr/>
        </p:nvCxnSpPr>
        <p:spPr>
          <a:xfrm flipV="1">
            <a:off x="2258277" y="2023948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2E86C0A-68E2-A830-C420-D8A225B5CB1B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9F7DEB-41AB-BB1E-011B-D6D677C9ECE6}"/>
              </a:ext>
            </a:extLst>
          </p:cNvPr>
          <p:cNvSpPr txBox="1"/>
          <p:nvPr/>
        </p:nvSpPr>
        <p:spPr>
          <a:xfrm>
            <a:off x="1749547" y="255837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Compute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7911E3-0C1A-ABA9-F101-A8C1FD419C8B}"/>
              </a:ext>
            </a:extLst>
          </p:cNvPr>
          <p:cNvSpPr txBox="1"/>
          <p:nvPr/>
        </p:nvSpPr>
        <p:spPr>
          <a:xfrm>
            <a:off x="5337751" y="2551344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60354947-3205-7CE1-C13D-C4D8F43911AD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80126C04-D472-C33C-FDAD-474FCF9C7D39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27AD7FFF-9EC6-AFB5-515B-D177E6AFE880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FC6D161C-AF54-CDF2-F51B-8CC68ED8C069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B12CAAA1-0363-53FE-0848-DC983DF6E0C8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5BF18B15-54E3-90D1-E882-76C272C8306C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4BD13FCC-2C29-EC79-55B2-FC1E96C8634C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502301C2-1311-4601-4C10-4357585EE1D5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C8555513-7CD0-5185-EF29-4DDF3C716A9D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B62220E0-D224-245E-9A02-7E43B0796305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1FC9A2B5-1847-8FAB-62FA-3C2AEAE4A176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5D309A52-D589-C4B2-461D-14A6C3597B7C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1ACA7B74-DFAE-37D4-AC2E-A4C7E727C08B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05B96330-1216-710F-58E7-AA000C4D2C30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A4B36750-447E-CED0-8572-E3B38114BD3D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8C7D0D67-6F8C-8BB6-E59F-8D4224CF8FD8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AEBEAE4A-A28F-2A19-48E0-BA8CF72889D1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4E6103CC-EC29-2909-8F0A-D35FA543C240}"/>
                </a:ext>
              </a:extLst>
            </p:cNvPr>
            <p:cNvCxnSpPr>
              <a:cxnSpLocks/>
              <a:stCxn id="187" idx="7"/>
              <a:endCxn id="139" idx="3"/>
            </p:cNvCxnSpPr>
            <p:nvPr/>
          </p:nvCxnSpPr>
          <p:spPr>
            <a:xfrm flipV="1">
              <a:off x="693379" y="1681288"/>
              <a:ext cx="296993" cy="21041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73E4E4A2-E299-4C44-5D2D-972B80048626}"/>
              </a:ext>
            </a:extLst>
          </p:cNvPr>
          <p:cNvGrpSpPr/>
          <p:nvPr/>
        </p:nvGrpSpPr>
        <p:grpSpPr>
          <a:xfrm>
            <a:off x="2298230" y="902413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FFFCDF84-B312-82F5-384F-A15BDCD45400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FBFCAB3E-EBEB-7954-55A3-86D34A3A6B43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2AE60A95-7E9A-FCE1-05DA-CCE41275DD35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897266BA-2F38-8FA8-12DE-45411F88C07C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959C4AD2-B226-2C55-28A9-6D533DC22C1F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8AE8392B-3842-D8E8-7525-0000D0B0C526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8FC33A9F-86F5-CD83-2D13-BB3844E93615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85DBE152-A7DA-0E3E-15EA-C3303B5229A0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24FF4D94-8A1F-A80B-52D4-C68C55462F0B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672D60FA-D854-1E14-5E0E-23DCDD37D99B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6AA534D1-A0F1-C152-BD19-2C85FDC83A48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EF1E43BD-8C44-365C-1F00-92CBC8F9D8BF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FA462421-08AC-6BE8-25A2-163CCF55DCDA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71DA88B9-F3BA-E9F9-FC65-C2395914E953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DEEC8513-4D10-901E-77CF-43DF3EDEE45D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0DEE5883-8674-0B43-07F1-0CABB40C7001}"/>
              </a:ext>
            </a:extLst>
          </p:cNvPr>
          <p:cNvGrpSpPr/>
          <p:nvPr/>
        </p:nvGrpSpPr>
        <p:grpSpPr>
          <a:xfrm>
            <a:off x="4767196" y="877837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9D1D4154-8B93-38C6-0763-E4DE47077E6B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B6EFDE0A-1C55-D8DF-962D-682A571CB7BD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7B50A1B2-478E-85AF-A295-7C29632F3CD8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0B497B0D-72D2-E256-E743-F8156F09CF1A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253A3034-6EBE-E72C-B924-4699D1E83DA7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D790A187-28A7-ED10-9E16-46E73DB47D69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372E94D9-BF45-ED26-E257-FF350585834E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CB1D81CD-6CC7-A138-7163-3BB31181B527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E5E64199-7C43-0505-8F50-EDB0FEF7C4C9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1AE7B48B-B444-1E32-C5A3-785B21C11093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C3A0BB16-0E83-088F-F1AA-0347957FAA0F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33EF04F5-459B-FE93-DDB0-FE756D312EFC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1420A736-1A5D-6499-1CEA-16A85DF1808E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11B7FBAC-023D-4CFD-EF24-E02E024F8D95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10B1F5D7-1F4E-8B08-94AC-21CA91C060D0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7" name="TextBox 446">
            <a:extLst>
              <a:ext uri="{FF2B5EF4-FFF2-40B4-BE49-F238E27FC236}">
                <a16:creationId xmlns:a16="http://schemas.microsoft.com/office/drawing/2014/main" id="{49704744-749A-EEB7-65DF-016F3E6BC7C9}"/>
              </a:ext>
            </a:extLst>
          </p:cNvPr>
          <p:cNvSpPr txBox="1"/>
          <p:nvPr/>
        </p:nvSpPr>
        <p:spPr>
          <a:xfrm>
            <a:off x="3428186" y="960856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E8359E8D-4AE9-27BB-0A0A-A1537977A3ED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4767195" y="1241887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71C2FE05-61B8-5C36-E8B2-BF5298750E2E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4772358" y="1775305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21C14DAF-8F61-91A1-00DC-ADFB77485C21}"/>
              </a:ext>
            </a:extLst>
          </p:cNvPr>
          <p:cNvSpPr/>
          <p:nvPr/>
        </p:nvSpPr>
        <p:spPr>
          <a:xfrm>
            <a:off x="5058718" y="1698086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F39F1939-0993-C6B5-B047-039CF3838E90}"/>
              </a:ext>
            </a:extLst>
          </p:cNvPr>
          <p:cNvSpPr/>
          <p:nvPr/>
        </p:nvSpPr>
        <p:spPr>
          <a:xfrm>
            <a:off x="1713877" y="162720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E7A81B24-A470-B35D-2E61-2AB8DA082B17}"/>
              </a:ext>
            </a:extLst>
          </p:cNvPr>
          <p:cNvSpPr/>
          <p:nvPr/>
        </p:nvSpPr>
        <p:spPr>
          <a:xfrm>
            <a:off x="3743464" y="161282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4" name="Arrow: Right 107">
            <a:extLst>
              <a:ext uri="{FF2B5EF4-FFF2-40B4-BE49-F238E27FC236}">
                <a16:creationId xmlns:a16="http://schemas.microsoft.com/office/drawing/2014/main" id="{2EEF90C8-ED92-ED39-F2F9-3C86D3214121}"/>
              </a:ext>
            </a:extLst>
          </p:cNvPr>
          <p:cNvSpPr/>
          <p:nvPr/>
        </p:nvSpPr>
        <p:spPr>
          <a:xfrm>
            <a:off x="5899616" y="161088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CC4679F-A2F3-1449-F2F3-5AA1AD064557}"/>
              </a:ext>
            </a:extLst>
          </p:cNvPr>
          <p:cNvGrpSpPr/>
          <p:nvPr/>
        </p:nvGrpSpPr>
        <p:grpSpPr>
          <a:xfrm>
            <a:off x="6552295" y="998587"/>
            <a:ext cx="1112012" cy="793831"/>
            <a:chOff x="50634" y="1241918"/>
            <a:chExt cx="1112012" cy="793831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64920CDD-DCE3-B9F5-ED7A-5CB4814B8181}"/>
                </a:ext>
              </a:extLst>
            </p:cNvPr>
            <p:cNvCxnSpPr>
              <a:cxnSpLocks/>
              <a:stCxn id="12" idx="6"/>
              <a:endCxn id="21" idx="2"/>
            </p:cNvCxnSpPr>
            <p:nvPr/>
          </p:nvCxnSpPr>
          <p:spPr>
            <a:xfrm>
              <a:off x="721134" y="1617608"/>
              <a:ext cx="272337" cy="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9928B87-1BA3-A157-2698-1BD06F4D8B33}"/>
                </a:ext>
              </a:extLst>
            </p:cNvPr>
            <p:cNvGrpSpPr/>
            <p:nvPr/>
          </p:nvGrpSpPr>
          <p:grpSpPr>
            <a:xfrm>
              <a:off x="50634" y="1241918"/>
              <a:ext cx="1112012" cy="793831"/>
              <a:chOff x="5314006" y="1210477"/>
              <a:chExt cx="1112012" cy="793831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76FBCC2B-DD1B-85AA-A85D-87DDCE8827F9}"/>
                  </a:ext>
                </a:extLst>
              </p:cNvPr>
              <p:cNvCxnSpPr>
                <a:cxnSpLocks/>
                <a:stCxn id="13" idx="6"/>
                <a:endCxn id="12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D54829B-4514-D11C-F7C9-58EC1359451C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D470604-87B4-EBCD-FBC4-2448446F2FFA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19E6BB02-40B2-9A30-B14A-5F3DFA7392DE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613667" cy="793831"/>
                <a:chOff x="4590300" y="971059"/>
                <a:chExt cx="613667" cy="793831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7EBF3ECA-1BCA-5C16-A8B4-BC3E748C79C8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31BBF150-0253-43B9-773F-256CFBF9485A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D02C4DC5-D52A-DC83-AAF9-864CDEDCB35A}"/>
                    </a:ext>
                  </a:extLst>
                </p:cNvPr>
                <p:cNvSpPr/>
                <p:nvPr/>
              </p:nvSpPr>
              <p:spPr>
                <a:xfrm>
                  <a:off x="5034792" y="12623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4808D305-3DC5-094D-02C7-D52661845401}"/>
                    </a:ext>
                  </a:extLst>
                </p:cNvPr>
                <p:cNvCxnSpPr>
                  <a:cxnSpLocks/>
                  <a:stCxn id="12" idx="7"/>
                  <a:endCxn id="20" idx="2"/>
                </p:cNvCxnSpPr>
                <p:nvPr/>
              </p:nvCxnSpPr>
              <p:spPr>
                <a:xfrm flipV="1">
                  <a:off x="4737680" y="1055438"/>
                  <a:ext cx="270535" cy="23164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5F98EED-D4B7-B63E-1C0F-69732B59A4A9}"/>
                </a:ext>
              </a:extLst>
            </p:cNvPr>
            <p:cNvCxnSpPr>
              <a:cxnSpLocks/>
              <a:stCxn id="13" idx="5"/>
              <a:endCxn id="19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5200E7F-ED13-FF01-A620-CF1A5E4B75F6}"/>
                </a:ext>
              </a:extLst>
            </p:cNvPr>
            <p:cNvCxnSpPr>
              <a:cxnSpLocks/>
              <a:stCxn id="19" idx="0"/>
              <a:endCxn id="12" idx="4"/>
            </p:cNvCxnSpPr>
            <p:nvPr/>
          </p:nvCxnSpPr>
          <p:spPr>
            <a:xfrm flipV="1">
              <a:off x="633567" y="1701987"/>
              <a:ext cx="2980" cy="16500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F667472D-A3B6-882C-D67F-FC749F930CA5}"/>
              </a:ext>
            </a:extLst>
          </p:cNvPr>
          <p:cNvSpPr/>
          <p:nvPr/>
        </p:nvSpPr>
        <p:spPr>
          <a:xfrm>
            <a:off x="6552295" y="1836409"/>
            <a:ext cx="169175" cy="16875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21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CFF9919-1475-9B08-54E0-354B1F61B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Rectangle 540">
            <a:extLst>
              <a:ext uri="{FF2B5EF4-FFF2-40B4-BE49-F238E27FC236}">
                <a16:creationId xmlns:a16="http://schemas.microsoft.com/office/drawing/2014/main" id="{A64A86E2-3381-36D3-5172-D371B8DE8C2F}"/>
              </a:ext>
            </a:extLst>
          </p:cNvPr>
          <p:cNvSpPr/>
          <p:nvPr/>
        </p:nvSpPr>
        <p:spPr>
          <a:xfrm>
            <a:off x="4096210" y="748884"/>
            <a:ext cx="752916" cy="17691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AE0F30E4-3945-B660-86BD-CF66C737B8B0}"/>
              </a:ext>
            </a:extLst>
          </p:cNvPr>
          <p:cNvSpPr/>
          <p:nvPr/>
        </p:nvSpPr>
        <p:spPr>
          <a:xfrm>
            <a:off x="2767391" y="748885"/>
            <a:ext cx="1220057" cy="1214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2A2C27-A2BE-72D0-C613-0D1EFA45627C}"/>
              </a:ext>
            </a:extLst>
          </p:cNvPr>
          <p:cNvSpPr txBox="1"/>
          <p:nvPr/>
        </p:nvSpPr>
        <p:spPr>
          <a:xfrm>
            <a:off x="357273" y="245353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4B3D8201-AB72-341C-5314-E4F13BD44994}"/>
              </a:ext>
            </a:extLst>
          </p:cNvPr>
          <p:cNvCxnSpPr>
            <a:cxnSpLocks/>
            <a:stCxn id="55" idx="3"/>
            <a:endCxn id="3" idx="0"/>
          </p:cNvCxnSpPr>
          <p:nvPr/>
        </p:nvCxnSpPr>
        <p:spPr>
          <a:xfrm flipH="1">
            <a:off x="731712" y="887480"/>
            <a:ext cx="421345" cy="21632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014B0386-0146-DCFE-2764-001DE503AD21}"/>
              </a:ext>
            </a:extLst>
          </p:cNvPr>
          <p:cNvSpPr/>
          <p:nvPr/>
        </p:nvSpPr>
        <p:spPr>
          <a:xfrm>
            <a:off x="1121391" y="707845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448" name="Oval 447">
            <a:extLst>
              <a:ext uri="{FF2B5EF4-FFF2-40B4-BE49-F238E27FC236}">
                <a16:creationId xmlns:a16="http://schemas.microsoft.com/office/drawing/2014/main" id="{94BB676B-262E-C6A4-0417-AE957657E38B}"/>
              </a:ext>
            </a:extLst>
          </p:cNvPr>
          <p:cNvSpPr/>
          <p:nvPr/>
        </p:nvSpPr>
        <p:spPr>
          <a:xfrm>
            <a:off x="465306" y="1501886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cxnSp>
        <p:nvCxnSpPr>
          <p:cNvPr id="452" name="Straight Arrow Connector 451">
            <a:extLst>
              <a:ext uri="{FF2B5EF4-FFF2-40B4-BE49-F238E27FC236}">
                <a16:creationId xmlns:a16="http://schemas.microsoft.com/office/drawing/2014/main" id="{037F2D93-86B3-61D7-DD15-23DF1473FBEA}"/>
              </a:ext>
            </a:extLst>
          </p:cNvPr>
          <p:cNvCxnSpPr>
            <a:cxnSpLocks/>
            <a:stCxn id="55" idx="4"/>
            <a:endCxn id="4" idx="0"/>
          </p:cNvCxnSpPr>
          <p:nvPr/>
        </p:nvCxnSpPr>
        <p:spPr>
          <a:xfrm flipH="1">
            <a:off x="1208728" y="918300"/>
            <a:ext cx="20776" cy="1906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6" name="Oval 455">
            <a:extLst>
              <a:ext uri="{FF2B5EF4-FFF2-40B4-BE49-F238E27FC236}">
                <a16:creationId xmlns:a16="http://schemas.microsoft.com/office/drawing/2014/main" id="{BCDE7695-2619-1A14-77F6-F49347DA5DFA}"/>
              </a:ext>
            </a:extLst>
          </p:cNvPr>
          <p:cNvSpPr/>
          <p:nvPr/>
        </p:nvSpPr>
        <p:spPr>
          <a:xfrm>
            <a:off x="1611968" y="1109178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F2BC078F-44CC-2A77-5861-2FA51518E0E2}"/>
              </a:ext>
            </a:extLst>
          </p:cNvPr>
          <p:cNvCxnSpPr>
            <a:cxnSpLocks/>
            <a:stCxn id="3" idx="2"/>
            <a:endCxn id="448" idx="0"/>
          </p:cNvCxnSpPr>
          <p:nvPr/>
        </p:nvCxnSpPr>
        <p:spPr>
          <a:xfrm flipH="1">
            <a:off x="573419" y="1314259"/>
            <a:ext cx="158293" cy="18762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1E718D67-8A3B-A4B9-AFA5-A6CEB4109621}"/>
              </a:ext>
            </a:extLst>
          </p:cNvPr>
          <p:cNvCxnSpPr>
            <a:cxnSpLocks/>
            <a:stCxn id="55" idx="5"/>
            <a:endCxn id="456" idx="0"/>
          </p:cNvCxnSpPr>
          <p:nvPr/>
        </p:nvCxnSpPr>
        <p:spPr>
          <a:xfrm>
            <a:off x="1305951" y="887480"/>
            <a:ext cx="414130" cy="22169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6CFAB20E-32ED-EB62-F19A-50CBFBC959B4}"/>
              </a:ext>
            </a:extLst>
          </p:cNvPr>
          <p:cNvCxnSpPr>
            <a:cxnSpLocks/>
            <a:stCxn id="456" idx="3"/>
            <a:endCxn id="17" idx="0"/>
          </p:cNvCxnSpPr>
          <p:nvPr/>
        </p:nvCxnSpPr>
        <p:spPr>
          <a:xfrm flipH="1">
            <a:off x="1461138" y="1288813"/>
            <a:ext cx="182496" cy="2168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1" name="Rectangle 510">
            <a:extLst>
              <a:ext uri="{FF2B5EF4-FFF2-40B4-BE49-F238E27FC236}">
                <a16:creationId xmlns:a16="http://schemas.microsoft.com/office/drawing/2014/main" id="{C2CC83E5-0F26-DA4E-0AF9-3772B1FBCB11}"/>
              </a:ext>
            </a:extLst>
          </p:cNvPr>
          <p:cNvSpPr/>
          <p:nvPr/>
        </p:nvSpPr>
        <p:spPr>
          <a:xfrm>
            <a:off x="4314912" y="913359"/>
            <a:ext cx="619614" cy="2616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EA127A38-BA1F-CF17-CF7E-C5B2F109F6E1}"/>
              </a:ext>
            </a:extLst>
          </p:cNvPr>
          <p:cNvSpPr/>
          <p:nvPr/>
        </p:nvSpPr>
        <p:spPr>
          <a:xfrm>
            <a:off x="4319789" y="1449213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0B4538A5-F8CF-50E1-4497-7BC38BBF0AF4}"/>
              </a:ext>
            </a:extLst>
          </p:cNvPr>
          <p:cNvSpPr/>
          <p:nvPr/>
        </p:nvSpPr>
        <p:spPr>
          <a:xfrm>
            <a:off x="4319789" y="1797087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A31D47DC-FB1C-95F0-701C-2A54DD16F2F6}"/>
              </a:ext>
            </a:extLst>
          </p:cNvPr>
          <p:cNvSpPr/>
          <p:nvPr/>
        </p:nvSpPr>
        <p:spPr>
          <a:xfrm>
            <a:off x="4314912" y="2157196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F8BDBE3B-088E-B153-D053-F70CD7935639}"/>
              </a:ext>
            </a:extLst>
          </p:cNvPr>
          <p:cNvSpPr/>
          <p:nvPr/>
        </p:nvSpPr>
        <p:spPr>
          <a:xfrm>
            <a:off x="3386586" y="932417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834E76B0-CC78-0B97-E148-ECD3634D2948}"/>
              </a:ext>
            </a:extLst>
          </p:cNvPr>
          <p:cNvSpPr/>
          <p:nvPr/>
        </p:nvSpPr>
        <p:spPr>
          <a:xfrm>
            <a:off x="3386586" y="1179305"/>
            <a:ext cx="268523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B622062A-CC47-0607-7AEB-FF534DDC2D14}"/>
              </a:ext>
            </a:extLst>
          </p:cNvPr>
          <p:cNvSpPr/>
          <p:nvPr/>
        </p:nvSpPr>
        <p:spPr>
          <a:xfrm>
            <a:off x="3386586" y="1426193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</a:p>
        </p:txBody>
      </p:sp>
      <p:cxnSp>
        <p:nvCxnSpPr>
          <p:cNvPr id="519" name="Straight Arrow Connector 518">
            <a:extLst>
              <a:ext uri="{FF2B5EF4-FFF2-40B4-BE49-F238E27FC236}">
                <a16:creationId xmlns:a16="http://schemas.microsoft.com/office/drawing/2014/main" id="{C6EE560E-7297-EFD1-786B-AD77124D5CF6}"/>
              </a:ext>
            </a:extLst>
          </p:cNvPr>
          <p:cNvCxnSpPr>
            <a:cxnSpLocks/>
            <a:stCxn id="515" idx="3"/>
            <a:endCxn id="511" idx="1"/>
          </p:cNvCxnSpPr>
          <p:nvPr/>
        </p:nvCxnSpPr>
        <p:spPr>
          <a:xfrm flipV="1">
            <a:off x="3655110" y="1044164"/>
            <a:ext cx="659802" cy="11697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Arrow Connector 521">
            <a:extLst>
              <a:ext uri="{FF2B5EF4-FFF2-40B4-BE49-F238E27FC236}">
                <a16:creationId xmlns:a16="http://schemas.microsoft.com/office/drawing/2014/main" id="{C503EB57-F625-0BF2-D0D5-C815D3711D23}"/>
              </a:ext>
            </a:extLst>
          </p:cNvPr>
          <p:cNvCxnSpPr>
            <a:cxnSpLocks/>
            <a:stCxn id="515" idx="3"/>
            <a:endCxn id="512" idx="1"/>
          </p:cNvCxnSpPr>
          <p:nvPr/>
        </p:nvCxnSpPr>
        <p:spPr>
          <a:xfrm>
            <a:off x="3655110" y="1055861"/>
            <a:ext cx="664679" cy="516796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Arrow Connector 524">
            <a:extLst>
              <a:ext uri="{FF2B5EF4-FFF2-40B4-BE49-F238E27FC236}">
                <a16:creationId xmlns:a16="http://schemas.microsoft.com/office/drawing/2014/main" id="{979B80CF-A207-F596-BBA1-BFC2D532C79A}"/>
              </a:ext>
            </a:extLst>
          </p:cNvPr>
          <p:cNvCxnSpPr>
            <a:cxnSpLocks/>
            <a:stCxn id="516" idx="3"/>
            <a:endCxn id="513" idx="1"/>
          </p:cNvCxnSpPr>
          <p:nvPr/>
        </p:nvCxnSpPr>
        <p:spPr>
          <a:xfrm>
            <a:off x="3655109" y="1302749"/>
            <a:ext cx="664680" cy="617782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Arrow Connector 527">
            <a:extLst>
              <a:ext uri="{FF2B5EF4-FFF2-40B4-BE49-F238E27FC236}">
                <a16:creationId xmlns:a16="http://schemas.microsoft.com/office/drawing/2014/main" id="{28074C05-CE9D-1145-1048-72A1E40E970E}"/>
              </a:ext>
            </a:extLst>
          </p:cNvPr>
          <p:cNvCxnSpPr>
            <a:cxnSpLocks/>
            <a:stCxn id="517" idx="3"/>
            <a:endCxn id="514" idx="1"/>
          </p:cNvCxnSpPr>
          <p:nvPr/>
        </p:nvCxnSpPr>
        <p:spPr>
          <a:xfrm>
            <a:off x="3655110" y="1549637"/>
            <a:ext cx="659802" cy="731003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" name="Rectangle 541">
            <a:extLst>
              <a:ext uri="{FF2B5EF4-FFF2-40B4-BE49-F238E27FC236}">
                <a16:creationId xmlns:a16="http://schemas.microsoft.com/office/drawing/2014/main" id="{4EB17933-8897-B4B0-D605-250400F76B6B}"/>
              </a:ext>
            </a:extLst>
          </p:cNvPr>
          <p:cNvSpPr/>
          <p:nvPr/>
        </p:nvSpPr>
        <p:spPr>
          <a:xfrm>
            <a:off x="4944773" y="724315"/>
            <a:ext cx="1163497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6026C198-8627-C84B-6D6C-E75ECF7E530C}"/>
              </a:ext>
            </a:extLst>
          </p:cNvPr>
          <p:cNvSpPr txBox="1"/>
          <p:nvPr/>
        </p:nvSpPr>
        <p:spPr>
          <a:xfrm>
            <a:off x="2729466" y="729645"/>
            <a:ext cx="14353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rooted nodes </a:t>
            </a:r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level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49492106-72F2-8A03-F294-58FBD1BF2DA0}"/>
              </a:ext>
            </a:extLst>
          </p:cNvPr>
          <p:cNvSpPr txBox="1"/>
          <p:nvPr/>
        </p:nvSpPr>
        <p:spPr>
          <a:xfrm>
            <a:off x="4043615" y="724315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traversal</a:t>
            </a: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6A173A12-5D62-91FB-62AB-7F8AA844F27D}"/>
              </a:ext>
            </a:extLst>
          </p:cNvPr>
          <p:cNvSpPr txBox="1"/>
          <p:nvPr/>
        </p:nvSpPr>
        <p:spPr>
          <a:xfrm>
            <a:off x="5106350" y="724315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F942660C-A0F8-1B82-CFCA-8BA51379F454}"/>
              </a:ext>
            </a:extLst>
          </p:cNvPr>
          <p:cNvSpPr/>
          <p:nvPr/>
        </p:nvSpPr>
        <p:spPr>
          <a:xfrm>
            <a:off x="5002273" y="1034170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79029ADF-F671-B820-C2E7-6F74D334D7DF}"/>
              </a:ext>
            </a:extLst>
          </p:cNvPr>
          <p:cNvSpPr/>
          <p:nvPr/>
        </p:nvSpPr>
        <p:spPr>
          <a:xfrm>
            <a:off x="5002273" y="1375469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2" name="Straight Arrow Connector 551">
            <a:extLst>
              <a:ext uri="{FF2B5EF4-FFF2-40B4-BE49-F238E27FC236}">
                <a16:creationId xmlns:a16="http://schemas.microsoft.com/office/drawing/2014/main" id="{03312662-77A1-3EB8-C2E0-2CCDA6BAA0DB}"/>
              </a:ext>
            </a:extLst>
          </p:cNvPr>
          <p:cNvCxnSpPr>
            <a:cxnSpLocks/>
            <a:stCxn id="550" idx="2"/>
            <a:endCxn id="551" idx="0"/>
          </p:cNvCxnSpPr>
          <p:nvPr/>
        </p:nvCxnSpPr>
        <p:spPr>
          <a:xfrm>
            <a:off x="5136535" y="1281058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6" name="Rectangle 555">
            <a:extLst>
              <a:ext uri="{FF2B5EF4-FFF2-40B4-BE49-F238E27FC236}">
                <a16:creationId xmlns:a16="http://schemas.microsoft.com/office/drawing/2014/main" id="{08224AD2-57CF-F276-1873-775108F446DA}"/>
              </a:ext>
            </a:extLst>
          </p:cNvPr>
          <p:cNvSpPr/>
          <p:nvPr/>
        </p:nvSpPr>
        <p:spPr>
          <a:xfrm>
            <a:off x="5007610" y="1716918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3C9610DC-A5C0-C729-8104-3976B6C03B66}"/>
              </a:ext>
            </a:extLst>
          </p:cNvPr>
          <p:cNvCxnSpPr>
            <a:cxnSpLocks/>
            <a:endCxn id="556" idx="0"/>
          </p:cNvCxnSpPr>
          <p:nvPr/>
        </p:nvCxnSpPr>
        <p:spPr>
          <a:xfrm>
            <a:off x="5136535" y="1622357"/>
            <a:ext cx="5337" cy="9456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" name="Rectangle 562">
            <a:extLst>
              <a:ext uri="{FF2B5EF4-FFF2-40B4-BE49-F238E27FC236}">
                <a16:creationId xmlns:a16="http://schemas.microsoft.com/office/drawing/2014/main" id="{2A77A097-BFC3-67AE-4D68-DFD87AE43232}"/>
              </a:ext>
            </a:extLst>
          </p:cNvPr>
          <p:cNvSpPr/>
          <p:nvPr/>
        </p:nvSpPr>
        <p:spPr>
          <a:xfrm>
            <a:off x="5348984" y="1036803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C6C04D07-28B8-70F7-0B6D-750E708DFB59}"/>
              </a:ext>
            </a:extLst>
          </p:cNvPr>
          <p:cNvSpPr/>
          <p:nvPr/>
        </p:nvSpPr>
        <p:spPr>
          <a:xfrm>
            <a:off x="5695695" y="1034454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442C6090-9DD7-EFD4-1A5D-09078D83A95A}"/>
              </a:ext>
            </a:extLst>
          </p:cNvPr>
          <p:cNvSpPr/>
          <p:nvPr/>
        </p:nvSpPr>
        <p:spPr>
          <a:xfrm>
            <a:off x="5695695" y="1381911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66" name="Straight Arrow Connector 565">
            <a:extLst>
              <a:ext uri="{FF2B5EF4-FFF2-40B4-BE49-F238E27FC236}">
                <a16:creationId xmlns:a16="http://schemas.microsoft.com/office/drawing/2014/main" id="{908E00F0-091A-B0BC-29C9-8A792C71C3BB}"/>
              </a:ext>
            </a:extLst>
          </p:cNvPr>
          <p:cNvCxnSpPr>
            <a:cxnSpLocks/>
            <a:endCxn id="565" idx="0"/>
          </p:cNvCxnSpPr>
          <p:nvPr/>
        </p:nvCxnSpPr>
        <p:spPr>
          <a:xfrm>
            <a:off x="5829957" y="1283691"/>
            <a:ext cx="0" cy="98220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0" name="TextBox 569">
            <a:extLst>
              <a:ext uri="{FF2B5EF4-FFF2-40B4-BE49-F238E27FC236}">
                <a16:creationId xmlns:a16="http://schemas.microsoft.com/office/drawing/2014/main" id="{827D7D1A-FA2C-46DA-A80C-1929D53161F4}"/>
              </a:ext>
            </a:extLst>
          </p:cNvPr>
          <p:cNvSpPr txBox="1"/>
          <p:nvPr/>
        </p:nvSpPr>
        <p:spPr>
          <a:xfrm>
            <a:off x="4202875" y="256771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 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14157A-0C45-CDC0-D619-C8AE6E198EFF}"/>
              </a:ext>
            </a:extLst>
          </p:cNvPr>
          <p:cNvSpPr/>
          <p:nvPr/>
        </p:nvSpPr>
        <p:spPr>
          <a:xfrm>
            <a:off x="623599" y="1103804"/>
            <a:ext cx="216226" cy="2104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566CEF-EC4E-C3B0-1518-B3F7DC2FD0AE}"/>
              </a:ext>
            </a:extLst>
          </p:cNvPr>
          <p:cNvSpPr/>
          <p:nvPr/>
        </p:nvSpPr>
        <p:spPr>
          <a:xfrm>
            <a:off x="1100615" y="1108933"/>
            <a:ext cx="216226" cy="2104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DDF762-1DBD-7250-4D56-D4C557977EAE}"/>
              </a:ext>
            </a:extLst>
          </p:cNvPr>
          <p:cNvSpPr/>
          <p:nvPr/>
        </p:nvSpPr>
        <p:spPr>
          <a:xfrm>
            <a:off x="1353025" y="1505668"/>
            <a:ext cx="216226" cy="2104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82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06EDA5A-EC26-CFEE-FE84-B9F3736DC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Rectangle 540">
            <a:extLst>
              <a:ext uri="{FF2B5EF4-FFF2-40B4-BE49-F238E27FC236}">
                <a16:creationId xmlns:a16="http://schemas.microsoft.com/office/drawing/2014/main" id="{9C37C146-8F77-17E6-5262-BADB17BA15D6}"/>
              </a:ext>
            </a:extLst>
          </p:cNvPr>
          <p:cNvSpPr/>
          <p:nvPr/>
        </p:nvSpPr>
        <p:spPr>
          <a:xfrm>
            <a:off x="4704651" y="634708"/>
            <a:ext cx="752916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3427432A-33EA-3136-548D-CD7CBE9CF0B1}"/>
              </a:ext>
            </a:extLst>
          </p:cNvPr>
          <p:cNvSpPr/>
          <p:nvPr/>
        </p:nvSpPr>
        <p:spPr>
          <a:xfrm>
            <a:off x="3764786" y="634708"/>
            <a:ext cx="831103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9CBEA4-C92A-22B5-302F-C4F295540F6C}"/>
              </a:ext>
            </a:extLst>
          </p:cNvPr>
          <p:cNvSpPr txBox="1"/>
          <p:nvPr/>
        </p:nvSpPr>
        <p:spPr>
          <a:xfrm>
            <a:off x="357273" y="245353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16FA8E85-ECCE-B24E-C135-8F5DC43A2A0B}"/>
              </a:ext>
            </a:extLst>
          </p:cNvPr>
          <p:cNvCxnSpPr>
            <a:cxnSpLocks/>
            <a:stCxn id="55" idx="3"/>
            <a:endCxn id="54" idx="0"/>
          </p:cNvCxnSpPr>
          <p:nvPr/>
        </p:nvCxnSpPr>
        <p:spPr>
          <a:xfrm flipH="1">
            <a:off x="815628" y="814343"/>
            <a:ext cx="345870" cy="34158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EFD38596-D5DC-044E-9497-D1A6B49A1F00}"/>
              </a:ext>
            </a:extLst>
          </p:cNvPr>
          <p:cNvSpPr/>
          <p:nvPr/>
        </p:nvSpPr>
        <p:spPr>
          <a:xfrm>
            <a:off x="707515" y="1155929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24A3DAC-7419-9B2F-9FDD-06D8EBF4389A}"/>
              </a:ext>
            </a:extLst>
          </p:cNvPr>
          <p:cNvSpPr/>
          <p:nvPr/>
        </p:nvSpPr>
        <p:spPr>
          <a:xfrm>
            <a:off x="1129832" y="634708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3CA05B4-2C78-776C-EE4C-924A0EEC61EF}"/>
              </a:ext>
            </a:extLst>
          </p:cNvPr>
          <p:cNvSpPr/>
          <p:nvPr/>
        </p:nvSpPr>
        <p:spPr>
          <a:xfrm>
            <a:off x="1129832" y="1155929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sp>
        <p:nvSpPr>
          <p:cNvPr id="448" name="Oval 447">
            <a:extLst>
              <a:ext uri="{FF2B5EF4-FFF2-40B4-BE49-F238E27FC236}">
                <a16:creationId xmlns:a16="http://schemas.microsoft.com/office/drawing/2014/main" id="{8A6FBFFE-70B3-2198-45B3-5E8F2B776043}"/>
              </a:ext>
            </a:extLst>
          </p:cNvPr>
          <p:cNvSpPr/>
          <p:nvPr/>
        </p:nvSpPr>
        <p:spPr>
          <a:xfrm>
            <a:off x="575821" y="1586824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cxnSp>
        <p:nvCxnSpPr>
          <p:cNvPr id="452" name="Straight Arrow Connector 451">
            <a:extLst>
              <a:ext uri="{FF2B5EF4-FFF2-40B4-BE49-F238E27FC236}">
                <a16:creationId xmlns:a16="http://schemas.microsoft.com/office/drawing/2014/main" id="{8C9844E6-B70C-E3EE-EB7F-1F934642CF67}"/>
              </a:ext>
            </a:extLst>
          </p:cNvPr>
          <p:cNvCxnSpPr>
            <a:cxnSpLocks/>
            <a:stCxn id="55" idx="4"/>
            <a:endCxn id="62" idx="0"/>
          </p:cNvCxnSpPr>
          <p:nvPr/>
        </p:nvCxnSpPr>
        <p:spPr>
          <a:xfrm>
            <a:off x="1237945" y="845163"/>
            <a:ext cx="0" cy="3107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5" name="Oval 454">
            <a:extLst>
              <a:ext uri="{FF2B5EF4-FFF2-40B4-BE49-F238E27FC236}">
                <a16:creationId xmlns:a16="http://schemas.microsoft.com/office/drawing/2014/main" id="{C41EBD9B-1553-99D7-84F4-FC8CD9E8BFDA}"/>
              </a:ext>
            </a:extLst>
          </p:cNvPr>
          <p:cNvSpPr/>
          <p:nvPr/>
        </p:nvSpPr>
        <p:spPr>
          <a:xfrm>
            <a:off x="1419556" y="1602742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b4</a:t>
            </a:r>
          </a:p>
        </p:txBody>
      </p:sp>
      <p:sp>
        <p:nvSpPr>
          <p:cNvPr id="456" name="Oval 455">
            <a:extLst>
              <a:ext uri="{FF2B5EF4-FFF2-40B4-BE49-F238E27FC236}">
                <a16:creationId xmlns:a16="http://schemas.microsoft.com/office/drawing/2014/main" id="{887A8537-CBE6-3140-562E-B23DE3000CF2}"/>
              </a:ext>
            </a:extLst>
          </p:cNvPr>
          <p:cNvSpPr/>
          <p:nvPr/>
        </p:nvSpPr>
        <p:spPr>
          <a:xfrm>
            <a:off x="1546451" y="1155929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097FD6B1-7FD6-566B-5766-4C50EBEFCE91}"/>
              </a:ext>
            </a:extLst>
          </p:cNvPr>
          <p:cNvCxnSpPr>
            <a:cxnSpLocks/>
            <a:stCxn id="54" idx="3"/>
            <a:endCxn id="448" idx="0"/>
          </p:cNvCxnSpPr>
          <p:nvPr/>
        </p:nvCxnSpPr>
        <p:spPr>
          <a:xfrm flipH="1">
            <a:off x="683934" y="1335564"/>
            <a:ext cx="55247" cy="25126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B570F03C-3627-6D88-B00A-C9033E327021}"/>
              </a:ext>
            </a:extLst>
          </p:cNvPr>
          <p:cNvCxnSpPr>
            <a:cxnSpLocks/>
            <a:stCxn id="55" idx="5"/>
            <a:endCxn id="456" idx="0"/>
          </p:cNvCxnSpPr>
          <p:nvPr/>
        </p:nvCxnSpPr>
        <p:spPr>
          <a:xfrm>
            <a:off x="1314392" y="814343"/>
            <a:ext cx="340172" cy="34158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8ADBA2B2-BDBD-D468-363F-1359A8C1A8B9}"/>
              </a:ext>
            </a:extLst>
          </p:cNvPr>
          <p:cNvCxnSpPr>
            <a:cxnSpLocks/>
            <a:stCxn id="456" idx="3"/>
            <a:endCxn id="455" idx="0"/>
          </p:cNvCxnSpPr>
          <p:nvPr/>
        </p:nvCxnSpPr>
        <p:spPr>
          <a:xfrm flipH="1">
            <a:off x="1527669" y="1335564"/>
            <a:ext cx="50448" cy="26717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3" name="Oval 492">
            <a:extLst>
              <a:ext uri="{FF2B5EF4-FFF2-40B4-BE49-F238E27FC236}">
                <a16:creationId xmlns:a16="http://schemas.microsoft.com/office/drawing/2014/main" id="{F2F74E0B-7CCD-B750-BB63-C8E5D57ACBEE}"/>
              </a:ext>
            </a:extLst>
          </p:cNvPr>
          <p:cNvSpPr/>
          <p:nvPr/>
        </p:nvSpPr>
        <p:spPr>
          <a:xfrm>
            <a:off x="467708" y="2017719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</a:p>
        </p:txBody>
      </p:sp>
      <p:cxnSp>
        <p:nvCxnSpPr>
          <p:cNvPr id="494" name="Straight Arrow Connector 493">
            <a:extLst>
              <a:ext uri="{FF2B5EF4-FFF2-40B4-BE49-F238E27FC236}">
                <a16:creationId xmlns:a16="http://schemas.microsoft.com/office/drawing/2014/main" id="{2F5E658F-D8F8-B885-4A27-BD3AB23ECDCE}"/>
              </a:ext>
            </a:extLst>
          </p:cNvPr>
          <p:cNvCxnSpPr>
            <a:cxnSpLocks/>
            <a:stCxn id="448" idx="3"/>
            <a:endCxn id="493" idx="0"/>
          </p:cNvCxnSpPr>
          <p:nvPr/>
        </p:nvCxnSpPr>
        <p:spPr>
          <a:xfrm flipH="1">
            <a:off x="575821" y="1766459"/>
            <a:ext cx="31666" cy="25126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2" name="Rectangle 501">
            <a:extLst>
              <a:ext uri="{FF2B5EF4-FFF2-40B4-BE49-F238E27FC236}">
                <a16:creationId xmlns:a16="http://schemas.microsoft.com/office/drawing/2014/main" id="{45AF07DA-1BEB-D899-BF9C-147A69FA4780}"/>
              </a:ext>
            </a:extLst>
          </p:cNvPr>
          <p:cNvSpPr/>
          <p:nvPr/>
        </p:nvSpPr>
        <p:spPr>
          <a:xfrm>
            <a:off x="2189551" y="621293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Find rooted nodes</a:t>
            </a:r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858F09F9-E153-5DAB-3D47-EAE64D765616}"/>
              </a:ext>
            </a:extLst>
          </p:cNvPr>
          <p:cNvSpPr/>
          <p:nvPr/>
        </p:nvSpPr>
        <p:spPr>
          <a:xfrm>
            <a:off x="2189551" y="1126459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Parallel traversal</a:t>
            </a: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9E6A00C3-94A0-A8D8-3B28-A179D3DA36EB}"/>
              </a:ext>
            </a:extLst>
          </p:cNvPr>
          <p:cNvSpPr/>
          <p:nvPr/>
        </p:nvSpPr>
        <p:spPr>
          <a:xfrm>
            <a:off x="2189551" y="1643015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Revision results</a:t>
            </a:r>
          </a:p>
        </p:txBody>
      </p:sp>
      <p:cxnSp>
        <p:nvCxnSpPr>
          <p:cNvPr id="505" name="Straight Arrow Connector 504">
            <a:extLst>
              <a:ext uri="{FF2B5EF4-FFF2-40B4-BE49-F238E27FC236}">
                <a16:creationId xmlns:a16="http://schemas.microsoft.com/office/drawing/2014/main" id="{73C55B35-2692-8FB5-61DF-B347FC988154}"/>
              </a:ext>
            </a:extLst>
          </p:cNvPr>
          <p:cNvCxnSpPr>
            <a:cxnSpLocks/>
            <a:stCxn id="502" idx="2"/>
            <a:endCxn id="503" idx="0"/>
          </p:cNvCxnSpPr>
          <p:nvPr/>
        </p:nvCxnSpPr>
        <p:spPr>
          <a:xfrm>
            <a:off x="2766581" y="868181"/>
            <a:ext cx="0" cy="25827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Arrow Connector 507">
            <a:extLst>
              <a:ext uri="{FF2B5EF4-FFF2-40B4-BE49-F238E27FC236}">
                <a16:creationId xmlns:a16="http://schemas.microsoft.com/office/drawing/2014/main" id="{70A47E31-48C0-AF3A-8281-D24BEE1CB165}"/>
              </a:ext>
            </a:extLst>
          </p:cNvPr>
          <p:cNvCxnSpPr>
            <a:cxnSpLocks/>
            <a:stCxn id="503" idx="2"/>
            <a:endCxn id="504" idx="0"/>
          </p:cNvCxnSpPr>
          <p:nvPr/>
        </p:nvCxnSpPr>
        <p:spPr>
          <a:xfrm>
            <a:off x="2766581" y="1373347"/>
            <a:ext cx="0" cy="26966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1" name="Rectangle 510">
            <a:extLst>
              <a:ext uri="{FF2B5EF4-FFF2-40B4-BE49-F238E27FC236}">
                <a16:creationId xmlns:a16="http://schemas.microsoft.com/office/drawing/2014/main" id="{427FDB62-C18E-1A7B-7951-0F7551DEC125}"/>
              </a:ext>
            </a:extLst>
          </p:cNvPr>
          <p:cNvSpPr/>
          <p:nvPr/>
        </p:nvSpPr>
        <p:spPr>
          <a:xfrm>
            <a:off x="4928230" y="818241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4A384403-95AB-3380-1394-003E5FC0523A}"/>
              </a:ext>
            </a:extLst>
          </p:cNvPr>
          <p:cNvSpPr/>
          <p:nvPr/>
        </p:nvSpPr>
        <p:spPr>
          <a:xfrm>
            <a:off x="4928230" y="1065129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9DE00467-FB52-9299-0CED-DF7048A43ABA}"/>
              </a:ext>
            </a:extLst>
          </p:cNvPr>
          <p:cNvSpPr/>
          <p:nvPr/>
        </p:nvSpPr>
        <p:spPr>
          <a:xfrm>
            <a:off x="4928230" y="1312017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C4E8890B-99C8-D38B-21DC-FFBDAA35BE6C}"/>
              </a:ext>
            </a:extLst>
          </p:cNvPr>
          <p:cNvSpPr/>
          <p:nvPr/>
        </p:nvSpPr>
        <p:spPr>
          <a:xfrm>
            <a:off x="4928230" y="1558905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4DA089FF-B080-D80C-D25A-8BDD8E557579}"/>
              </a:ext>
            </a:extLst>
          </p:cNvPr>
          <p:cNvSpPr/>
          <p:nvPr/>
        </p:nvSpPr>
        <p:spPr>
          <a:xfrm>
            <a:off x="3995027" y="818241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37930AAB-73DC-6134-4D2A-7DE169E3839F}"/>
              </a:ext>
            </a:extLst>
          </p:cNvPr>
          <p:cNvSpPr/>
          <p:nvPr/>
        </p:nvSpPr>
        <p:spPr>
          <a:xfrm>
            <a:off x="3995027" y="1065129"/>
            <a:ext cx="268523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A8B1053D-0F0E-1563-3A61-D09F9F65C174}"/>
              </a:ext>
            </a:extLst>
          </p:cNvPr>
          <p:cNvSpPr/>
          <p:nvPr/>
        </p:nvSpPr>
        <p:spPr>
          <a:xfrm>
            <a:off x="3995027" y="1312017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</a:p>
        </p:txBody>
      </p:sp>
      <p:cxnSp>
        <p:nvCxnSpPr>
          <p:cNvPr id="519" name="Straight Arrow Connector 518">
            <a:extLst>
              <a:ext uri="{FF2B5EF4-FFF2-40B4-BE49-F238E27FC236}">
                <a16:creationId xmlns:a16="http://schemas.microsoft.com/office/drawing/2014/main" id="{64DF0E09-0F98-3BF6-3D96-322324023FF3}"/>
              </a:ext>
            </a:extLst>
          </p:cNvPr>
          <p:cNvCxnSpPr>
            <a:cxnSpLocks/>
            <a:stCxn id="515" idx="3"/>
            <a:endCxn id="511" idx="1"/>
          </p:cNvCxnSpPr>
          <p:nvPr/>
        </p:nvCxnSpPr>
        <p:spPr>
          <a:xfrm>
            <a:off x="4263551" y="941685"/>
            <a:ext cx="664679" cy="0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Arrow Connector 521">
            <a:extLst>
              <a:ext uri="{FF2B5EF4-FFF2-40B4-BE49-F238E27FC236}">
                <a16:creationId xmlns:a16="http://schemas.microsoft.com/office/drawing/2014/main" id="{F2E7B81E-E551-42DD-5156-A09EDBF8FABD}"/>
              </a:ext>
            </a:extLst>
          </p:cNvPr>
          <p:cNvCxnSpPr>
            <a:cxnSpLocks/>
            <a:stCxn id="515" idx="3"/>
            <a:endCxn id="512" idx="1"/>
          </p:cNvCxnSpPr>
          <p:nvPr/>
        </p:nvCxnSpPr>
        <p:spPr>
          <a:xfrm>
            <a:off x="4263551" y="941685"/>
            <a:ext cx="664679" cy="24688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Arrow Connector 524">
            <a:extLst>
              <a:ext uri="{FF2B5EF4-FFF2-40B4-BE49-F238E27FC236}">
                <a16:creationId xmlns:a16="http://schemas.microsoft.com/office/drawing/2014/main" id="{C17189CA-7DC5-E0EA-8F45-3C73EC56F0A5}"/>
              </a:ext>
            </a:extLst>
          </p:cNvPr>
          <p:cNvCxnSpPr>
            <a:cxnSpLocks/>
            <a:stCxn id="516" idx="3"/>
            <a:endCxn id="513" idx="1"/>
          </p:cNvCxnSpPr>
          <p:nvPr/>
        </p:nvCxnSpPr>
        <p:spPr>
          <a:xfrm>
            <a:off x="4263550" y="1188573"/>
            <a:ext cx="664680" cy="24688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Arrow Connector 527">
            <a:extLst>
              <a:ext uri="{FF2B5EF4-FFF2-40B4-BE49-F238E27FC236}">
                <a16:creationId xmlns:a16="http://schemas.microsoft.com/office/drawing/2014/main" id="{0CBDAC1F-8F4E-AFF0-D2D8-A6E9F006ABC4}"/>
              </a:ext>
            </a:extLst>
          </p:cNvPr>
          <p:cNvCxnSpPr>
            <a:cxnSpLocks/>
            <a:stCxn id="517" idx="3"/>
            <a:endCxn id="514" idx="1"/>
          </p:cNvCxnSpPr>
          <p:nvPr/>
        </p:nvCxnSpPr>
        <p:spPr>
          <a:xfrm>
            <a:off x="4263551" y="1435461"/>
            <a:ext cx="664679" cy="24688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" name="Rectangle 541">
            <a:extLst>
              <a:ext uri="{FF2B5EF4-FFF2-40B4-BE49-F238E27FC236}">
                <a16:creationId xmlns:a16="http://schemas.microsoft.com/office/drawing/2014/main" id="{61E553E4-37EE-CD62-7FCE-032090D190C7}"/>
              </a:ext>
            </a:extLst>
          </p:cNvPr>
          <p:cNvSpPr/>
          <p:nvPr/>
        </p:nvSpPr>
        <p:spPr>
          <a:xfrm>
            <a:off x="5535753" y="634708"/>
            <a:ext cx="1163497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F61FAB0F-5891-4466-C39C-D751CCA9F6F8}"/>
              </a:ext>
            </a:extLst>
          </p:cNvPr>
          <p:cNvSpPr txBox="1"/>
          <p:nvPr/>
        </p:nvSpPr>
        <p:spPr>
          <a:xfrm>
            <a:off x="3740655" y="604242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rooted nodes</a:t>
            </a:r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258E4614-D8FF-CBA9-49B9-7250C3F04539}"/>
              </a:ext>
            </a:extLst>
          </p:cNvPr>
          <p:cNvSpPr txBox="1"/>
          <p:nvPr/>
        </p:nvSpPr>
        <p:spPr>
          <a:xfrm>
            <a:off x="4652056" y="610139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traversal</a:t>
            </a: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D83F9A28-7A0C-8E6A-88B9-ACC5BAFE5472}"/>
              </a:ext>
            </a:extLst>
          </p:cNvPr>
          <p:cNvSpPr txBox="1"/>
          <p:nvPr/>
        </p:nvSpPr>
        <p:spPr>
          <a:xfrm>
            <a:off x="5714791" y="610139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97209118-5230-8665-44E5-15E67F37FCFD}"/>
              </a:ext>
            </a:extLst>
          </p:cNvPr>
          <p:cNvSpPr/>
          <p:nvPr/>
        </p:nvSpPr>
        <p:spPr>
          <a:xfrm>
            <a:off x="5610714" y="919994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E0AA8F0B-D92D-503A-7939-A45F815E18A9}"/>
              </a:ext>
            </a:extLst>
          </p:cNvPr>
          <p:cNvSpPr/>
          <p:nvPr/>
        </p:nvSpPr>
        <p:spPr>
          <a:xfrm>
            <a:off x="5610714" y="1261293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2" name="Straight Arrow Connector 551">
            <a:extLst>
              <a:ext uri="{FF2B5EF4-FFF2-40B4-BE49-F238E27FC236}">
                <a16:creationId xmlns:a16="http://schemas.microsoft.com/office/drawing/2014/main" id="{EB72BDF3-EECD-25CE-7929-D0F9B11A413A}"/>
              </a:ext>
            </a:extLst>
          </p:cNvPr>
          <p:cNvCxnSpPr>
            <a:cxnSpLocks/>
            <a:stCxn id="550" idx="2"/>
            <a:endCxn id="551" idx="0"/>
          </p:cNvCxnSpPr>
          <p:nvPr/>
        </p:nvCxnSpPr>
        <p:spPr>
          <a:xfrm>
            <a:off x="5744976" y="1166882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6" name="Rectangle 555">
            <a:extLst>
              <a:ext uri="{FF2B5EF4-FFF2-40B4-BE49-F238E27FC236}">
                <a16:creationId xmlns:a16="http://schemas.microsoft.com/office/drawing/2014/main" id="{1B387219-A247-437F-F93E-6E7CBAF28168}"/>
              </a:ext>
            </a:extLst>
          </p:cNvPr>
          <p:cNvSpPr/>
          <p:nvPr/>
        </p:nvSpPr>
        <p:spPr>
          <a:xfrm>
            <a:off x="5616051" y="1602742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268737BE-C735-A2DC-18A6-1F1641226607}"/>
              </a:ext>
            </a:extLst>
          </p:cNvPr>
          <p:cNvCxnSpPr>
            <a:cxnSpLocks/>
            <a:endCxn id="556" idx="0"/>
          </p:cNvCxnSpPr>
          <p:nvPr/>
        </p:nvCxnSpPr>
        <p:spPr>
          <a:xfrm>
            <a:off x="5744976" y="1508181"/>
            <a:ext cx="5337" cy="9456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" name="Rectangle 562">
            <a:extLst>
              <a:ext uri="{FF2B5EF4-FFF2-40B4-BE49-F238E27FC236}">
                <a16:creationId xmlns:a16="http://schemas.microsoft.com/office/drawing/2014/main" id="{E8305DDA-E1A1-2D40-2991-3016575CBA94}"/>
              </a:ext>
            </a:extLst>
          </p:cNvPr>
          <p:cNvSpPr/>
          <p:nvPr/>
        </p:nvSpPr>
        <p:spPr>
          <a:xfrm>
            <a:off x="5957425" y="922627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B380CC55-86A5-C928-AAA0-8378C7BBCBA8}"/>
              </a:ext>
            </a:extLst>
          </p:cNvPr>
          <p:cNvSpPr/>
          <p:nvPr/>
        </p:nvSpPr>
        <p:spPr>
          <a:xfrm>
            <a:off x="6304136" y="920278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3FEDD257-3ED8-668D-D6CB-10A9480A6D71}"/>
              </a:ext>
            </a:extLst>
          </p:cNvPr>
          <p:cNvSpPr/>
          <p:nvPr/>
        </p:nvSpPr>
        <p:spPr>
          <a:xfrm>
            <a:off x="6304136" y="1267735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66" name="Straight Arrow Connector 565">
            <a:extLst>
              <a:ext uri="{FF2B5EF4-FFF2-40B4-BE49-F238E27FC236}">
                <a16:creationId xmlns:a16="http://schemas.microsoft.com/office/drawing/2014/main" id="{4FACC93D-F5D3-B3F8-9C88-5E760644585A}"/>
              </a:ext>
            </a:extLst>
          </p:cNvPr>
          <p:cNvCxnSpPr>
            <a:cxnSpLocks/>
            <a:endCxn id="565" idx="0"/>
          </p:cNvCxnSpPr>
          <p:nvPr/>
        </p:nvCxnSpPr>
        <p:spPr>
          <a:xfrm>
            <a:off x="6438398" y="1169515"/>
            <a:ext cx="0" cy="98220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082284A5-17DE-AB8B-DB8A-97D0D5F3B09A}"/>
              </a:ext>
            </a:extLst>
          </p:cNvPr>
          <p:cNvSpPr txBox="1"/>
          <p:nvPr/>
        </p:nvSpPr>
        <p:spPr>
          <a:xfrm>
            <a:off x="2189551" y="2443268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W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ork flow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0" name="TextBox 569">
            <a:extLst>
              <a:ext uri="{FF2B5EF4-FFF2-40B4-BE49-F238E27FC236}">
                <a16:creationId xmlns:a16="http://schemas.microsoft.com/office/drawing/2014/main" id="{4884DEDB-D78F-B62D-151B-34485496FBA2}"/>
              </a:ext>
            </a:extLst>
          </p:cNvPr>
          <p:cNvSpPr txBox="1"/>
          <p:nvPr/>
        </p:nvSpPr>
        <p:spPr>
          <a:xfrm>
            <a:off x="4811316" y="245353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Detailed work flow</a:t>
            </a:r>
          </a:p>
        </p:txBody>
      </p:sp>
    </p:spTree>
    <p:extLst>
      <p:ext uri="{BB962C8B-B14F-4D97-AF65-F5344CB8AC3E}">
        <p14:creationId xmlns:p14="http://schemas.microsoft.com/office/powerpoint/2010/main" val="2847893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CE675A-8675-FD92-5683-9B300834D634}"/>
              </a:ext>
            </a:extLst>
          </p:cNvPr>
          <p:cNvSpPr txBox="1"/>
          <p:nvPr/>
        </p:nvSpPr>
        <p:spPr>
          <a:xfrm>
            <a:off x="1634253" y="2824196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10637DB-461B-5125-B2ED-3CE4249012EC}"/>
              </a:ext>
            </a:extLst>
          </p:cNvPr>
          <p:cNvCxnSpPr>
            <a:cxnSpLocks/>
            <a:stCxn id="6" idx="3"/>
            <a:endCxn id="14" idx="0"/>
          </p:cNvCxnSpPr>
          <p:nvPr/>
        </p:nvCxnSpPr>
        <p:spPr>
          <a:xfrm flipH="1">
            <a:off x="1889273" y="1823130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20775A27-EA76-E51F-0143-B3ABC5465D34}"/>
              </a:ext>
            </a:extLst>
          </p:cNvPr>
          <p:cNvSpPr/>
          <p:nvPr/>
        </p:nvSpPr>
        <p:spPr>
          <a:xfrm>
            <a:off x="2197780" y="1643493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EE8E119-94C1-C064-1723-FBA980233287}"/>
              </a:ext>
            </a:extLst>
          </p:cNvPr>
          <p:cNvSpPr/>
          <p:nvPr/>
        </p:nvSpPr>
        <p:spPr>
          <a:xfrm>
            <a:off x="1781160" y="2403664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6598B3-96C6-CAF5-1091-12E3AC7CEFB7}"/>
              </a:ext>
            </a:extLst>
          </p:cNvPr>
          <p:cNvCxnSpPr>
            <a:cxnSpLocks/>
            <a:stCxn id="6" idx="4"/>
            <a:endCxn id="15" idx="0"/>
          </p:cNvCxnSpPr>
          <p:nvPr/>
        </p:nvCxnSpPr>
        <p:spPr>
          <a:xfrm>
            <a:off x="2305892" y="1853947"/>
            <a:ext cx="0" cy="14558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D0577E92-851E-EC8F-A89F-68A5124249EB}"/>
              </a:ext>
            </a:extLst>
          </p:cNvPr>
          <p:cNvSpPr/>
          <p:nvPr/>
        </p:nvSpPr>
        <p:spPr>
          <a:xfrm>
            <a:off x="2614399" y="199953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B5524C-485A-F291-741F-CFFDCE999928}"/>
              </a:ext>
            </a:extLst>
          </p:cNvPr>
          <p:cNvCxnSpPr>
            <a:cxnSpLocks/>
            <a:stCxn id="14" idx="2"/>
            <a:endCxn id="7" idx="0"/>
          </p:cNvCxnSpPr>
          <p:nvPr/>
        </p:nvCxnSpPr>
        <p:spPr>
          <a:xfrm>
            <a:off x="1889273" y="2209989"/>
            <a:ext cx="0" cy="19367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EDCCD99-437B-A2AB-7603-D1A68AF75120}"/>
              </a:ext>
            </a:extLst>
          </p:cNvPr>
          <p:cNvCxnSpPr>
            <a:cxnSpLocks/>
            <a:stCxn id="6" idx="5"/>
            <a:endCxn id="9" idx="0"/>
          </p:cNvCxnSpPr>
          <p:nvPr/>
        </p:nvCxnSpPr>
        <p:spPr>
          <a:xfrm>
            <a:off x="2382338" y="1823130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EAD7CCF-B808-0FAD-CA69-584F3E8D8671}"/>
              </a:ext>
            </a:extLst>
          </p:cNvPr>
          <p:cNvCxnSpPr>
            <a:cxnSpLocks/>
            <a:stCxn id="9" idx="4"/>
            <a:endCxn id="16" idx="0"/>
          </p:cNvCxnSpPr>
          <p:nvPr/>
        </p:nvCxnSpPr>
        <p:spPr>
          <a:xfrm>
            <a:off x="2722510" y="2209989"/>
            <a:ext cx="0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4FBAE84-C11A-6C09-85F9-DCCE5C8DED20}"/>
              </a:ext>
            </a:extLst>
          </p:cNvPr>
          <p:cNvSpPr txBox="1"/>
          <p:nvPr/>
        </p:nvSpPr>
        <p:spPr>
          <a:xfrm>
            <a:off x="3514946" y="282238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 flow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906E57-3B59-C790-B51C-69617DE2BC44}"/>
              </a:ext>
            </a:extLst>
          </p:cNvPr>
          <p:cNvSpPr/>
          <p:nvPr/>
        </p:nvSpPr>
        <p:spPr>
          <a:xfrm>
            <a:off x="1781160" y="1999532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294F24-B5DA-12EE-D697-BB6E0AE216FF}"/>
              </a:ext>
            </a:extLst>
          </p:cNvPr>
          <p:cNvSpPr/>
          <p:nvPr/>
        </p:nvSpPr>
        <p:spPr>
          <a:xfrm>
            <a:off x="2197780" y="1999532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BEFDAA-77FA-2573-306B-749D2ADE727A}"/>
              </a:ext>
            </a:extLst>
          </p:cNvPr>
          <p:cNvSpPr/>
          <p:nvPr/>
        </p:nvSpPr>
        <p:spPr>
          <a:xfrm>
            <a:off x="2614399" y="2386391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28B254-33EB-DBE1-A412-1702D0FDFB50}"/>
              </a:ext>
            </a:extLst>
          </p:cNvPr>
          <p:cNvSpPr/>
          <p:nvPr/>
        </p:nvSpPr>
        <p:spPr>
          <a:xfrm>
            <a:off x="3839673" y="1522972"/>
            <a:ext cx="695191" cy="12215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6273D1-462D-4865-40AD-31947C2BCD30}"/>
              </a:ext>
            </a:extLst>
          </p:cNvPr>
          <p:cNvSpPr/>
          <p:nvPr/>
        </p:nvSpPr>
        <p:spPr>
          <a:xfrm>
            <a:off x="3013376" y="1521479"/>
            <a:ext cx="802759" cy="1214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B7BF4D-7742-E02D-87BD-C7FED3B11048}"/>
              </a:ext>
            </a:extLst>
          </p:cNvPr>
          <p:cNvSpPr/>
          <p:nvPr/>
        </p:nvSpPr>
        <p:spPr>
          <a:xfrm>
            <a:off x="3989560" y="1819342"/>
            <a:ext cx="266132" cy="2616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0CE068-9643-87C8-DC66-E38F8353EF9B}"/>
              </a:ext>
            </a:extLst>
          </p:cNvPr>
          <p:cNvSpPr/>
          <p:nvPr/>
        </p:nvSpPr>
        <p:spPr>
          <a:xfrm>
            <a:off x="3987168" y="2150120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0F3319-2426-C97D-BC1E-94F6ECE3D8A5}"/>
              </a:ext>
            </a:extLst>
          </p:cNvPr>
          <p:cNvSpPr/>
          <p:nvPr/>
        </p:nvSpPr>
        <p:spPr>
          <a:xfrm>
            <a:off x="3987169" y="2454810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688A478-1744-B582-26B6-C4BD6F98C089}"/>
              </a:ext>
            </a:extLst>
          </p:cNvPr>
          <p:cNvCxnSpPr>
            <a:cxnSpLocks/>
            <a:stCxn id="33" idx="6"/>
            <a:endCxn id="19" idx="1"/>
          </p:cNvCxnSpPr>
          <p:nvPr/>
        </p:nvCxnSpPr>
        <p:spPr>
          <a:xfrm>
            <a:off x="3578312" y="1942787"/>
            <a:ext cx="411247" cy="736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2561C25-7F81-9A03-3AC5-524D0FFCEE55}"/>
              </a:ext>
            </a:extLst>
          </p:cNvPr>
          <p:cNvCxnSpPr>
            <a:cxnSpLocks/>
            <a:stCxn id="33" idx="6"/>
            <a:endCxn id="20" idx="1"/>
          </p:cNvCxnSpPr>
          <p:nvPr/>
        </p:nvCxnSpPr>
        <p:spPr>
          <a:xfrm>
            <a:off x="3578312" y="1942786"/>
            <a:ext cx="408857" cy="330779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994034E-468F-8D0E-3BB6-8E6390CF3A39}"/>
              </a:ext>
            </a:extLst>
          </p:cNvPr>
          <p:cNvCxnSpPr>
            <a:cxnSpLocks/>
            <a:stCxn id="35" idx="6"/>
            <a:endCxn id="21" idx="1"/>
          </p:cNvCxnSpPr>
          <p:nvPr/>
        </p:nvCxnSpPr>
        <p:spPr>
          <a:xfrm flipV="1">
            <a:off x="3578312" y="2578253"/>
            <a:ext cx="408857" cy="4006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433D5B3-4598-7349-BE1F-3BC3E4F28FEE}"/>
              </a:ext>
            </a:extLst>
          </p:cNvPr>
          <p:cNvSpPr/>
          <p:nvPr/>
        </p:nvSpPr>
        <p:spPr>
          <a:xfrm>
            <a:off x="4559269" y="1529626"/>
            <a:ext cx="963996" cy="12215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1D36C2-64CD-6218-149A-63EB6D476746}"/>
              </a:ext>
            </a:extLst>
          </p:cNvPr>
          <p:cNvSpPr txBox="1"/>
          <p:nvPr/>
        </p:nvSpPr>
        <p:spPr>
          <a:xfrm>
            <a:off x="2946896" y="1515328"/>
            <a:ext cx="1435335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rooted nodes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BA6018-63E7-031B-D667-CD687EAF65D2}"/>
              </a:ext>
            </a:extLst>
          </p:cNvPr>
          <p:cNvSpPr txBox="1"/>
          <p:nvPr/>
        </p:nvSpPr>
        <p:spPr>
          <a:xfrm>
            <a:off x="3761543" y="1530376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traversal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D87CC9-4F17-EFEF-950F-152221B294FF}"/>
              </a:ext>
            </a:extLst>
          </p:cNvPr>
          <p:cNvSpPr txBox="1"/>
          <p:nvPr/>
        </p:nvSpPr>
        <p:spPr>
          <a:xfrm>
            <a:off x="4671927" y="1515567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2D95DD-C985-D54F-5C8D-ABED60958840}"/>
              </a:ext>
            </a:extLst>
          </p:cNvPr>
          <p:cNvSpPr/>
          <p:nvPr/>
        </p:nvSpPr>
        <p:spPr>
          <a:xfrm>
            <a:off x="4605739" y="1823266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A7192A0-D976-34C3-788A-129198D02FFF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4740001" y="2070153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E796EA7B-EC9E-46B8-9B01-2A3F65702396}"/>
              </a:ext>
            </a:extLst>
          </p:cNvPr>
          <p:cNvSpPr/>
          <p:nvPr/>
        </p:nvSpPr>
        <p:spPr>
          <a:xfrm>
            <a:off x="4909861" y="1822366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4D3FA3E-5821-127E-B17C-4332078045C5}"/>
              </a:ext>
            </a:extLst>
          </p:cNvPr>
          <p:cNvSpPr/>
          <p:nvPr/>
        </p:nvSpPr>
        <p:spPr>
          <a:xfrm>
            <a:off x="5224856" y="1822366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2337EDF-986F-EC7D-1B94-B658D5A14BE6}"/>
              </a:ext>
            </a:extLst>
          </p:cNvPr>
          <p:cNvSpPr/>
          <p:nvPr/>
        </p:nvSpPr>
        <p:spPr>
          <a:xfrm>
            <a:off x="3362086" y="1837557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F303B70-B622-9AF5-4F6D-505DD11DEF47}"/>
              </a:ext>
            </a:extLst>
          </p:cNvPr>
          <p:cNvSpPr/>
          <p:nvPr/>
        </p:nvSpPr>
        <p:spPr>
          <a:xfrm>
            <a:off x="3364062" y="2143441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DDC9A0E-16DF-D16B-965D-4F549BDEB02B}"/>
              </a:ext>
            </a:extLst>
          </p:cNvPr>
          <p:cNvSpPr/>
          <p:nvPr/>
        </p:nvSpPr>
        <p:spPr>
          <a:xfrm>
            <a:off x="3362086" y="2477031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6E5F02D-A825-B052-B800-49641BEEEF40}"/>
              </a:ext>
            </a:extLst>
          </p:cNvPr>
          <p:cNvSpPr/>
          <p:nvPr/>
        </p:nvSpPr>
        <p:spPr>
          <a:xfrm>
            <a:off x="2355788" y="1745819"/>
            <a:ext cx="45720" cy="4572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897259-F8C2-E72F-0C3F-616295B676C8}"/>
              </a:ext>
            </a:extLst>
          </p:cNvPr>
          <p:cNvSpPr txBox="1"/>
          <p:nvPr/>
        </p:nvSpPr>
        <p:spPr>
          <a:xfrm>
            <a:off x="2366413" y="1638098"/>
            <a:ext cx="497079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0A12664-BA36-0798-62BA-DA50A046C9B3}"/>
              </a:ext>
            </a:extLst>
          </p:cNvPr>
          <p:cNvSpPr/>
          <p:nvPr/>
        </p:nvSpPr>
        <p:spPr>
          <a:xfrm>
            <a:off x="4631888" y="2175935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</p:spTree>
    <p:extLst>
      <p:ext uri="{BB962C8B-B14F-4D97-AF65-F5344CB8AC3E}">
        <p14:creationId xmlns:p14="http://schemas.microsoft.com/office/powerpoint/2010/main" val="1748591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8332375-0823-46b1-9656-30fa6c0cb3d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D6D6B986D93D44AE059D834731ACAB" ma:contentTypeVersion="10" ma:contentTypeDescription="Create a new document." ma:contentTypeScope="" ma:versionID="429286b672c98727de9d1a6a3c960e66">
  <xsd:schema xmlns:xsd="http://www.w3.org/2001/XMLSchema" xmlns:xs="http://www.w3.org/2001/XMLSchema" xmlns:p="http://schemas.microsoft.com/office/2006/metadata/properties" xmlns:ns3="48332375-0823-46b1-9656-30fa6c0cb3da" targetNamespace="http://schemas.microsoft.com/office/2006/metadata/properties" ma:root="true" ma:fieldsID="544b028affb2ab729c533cc26a1e0811" ns3:_="">
    <xsd:import namespace="48332375-0823-46b1-9656-30fa6c0cb3d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332375-0823-46b1-9656-30fa6c0cb3d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0FD2822-2804-4A88-ACFD-82293BAB37C6}">
  <ds:schemaRefs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elements/1.1/"/>
    <ds:schemaRef ds:uri="48332375-0823-46b1-9656-30fa6c0cb3da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8BE63E2-FDB2-49B5-A5D7-9A27EEBC71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332375-0823-46b1-9656-30fa6c0cb3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CB959E2-F2EA-4A7D-BF55-27713714678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4090</TotalTime>
  <Words>1288</Words>
  <Application>Microsoft Macintosh PowerPoint</Application>
  <PresentationFormat>Custom</PresentationFormat>
  <Paragraphs>849</Paragraphs>
  <Slides>16</Slides>
  <Notes>8</Notes>
  <HiddenSlides>15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Ji, Yuede</dc:creator>
  <cp:lastModifiedBy>Ji, Yuede</cp:lastModifiedBy>
  <cp:revision>238</cp:revision>
  <cp:lastPrinted>2020-01-23T16:13:37Z</cp:lastPrinted>
  <dcterms:created xsi:type="dcterms:W3CDTF">2016-10-10T21:02:48Z</dcterms:created>
  <dcterms:modified xsi:type="dcterms:W3CDTF">2025-07-14T16:06:45Z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0x01010013D6D6B986D93D44AE059D834731ACAB</vt:lpwstr>
  </property>
</Properties>
</file>