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66" r:id="rId2"/>
    <p:sldId id="267" r:id="rId3"/>
  </p:sldIdLst>
  <p:sldSz cx="9144000" cy="4572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3EA"/>
    <a:srgbClr val="008F00"/>
    <a:srgbClr val="CFECD2"/>
    <a:srgbClr val="B5EBBD"/>
    <a:srgbClr val="DAFDA7"/>
    <a:srgbClr val="73FB79"/>
    <a:srgbClr val="F05800"/>
    <a:srgbClr val="E37600"/>
    <a:srgbClr val="FF9300"/>
    <a:srgbClr val="942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 snapToObjects="1">
      <p:cViewPr>
        <p:scale>
          <a:sx n="160" d="100"/>
          <a:sy n="160" d="100"/>
        </p:scale>
        <p:origin x="1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74041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1911867"/>
            <a:ext cx="8520600" cy="748267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395578"/>
            <a:ext cx="8520600" cy="509067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024422"/>
            <a:ext cx="8520600" cy="3036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395578"/>
            <a:ext cx="8520600" cy="509067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024422"/>
            <a:ext cx="3999900" cy="3036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024422"/>
            <a:ext cx="3999900" cy="3036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395578"/>
            <a:ext cx="8520600" cy="509067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493867"/>
            <a:ext cx="2808000" cy="671733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235200"/>
            <a:ext cx="2808000" cy="2826133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00133"/>
            <a:ext cx="6367800" cy="3636267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12"/>
            <a:ext cx="4572000" cy="45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1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096155"/>
            <a:ext cx="4045200" cy="1317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491622"/>
            <a:ext cx="4045200" cy="1097867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643622"/>
            <a:ext cx="3837000" cy="3284533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3760512"/>
            <a:ext cx="5998800" cy="537867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983222"/>
            <a:ext cx="8520600" cy="1745333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2801978"/>
            <a:ext cx="8520600" cy="1156267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395578"/>
            <a:ext cx="8520600" cy="50906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024422"/>
            <a:ext cx="8520600" cy="303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145082"/>
            <a:ext cx="548700" cy="34986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pPr algn="r"/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Lbl"/>
          <p:cNvSpPr txBox="1"/>
          <p:nvPr/>
        </p:nvSpPr>
        <p:spPr>
          <a:xfrm>
            <a:off x="438806" y="615064"/>
            <a:ext cx="1599786" cy="19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Source code</a:t>
            </a:r>
          </a:p>
        </p:txBody>
      </p:sp>
      <p:sp>
        <p:nvSpPr>
          <p:cNvPr id="401" name="Lbl"/>
          <p:cNvSpPr txBox="1"/>
          <p:nvPr/>
        </p:nvSpPr>
        <p:spPr>
          <a:xfrm>
            <a:off x="89963" y="1067125"/>
            <a:ext cx="1069026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en-US" sz="11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Compiler</a:t>
            </a:r>
          </a:p>
          <a:p>
            <a:r>
              <a:rPr lang="en-US" sz="11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Perspective</a:t>
            </a:r>
          </a:p>
        </p:txBody>
      </p:sp>
      <p:grpSp>
        <p:nvGrpSpPr>
          <p:cNvPr id="402" name="DocIcon"/>
          <p:cNvGrpSpPr/>
          <p:nvPr/>
        </p:nvGrpSpPr>
        <p:grpSpPr>
          <a:xfrm>
            <a:off x="969114" y="838497"/>
            <a:ext cx="473484" cy="648158"/>
            <a:chOff x="37564" y="0"/>
            <a:chExt cx="411265" cy="523705"/>
          </a:xfrm>
        </p:grpSpPr>
        <p:sp>
          <p:nvSpPr>
            <p:cNvPr id="403" name="FC"/>
            <p:cNvSpPr/>
            <p:nvPr/>
          </p:nvSpPr>
          <p:spPr>
            <a:xfrm>
              <a:off x="37564" y="0"/>
              <a:ext cx="411265" cy="523705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lIns="36000" tIns="18000" rIns="36000" bIns="0" anchor="b"/>
            <a:lstStyle/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int f(){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...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}</a:t>
              </a:r>
            </a:p>
          </p:txBody>
        </p:sp>
      </p:grpSp>
      <p:sp>
        <p:nvSpPr>
          <p:cNvPr id="404" name="Arr"/>
          <p:cNvSpPr/>
          <p:nvPr/>
        </p:nvSpPr>
        <p:spPr>
          <a:xfrm>
            <a:off x="1589908" y="1078992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6" name="RR"/>
          <p:cNvSpPr/>
          <p:nvPr/>
        </p:nvSpPr>
        <p:spPr>
          <a:xfrm>
            <a:off x="1828801" y="987552"/>
            <a:ext cx="1245676" cy="432000"/>
          </a:xfrm>
          <a:prstGeom prst="roundRect">
            <a:avLst>
              <a:gd name="adj" fmla="val 16667"/>
            </a:avLst>
          </a:prstGeom>
          <a:solidFill>
            <a:srgbClr val="CFECD2"/>
          </a:solidFill>
          <a:ln w="12700">
            <a:solidFill>
              <a:srgbClr val="008F0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Front-End </a:t>
            </a:r>
            <a:r>
              <a:rPr lang="en-US" altLang="zh-CN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Analysis</a:t>
            </a:r>
            <a:endParaRPr lang="en-US" sz="12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7" name="Arr"/>
          <p:cNvSpPr/>
          <p:nvPr/>
        </p:nvSpPr>
        <p:spPr>
          <a:xfrm>
            <a:off x="3157802" y="1078992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0" name="Arr"/>
          <p:cNvSpPr/>
          <p:nvPr/>
        </p:nvSpPr>
        <p:spPr>
          <a:xfrm>
            <a:off x="4108393" y="1078992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13" name="Dash"/>
          <p:cNvCxnSpPr>
            <a:cxnSpLocks/>
          </p:cNvCxnSpPr>
          <p:nvPr/>
        </p:nvCxnSpPr>
        <p:spPr>
          <a:xfrm>
            <a:off x="143123" y="1585346"/>
            <a:ext cx="6730942" cy="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</p:spPr>
      </p:cxnSp>
      <p:sp>
        <p:nvSpPr>
          <p:cNvPr id="414" name="Lbl"/>
          <p:cNvSpPr txBox="1"/>
          <p:nvPr/>
        </p:nvSpPr>
        <p:spPr>
          <a:xfrm>
            <a:off x="85165" y="2001198"/>
            <a:ext cx="1033272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dirty="0">
                <a:solidFill>
                  <a:srgbClr val="2E7D32"/>
                </a:solidFill>
                <a:latin typeface="Arial" charset="0"/>
                <a:ea typeface="Arial" charset="0"/>
                <a:cs typeface="Arial" charset="0"/>
              </a:rPr>
              <a:t>Graph Perspective </a:t>
            </a:r>
          </a:p>
        </p:txBody>
      </p:sp>
      <p:sp>
        <p:nvSpPr>
          <p:cNvPr id="416" name="RR"/>
          <p:cNvSpPr/>
          <p:nvPr/>
        </p:nvSpPr>
        <p:spPr>
          <a:xfrm>
            <a:off x="1828801" y="1975104"/>
            <a:ext cx="1245676" cy="432000"/>
          </a:xfrm>
          <a:prstGeom prst="roundRect">
            <a:avLst>
              <a:gd name="adj" fmla="val 16667"/>
            </a:avLst>
          </a:prstGeom>
          <a:solidFill>
            <a:srgbClr val="CFECD2"/>
          </a:solidFill>
          <a:ln w="12700">
            <a:solidFill>
              <a:srgbClr val="008F0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Graph Structural Analysis </a:t>
            </a:r>
          </a:p>
        </p:txBody>
      </p:sp>
      <p:sp>
        <p:nvSpPr>
          <p:cNvPr id="418" name="Arr"/>
          <p:cNvSpPr/>
          <p:nvPr/>
        </p:nvSpPr>
        <p:spPr>
          <a:xfrm>
            <a:off x="3157802" y="2112264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2" name="Arr"/>
          <p:cNvSpPr/>
          <p:nvPr/>
        </p:nvSpPr>
        <p:spPr>
          <a:xfrm>
            <a:off x="4134161" y="2112264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4" name="RR"/>
          <p:cNvSpPr/>
          <p:nvPr/>
        </p:nvSpPr>
        <p:spPr>
          <a:xfrm>
            <a:off x="4303991" y="1975104"/>
            <a:ext cx="1359606" cy="432000"/>
          </a:xfrm>
          <a:prstGeom prst="roundRect">
            <a:avLst>
              <a:gd name="adj" fmla="val 16667"/>
            </a:avLst>
          </a:prstGeom>
          <a:solidFill>
            <a:srgbClr val="FFE3F9"/>
          </a:solidFill>
          <a:ln w="12700">
            <a:solidFill>
              <a:srgbClr val="FFA3EA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Downstream Graph Queries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38BAFA-DFEE-7ADF-A607-282396C934FE}"/>
              </a:ext>
            </a:extLst>
          </p:cNvPr>
          <p:cNvSpPr/>
          <p:nvPr/>
        </p:nvSpPr>
        <p:spPr>
          <a:xfrm>
            <a:off x="844030" y="2375614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A3A496-232F-152C-D419-A57E4D954728}"/>
              </a:ext>
            </a:extLst>
          </p:cNvPr>
          <p:cNvSpPr/>
          <p:nvPr/>
        </p:nvSpPr>
        <p:spPr>
          <a:xfrm>
            <a:off x="903015" y="2051092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0D57C0-AD38-D96F-73C1-31C2D07DD68F}"/>
              </a:ext>
            </a:extLst>
          </p:cNvPr>
          <p:cNvSpPr/>
          <p:nvPr/>
        </p:nvSpPr>
        <p:spPr>
          <a:xfrm>
            <a:off x="1377039" y="2377255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2BD21A-1E2E-40C3-BEBC-0BA95FDCE363}"/>
              </a:ext>
            </a:extLst>
          </p:cNvPr>
          <p:cNvSpPr/>
          <p:nvPr/>
        </p:nvSpPr>
        <p:spPr>
          <a:xfrm>
            <a:off x="1252433" y="2101783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9339DF-472D-B022-7BA5-62A9D259C269}"/>
              </a:ext>
            </a:extLst>
          </p:cNvPr>
          <p:cNvSpPr/>
          <p:nvPr/>
        </p:nvSpPr>
        <p:spPr>
          <a:xfrm>
            <a:off x="1115935" y="2377255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44CC89-5FCC-89CA-CD60-321B6B2C11F5}"/>
              </a:ext>
            </a:extLst>
          </p:cNvPr>
          <p:cNvCxnSpPr>
            <a:cxnSpLocks/>
            <a:stCxn id="16" idx="5"/>
            <a:endCxn id="9" idx="0"/>
          </p:cNvCxnSpPr>
          <p:nvPr/>
        </p:nvCxnSpPr>
        <p:spPr>
          <a:xfrm>
            <a:off x="1257476" y="2004029"/>
            <a:ext cx="73760" cy="97754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ECF953-14E0-A233-64F1-5D7B44F04C65}"/>
              </a:ext>
            </a:extLst>
          </p:cNvPr>
          <p:cNvCxnSpPr>
            <a:cxnSpLocks/>
            <a:stCxn id="16" idx="2"/>
            <a:endCxn id="7" idx="0"/>
          </p:cNvCxnSpPr>
          <p:nvPr/>
        </p:nvCxnSpPr>
        <p:spPr>
          <a:xfrm flipH="1">
            <a:off x="981818" y="1949058"/>
            <a:ext cx="141134" cy="102034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A454B81-F2B1-2C5D-5878-83105A4ECB24}"/>
              </a:ext>
            </a:extLst>
          </p:cNvPr>
          <p:cNvSpPr/>
          <p:nvPr/>
        </p:nvSpPr>
        <p:spPr>
          <a:xfrm>
            <a:off x="1122952" y="1871317"/>
            <a:ext cx="157605" cy="155482"/>
          </a:xfrm>
          <a:prstGeom prst="ellipse">
            <a:avLst/>
          </a:prstGeom>
          <a:solidFill>
            <a:srgbClr val="92D050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63A30B-6179-EF13-E1AB-EE8D54834A6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 flipH="1">
            <a:off x="922833" y="2183804"/>
            <a:ext cx="3263" cy="19181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B5D6A8-0FDC-78E3-FBA4-A12E8FCC1CF2}"/>
              </a:ext>
            </a:extLst>
          </p:cNvPr>
          <p:cNvCxnSpPr>
            <a:cxnSpLocks/>
            <a:stCxn id="10" idx="1"/>
            <a:endCxn id="7" idx="5"/>
          </p:cNvCxnSpPr>
          <p:nvPr/>
        </p:nvCxnSpPr>
        <p:spPr>
          <a:xfrm flipH="1" flipV="1">
            <a:off x="1037539" y="2183804"/>
            <a:ext cx="101477" cy="216221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109F58-83F3-3F61-9983-813A3787E4ED}"/>
              </a:ext>
            </a:extLst>
          </p:cNvPr>
          <p:cNvCxnSpPr>
            <a:cxnSpLocks/>
            <a:stCxn id="9" idx="5"/>
            <a:endCxn id="8" idx="0"/>
          </p:cNvCxnSpPr>
          <p:nvPr/>
        </p:nvCxnSpPr>
        <p:spPr>
          <a:xfrm>
            <a:off x="1386957" y="2234495"/>
            <a:ext cx="68885" cy="14276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E84D30-0CBE-E87D-E3FF-6725397B8049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1001635" y="2453355"/>
            <a:ext cx="114300" cy="1641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C6493E-8B6A-0C85-8C7E-E275B28F16EE}"/>
              </a:ext>
            </a:extLst>
          </p:cNvPr>
          <p:cNvCxnSpPr>
            <a:cxnSpLocks/>
            <a:stCxn id="10" idx="6"/>
            <a:endCxn id="8" idx="2"/>
          </p:cNvCxnSpPr>
          <p:nvPr/>
        </p:nvCxnSpPr>
        <p:spPr>
          <a:xfrm>
            <a:off x="1273540" y="2454996"/>
            <a:ext cx="103499" cy="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F7D09ED-111E-40FA-A161-0921C653465C}"/>
              </a:ext>
            </a:extLst>
          </p:cNvPr>
          <p:cNvSpPr/>
          <p:nvPr/>
        </p:nvSpPr>
        <p:spPr>
          <a:xfrm>
            <a:off x="923475" y="887598"/>
            <a:ext cx="439502" cy="137152"/>
          </a:xfrm>
          <a:prstGeom prst="rect">
            <a:avLst/>
          </a:prstGeom>
          <a:solidFill>
            <a:srgbClr val="0432FF"/>
          </a:solidFill>
          <a:ln w="15875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SRC</a:t>
            </a:r>
          </a:p>
        </p:txBody>
      </p:sp>
      <p:sp>
        <p:nvSpPr>
          <p:cNvPr id="63" name="Arr">
            <a:extLst>
              <a:ext uri="{FF2B5EF4-FFF2-40B4-BE49-F238E27FC236}">
                <a16:creationId xmlns:a16="http://schemas.microsoft.com/office/drawing/2014/main" id="{E43B09F0-CB6B-56CD-6EFA-05C06DB02651}"/>
              </a:ext>
            </a:extLst>
          </p:cNvPr>
          <p:cNvSpPr/>
          <p:nvPr/>
        </p:nvSpPr>
        <p:spPr>
          <a:xfrm>
            <a:off x="1582346" y="2112264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51D174B6-C633-FE91-2B80-092CA9BA3B22}"/>
              </a:ext>
            </a:extLst>
          </p:cNvPr>
          <p:cNvGrpSpPr/>
          <p:nvPr/>
        </p:nvGrpSpPr>
        <p:grpSpPr>
          <a:xfrm>
            <a:off x="5953159" y="831425"/>
            <a:ext cx="516439" cy="641482"/>
            <a:chOff x="244663" y="1779678"/>
            <a:chExt cx="516439" cy="548640"/>
          </a:xfrm>
        </p:grpSpPr>
        <p:sp>
          <p:nvSpPr>
            <p:cNvPr id="387" name="Folded Corner 32">
              <a:extLst>
                <a:ext uri="{FF2B5EF4-FFF2-40B4-BE49-F238E27FC236}">
                  <a16:creationId xmlns:a16="http://schemas.microsoft.com/office/drawing/2014/main" id="{98A1001E-2BF7-6EB9-2AA2-6180CA000883}"/>
                </a:ext>
              </a:extLst>
            </p:cNvPr>
            <p:cNvSpPr/>
            <p:nvPr/>
          </p:nvSpPr>
          <p:spPr>
            <a:xfrm>
              <a:off x="303902" y="1779678"/>
              <a:ext cx="457200" cy="548640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bIns="0" rtlCol="0" anchor="b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1110100011</a:t>
              </a:r>
              <a:endParaRPr lang="en-US" sz="11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64B401CF-A420-7967-CC65-5BC444BDB2BA}"/>
                </a:ext>
              </a:extLst>
            </p:cNvPr>
            <p:cNvSpPr/>
            <p:nvPr/>
          </p:nvSpPr>
          <p:spPr>
            <a:xfrm>
              <a:off x="244663" y="1821663"/>
              <a:ext cx="439502" cy="137152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BIN</a:t>
              </a:r>
            </a:p>
          </p:txBody>
        </p:sp>
      </p:grpSp>
      <p:sp>
        <p:nvSpPr>
          <p:cNvPr id="389" name="Shape 63">
            <a:extLst>
              <a:ext uri="{FF2B5EF4-FFF2-40B4-BE49-F238E27FC236}">
                <a16:creationId xmlns:a16="http://schemas.microsoft.com/office/drawing/2014/main" id="{AF7C01BC-A325-535F-76E1-811FB93EA572}"/>
              </a:ext>
            </a:extLst>
          </p:cNvPr>
          <p:cNvSpPr txBox="1"/>
          <p:nvPr/>
        </p:nvSpPr>
        <p:spPr>
          <a:xfrm>
            <a:off x="5664463" y="532338"/>
            <a:ext cx="1209602" cy="2672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Machine code</a:t>
            </a:r>
            <a:endParaRPr lang="en" sz="11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0" name="Arr">
            <a:extLst>
              <a:ext uri="{FF2B5EF4-FFF2-40B4-BE49-F238E27FC236}">
                <a16:creationId xmlns:a16="http://schemas.microsoft.com/office/drawing/2014/main" id="{A5709A99-7EF0-B97E-582D-F6F4F31BCF40}"/>
              </a:ext>
            </a:extLst>
          </p:cNvPr>
          <p:cNvSpPr/>
          <p:nvPr/>
        </p:nvSpPr>
        <p:spPr>
          <a:xfrm>
            <a:off x="5753647" y="1078992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8" name="Arr">
            <a:extLst>
              <a:ext uri="{FF2B5EF4-FFF2-40B4-BE49-F238E27FC236}">
                <a16:creationId xmlns:a16="http://schemas.microsoft.com/office/drawing/2014/main" id="{0B8DB525-6ECD-903A-B437-2884F3213C73}"/>
              </a:ext>
            </a:extLst>
          </p:cNvPr>
          <p:cNvSpPr/>
          <p:nvPr/>
        </p:nvSpPr>
        <p:spPr>
          <a:xfrm>
            <a:off x="5748279" y="2112264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2" name="Oval 441">
            <a:extLst>
              <a:ext uri="{FF2B5EF4-FFF2-40B4-BE49-F238E27FC236}">
                <a16:creationId xmlns:a16="http://schemas.microsoft.com/office/drawing/2014/main" id="{9994A6B0-B45D-CF6F-39F8-B7A013FD1D6B}"/>
              </a:ext>
            </a:extLst>
          </p:cNvPr>
          <p:cNvSpPr/>
          <p:nvPr/>
        </p:nvSpPr>
        <p:spPr>
          <a:xfrm rot="16200000">
            <a:off x="3651378" y="2281939"/>
            <a:ext cx="157605" cy="155482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16C2E060-F0AA-DE42-61C5-2F051ECAEAA4}"/>
              </a:ext>
            </a:extLst>
          </p:cNvPr>
          <p:cNvSpPr/>
          <p:nvPr/>
        </p:nvSpPr>
        <p:spPr>
          <a:xfrm rot="16200000">
            <a:off x="3897843" y="1989919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44" name="Oval 443">
            <a:extLst>
              <a:ext uri="{FF2B5EF4-FFF2-40B4-BE49-F238E27FC236}">
                <a16:creationId xmlns:a16="http://schemas.microsoft.com/office/drawing/2014/main" id="{75D620F8-4902-7459-B3E9-972581362A50}"/>
              </a:ext>
            </a:extLst>
          </p:cNvPr>
          <p:cNvSpPr/>
          <p:nvPr/>
        </p:nvSpPr>
        <p:spPr>
          <a:xfrm rot="16200000">
            <a:off x="3607365" y="2009583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446" name="Straight Arrow Connector 445">
            <a:extLst>
              <a:ext uri="{FF2B5EF4-FFF2-40B4-BE49-F238E27FC236}">
                <a16:creationId xmlns:a16="http://schemas.microsoft.com/office/drawing/2014/main" id="{A247BC4A-A18E-BEFA-D01E-C9B489EB24DD}"/>
              </a:ext>
            </a:extLst>
          </p:cNvPr>
          <p:cNvCxnSpPr>
            <a:cxnSpLocks/>
            <a:stCxn id="448" idx="5"/>
            <a:endCxn id="444" idx="0"/>
          </p:cNvCxnSpPr>
          <p:nvPr/>
        </p:nvCxnSpPr>
        <p:spPr>
          <a:xfrm rot="16200000">
            <a:off x="3522670" y="2075327"/>
            <a:ext cx="73760" cy="97754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Arrow Connector 446">
            <a:extLst>
              <a:ext uri="{FF2B5EF4-FFF2-40B4-BE49-F238E27FC236}">
                <a16:creationId xmlns:a16="http://schemas.microsoft.com/office/drawing/2014/main" id="{166CA4EE-E419-EB66-B728-A5D418770DF8}"/>
              </a:ext>
            </a:extLst>
          </p:cNvPr>
          <p:cNvCxnSpPr>
            <a:cxnSpLocks/>
            <a:stCxn id="448" idx="2"/>
            <a:endCxn id="442" idx="0"/>
          </p:cNvCxnSpPr>
          <p:nvPr/>
        </p:nvCxnSpPr>
        <p:spPr>
          <a:xfrm rot="16200000" flipH="1">
            <a:off x="3522035" y="2229275"/>
            <a:ext cx="64071" cy="196737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Oval 447">
            <a:extLst>
              <a:ext uri="{FF2B5EF4-FFF2-40B4-BE49-F238E27FC236}">
                <a16:creationId xmlns:a16="http://schemas.microsoft.com/office/drawing/2014/main" id="{1A11F19E-F733-2C18-BE09-9CA37BC4C434}"/>
              </a:ext>
            </a:extLst>
          </p:cNvPr>
          <p:cNvSpPr/>
          <p:nvPr/>
        </p:nvSpPr>
        <p:spPr>
          <a:xfrm rot="16200000">
            <a:off x="3376900" y="2139065"/>
            <a:ext cx="157605" cy="155482"/>
          </a:xfrm>
          <a:prstGeom prst="ellipse">
            <a:avLst/>
          </a:prstGeom>
          <a:solidFill>
            <a:srgbClr val="92D050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3C3E61C2-7E83-7017-FF26-0545F0AFD077}"/>
              </a:ext>
            </a:extLst>
          </p:cNvPr>
          <p:cNvCxnSpPr>
            <a:cxnSpLocks/>
            <a:stCxn id="444" idx="5"/>
            <a:endCxn id="443" idx="0"/>
          </p:cNvCxnSpPr>
          <p:nvPr/>
        </p:nvCxnSpPr>
        <p:spPr>
          <a:xfrm rot="16200000" flipH="1">
            <a:off x="3801993" y="1970749"/>
            <a:ext cx="36057" cy="157765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F9D6EED1-B9ED-7C05-B43B-0F04985FF439}"/>
              </a:ext>
            </a:extLst>
          </p:cNvPr>
          <p:cNvCxnSpPr>
            <a:cxnSpLocks/>
            <a:stCxn id="442" idx="5"/>
            <a:endCxn id="443" idx="1"/>
          </p:cNvCxnSpPr>
          <p:nvPr/>
        </p:nvCxnSpPr>
        <p:spPr>
          <a:xfrm flipV="1">
            <a:off x="3785152" y="2123382"/>
            <a:ext cx="136523" cy="180577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Lbl">
            <a:extLst>
              <a:ext uri="{FF2B5EF4-FFF2-40B4-BE49-F238E27FC236}">
                <a16:creationId xmlns:a16="http://schemas.microsoft.com/office/drawing/2014/main" id="{40C67AED-1A74-52B0-0A99-D36FA33A3F8F}"/>
              </a:ext>
            </a:extLst>
          </p:cNvPr>
          <p:cNvSpPr txBox="1"/>
          <p:nvPr/>
        </p:nvSpPr>
        <p:spPr>
          <a:xfrm>
            <a:off x="3489859" y="1655201"/>
            <a:ext cx="548099" cy="2264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GIR</a:t>
            </a:r>
          </a:p>
        </p:txBody>
      </p:sp>
      <p:grpSp>
        <p:nvGrpSpPr>
          <p:cNvPr id="482" name="DocIcon">
            <a:extLst>
              <a:ext uri="{FF2B5EF4-FFF2-40B4-BE49-F238E27FC236}">
                <a16:creationId xmlns:a16="http://schemas.microsoft.com/office/drawing/2014/main" id="{FE09BC33-C477-40FC-BFC5-44395E705126}"/>
              </a:ext>
            </a:extLst>
          </p:cNvPr>
          <p:cNvGrpSpPr/>
          <p:nvPr/>
        </p:nvGrpSpPr>
        <p:grpSpPr>
          <a:xfrm>
            <a:off x="3380013" y="838497"/>
            <a:ext cx="573900" cy="639676"/>
            <a:chOff x="37564" y="-50970"/>
            <a:chExt cx="207320" cy="545797"/>
          </a:xfrm>
        </p:grpSpPr>
        <p:sp>
          <p:nvSpPr>
            <p:cNvPr id="483" name="FC">
              <a:extLst>
                <a:ext uri="{FF2B5EF4-FFF2-40B4-BE49-F238E27FC236}">
                  <a16:creationId xmlns:a16="http://schemas.microsoft.com/office/drawing/2014/main" id="{DB5D7B0A-AF45-2A71-DFCB-A74E13025D23}"/>
                </a:ext>
              </a:extLst>
            </p:cNvPr>
            <p:cNvSpPr/>
            <p:nvPr/>
          </p:nvSpPr>
          <p:spPr>
            <a:xfrm>
              <a:off x="37564" y="-50970"/>
              <a:ext cx="207320" cy="545797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lIns="36000" tIns="18000" rIns="36000" bIns="0" anchor="b"/>
            <a:lstStyle/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define i32 @f(){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...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}</a:t>
              </a:r>
            </a:p>
          </p:txBody>
        </p:sp>
      </p:grpSp>
      <p:sp>
        <p:nvSpPr>
          <p:cNvPr id="486" name="Oval 485">
            <a:extLst>
              <a:ext uri="{FF2B5EF4-FFF2-40B4-BE49-F238E27FC236}">
                <a16:creationId xmlns:a16="http://schemas.microsoft.com/office/drawing/2014/main" id="{FBFD6C4A-A842-6C14-0F03-3603EB05DC88}"/>
              </a:ext>
            </a:extLst>
          </p:cNvPr>
          <p:cNvSpPr/>
          <p:nvPr/>
        </p:nvSpPr>
        <p:spPr>
          <a:xfrm rot="19608956">
            <a:off x="6503812" y="1947803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58D778C2-5EED-7EE5-5FC1-B7FBB89323A7}"/>
              </a:ext>
            </a:extLst>
          </p:cNvPr>
          <p:cNvSpPr/>
          <p:nvPr/>
        </p:nvSpPr>
        <p:spPr>
          <a:xfrm rot="18342743">
            <a:off x="6230368" y="1942185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116E195A-58FC-1BDA-3D45-CACE3469E305}"/>
              </a:ext>
            </a:extLst>
          </p:cNvPr>
          <p:cNvSpPr/>
          <p:nvPr/>
        </p:nvSpPr>
        <p:spPr>
          <a:xfrm rot="19608956">
            <a:off x="5968832" y="1942363"/>
            <a:ext cx="157605" cy="155482"/>
          </a:xfrm>
          <a:prstGeom prst="ellipse">
            <a:avLst/>
          </a:prstGeom>
          <a:solidFill>
            <a:srgbClr val="92D050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55650EB6-895A-9D3E-515C-9561183C0EED}"/>
              </a:ext>
            </a:extLst>
          </p:cNvPr>
          <p:cNvCxnSpPr>
            <a:cxnSpLocks/>
            <a:stCxn id="488" idx="5"/>
            <a:endCxn id="487" idx="1"/>
          </p:cNvCxnSpPr>
          <p:nvPr/>
        </p:nvCxnSpPr>
        <p:spPr>
          <a:xfrm flipV="1">
            <a:off x="6124356" y="2033082"/>
            <a:ext cx="107655" cy="253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1E952133-3CA1-A7DD-CA15-A849E65B2360}"/>
              </a:ext>
            </a:extLst>
          </p:cNvPr>
          <p:cNvCxnSpPr>
            <a:cxnSpLocks/>
          </p:cNvCxnSpPr>
          <p:nvPr/>
        </p:nvCxnSpPr>
        <p:spPr>
          <a:xfrm>
            <a:off x="6386330" y="2022882"/>
            <a:ext cx="119563" cy="3266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Oval 503">
            <a:extLst>
              <a:ext uri="{FF2B5EF4-FFF2-40B4-BE49-F238E27FC236}">
                <a16:creationId xmlns:a16="http://schemas.microsoft.com/office/drawing/2014/main" id="{39FC2CB3-6131-2240-6DB8-0DC82E137771}"/>
              </a:ext>
            </a:extLst>
          </p:cNvPr>
          <p:cNvSpPr/>
          <p:nvPr/>
        </p:nvSpPr>
        <p:spPr>
          <a:xfrm rot="19608956">
            <a:off x="6504043" y="2207147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CA360201-2EAD-3A67-643D-58DEB1539172}"/>
              </a:ext>
            </a:extLst>
          </p:cNvPr>
          <p:cNvSpPr/>
          <p:nvPr/>
        </p:nvSpPr>
        <p:spPr>
          <a:xfrm rot="18342743">
            <a:off x="6230599" y="2201529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BA918540-4611-311B-4E19-6EAAE556F3A8}"/>
              </a:ext>
            </a:extLst>
          </p:cNvPr>
          <p:cNvSpPr/>
          <p:nvPr/>
        </p:nvSpPr>
        <p:spPr>
          <a:xfrm rot="19608956">
            <a:off x="5969063" y="2189623"/>
            <a:ext cx="157605" cy="155482"/>
          </a:xfrm>
          <a:prstGeom prst="ellipse">
            <a:avLst/>
          </a:prstGeom>
          <a:solidFill>
            <a:srgbClr val="92D050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1AD7B9D0-AE21-1FDF-1AFA-7D497CA87F87}"/>
              </a:ext>
            </a:extLst>
          </p:cNvPr>
          <p:cNvCxnSpPr>
            <a:cxnSpLocks/>
          </p:cNvCxnSpPr>
          <p:nvPr/>
        </p:nvCxnSpPr>
        <p:spPr>
          <a:xfrm>
            <a:off x="6124356" y="2264097"/>
            <a:ext cx="115711" cy="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A23CB074-838F-D469-C9CC-45E7091CA8FD}"/>
              </a:ext>
            </a:extLst>
          </p:cNvPr>
          <p:cNvCxnSpPr>
            <a:cxnSpLocks/>
          </p:cNvCxnSpPr>
          <p:nvPr/>
        </p:nvCxnSpPr>
        <p:spPr>
          <a:xfrm>
            <a:off x="6390589" y="2266114"/>
            <a:ext cx="119563" cy="3266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TextBox 517">
            <a:extLst>
              <a:ext uri="{FF2B5EF4-FFF2-40B4-BE49-F238E27FC236}">
                <a16:creationId xmlns:a16="http://schemas.microsoft.com/office/drawing/2014/main" id="{4134AC41-D558-4A2A-7CBE-C1FF6317FF61}"/>
              </a:ext>
            </a:extLst>
          </p:cNvPr>
          <p:cNvSpPr txBox="1"/>
          <p:nvPr/>
        </p:nvSpPr>
        <p:spPr>
          <a:xfrm>
            <a:off x="5893520" y="2206375"/>
            <a:ext cx="75960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/>
              <a:t>…</a:t>
            </a:r>
            <a:endParaRPr lang="zh-CN" altLang="en-US" sz="2000" b="1" dirty="0"/>
          </a:p>
        </p:txBody>
      </p:sp>
      <p:sp>
        <p:nvSpPr>
          <p:cNvPr id="521" name="Lbl">
            <a:extLst>
              <a:ext uri="{FF2B5EF4-FFF2-40B4-BE49-F238E27FC236}">
                <a16:creationId xmlns:a16="http://schemas.microsoft.com/office/drawing/2014/main" id="{093D5A39-80C2-490B-AEF4-5E1776DA11A8}"/>
              </a:ext>
            </a:extLst>
          </p:cNvPr>
          <p:cNvSpPr txBox="1"/>
          <p:nvPr/>
        </p:nvSpPr>
        <p:spPr>
          <a:xfrm>
            <a:off x="778269" y="1576705"/>
            <a:ext cx="92782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Input Graph</a:t>
            </a:r>
          </a:p>
        </p:txBody>
      </p:sp>
      <p:sp>
        <p:nvSpPr>
          <p:cNvPr id="4" name="Shape 63">
            <a:extLst>
              <a:ext uri="{FF2B5EF4-FFF2-40B4-BE49-F238E27FC236}">
                <a16:creationId xmlns:a16="http://schemas.microsoft.com/office/drawing/2014/main" id="{83B80923-E5B8-50C9-5D7B-73B9A18558EA}"/>
              </a:ext>
            </a:extLst>
          </p:cNvPr>
          <p:cNvSpPr txBox="1"/>
          <p:nvPr/>
        </p:nvSpPr>
        <p:spPr>
          <a:xfrm>
            <a:off x="5523814" y="1585346"/>
            <a:ext cx="1534208" cy="399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Results (e.g., SSSP)</a:t>
            </a:r>
            <a:endParaRPr lang="en" sz="11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63DDE2-86DE-C18B-E6CB-C035253E9D40}"/>
              </a:ext>
            </a:extLst>
          </p:cNvPr>
          <p:cNvCxnSpPr>
            <a:cxnSpLocks/>
          </p:cNvCxnSpPr>
          <p:nvPr/>
        </p:nvCxnSpPr>
        <p:spPr>
          <a:xfrm>
            <a:off x="6653127" y="2275989"/>
            <a:ext cx="129113" cy="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BB7626E-5F9D-6DD5-7E01-D9E6C7325B25}"/>
              </a:ext>
            </a:extLst>
          </p:cNvPr>
          <p:cNvSpPr/>
          <p:nvPr/>
        </p:nvSpPr>
        <p:spPr>
          <a:xfrm rot="19608956">
            <a:off x="6761970" y="2198248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2" name="Lbl">
            <a:extLst>
              <a:ext uri="{FF2B5EF4-FFF2-40B4-BE49-F238E27FC236}">
                <a16:creationId xmlns:a16="http://schemas.microsoft.com/office/drawing/2014/main" id="{F4B53BFE-9442-1637-A153-7B1CF32EB927}"/>
              </a:ext>
            </a:extLst>
          </p:cNvPr>
          <p:cNvSpPr txBox="1"/>
          <p:nvPr/>
        </p:nvSpPr>
        <p:spPr>
          <a:xfrm>
            <a:off x="3507696" y="582030"/>
            <a:ext cx="344007" cy="2264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1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IR</a:t>
            </a:r>
          </a:p>
        </p:txBody>
      </p:sp>
      <p:sp>
        <p:nvSpPr>
          <p:cNvPr id="43" name="RR">
            <a:extLst>
              <a:ext uri="{FF2B5EF4-FFF2-40B4-BE49-F238E27FC236}">
                <a16:creationId xmlns:a16="http://schemas.microsoft.com/office/drawing/2014/main" id="{6F02444B-DC7F-8039-08B5-595E58CECE56}"/>
              </a:ext>
            </a:extLst>
          </p:cNvPr>
          <p:cNvSpPr/>
          <p:nvPr/>
        </p:nvSpPr>
        <p:spPr>
          <a:xfrm>
            <a:off x="4303990" y="987552"/>
            <a:ext cx="1365385" cy="432000"/>
          </a:xfrm>
          <a:prstGeom prst="roundRect">
            <a:avLst>
              <a:gd name="adj" fmla="val 16667"/>
            </a:avLst>
          </a:prstGeom>
          <a:solidFill>
            <a:srgbClr val="FFE3F9"/>
          </a:solidFill>
          <a:ln w="12700">
            <a:solidFill>
              <a:srgbClr val="FFA3EA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Code Optimization and </a:t>
            </a: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Generation</a:t>
            </a:r>
          </a:p>
        </p:txBody>
      </p:sp>
    </p:spTree>
    <p:extLst>
      <p:ext uri="{BB962C8B-B14F-4D97-AF65-F5344CB8AC3E}">
        <p14:creationId xmlns:p14="http://schemas.microsoft.com/office/powerpoint/2010/main" val="94461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066E6E-B7AF-F8D8-764B-5292931D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Lbl">
            <a:extLst>
              <a:ext uri="{FF2B5EF4-FFF2-40B4-BE49-F238E27FC236}">
                <a16:creationId xmlns:a16="http://schemas.microsoft.com/office/drawing/2014/main" id="{ACD77CC2-0F26-95E2-F345-D1E05359F373}"/>
              </a:ext>
            </a:extLst>
          </p:cNvPr>
          <p:cNvSpPr txBox="1"/>
          <p:nvPr/>
        </p:nvSpPr>
        <p:spPr>
          <a:xfrm>
            <a:off x="494463" y="629578"/>
            <a:ext cx="1599786" cy="19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Source code</a:t>
            </a:r>
          </a:p>
        </p:txBody>
      </p:sp>
      <p:sp>
        <p:nvSpPr>
          <p:cNvPr id="401" name="Lbl">
            <a:extLst>
              <a:ext uri="{FF2B5EF4-FFF2-40B4-BE49-F238E27FC236}">
                <a16:creationId xmlns:a16="http://schemas.microsoft.com/office/drawing/2014/main" id="{8E93EFAE-5CE3-E2AA-E74B-C1BDA1545605}"/>
              </a:ext>
            </a:extLst>
          </p:cNvPr>
          <p:cNvSpPr txBox="1"/>
          <p:nvPr/>
        </p:nvSpPr>
        <p:spPr>
          <a:xfrm>
            <a:off x="-110155" y="1037691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12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Compiler</a:t>
            </a:r>
          </a:p>
        </p:txBody>
      </p:sp>
      <p:grpSp>
        <p:nvGrpSpPr>
          <p:cNvPr id="402" name="DocIcon">
            <a:extLst>
              <a:ext uri="{FF2B5EF4-FFF2-40B4-BE49-F238E27FC236}">
                <a16:creationId xmlns:a16="http://schemas.microsoft.com/office/drawing/2014/main" id="{61462F15-D96E-BF5B-BF1F-97BBB9EB7DD2}"/>
              </a:ext>
            </a:extLst>
          </p:cNvPr>
          <p:cNvGrpSpPr/>
          <p:nvPr/>
        </p:nvGrpSpPr>
        <p:grpSpPr>
          <a:xfrm>
            <a:off x="969114" y="838497"/>
            <a:ext cx="473484" cy="648158"/>
            <a:chOff x="37564" y="0"/>
            <a:chExt cx="411265" cy="523705"/>
          </a:xfrm>
        </p:grpSpPr>
        <p:sp>
          <p:nvSpPr>
            <p:cNvPr id="403" name="FC">
              <a:extLst>
                <a:ext uri="{FF2B5EF4-FFF2-40B4-BE49-F238E27FC236}">
                  <a16:creationId xmlns:a16="http://schemas.microsoft.com/office/drawing/2014/main" id="{2DE26061-6744-14CF-484C-831FBBC951B5}"/>
                </a:ext>
              </a:extLst>
            </p:cNvPr>
            <p:cNvSpPr/>
            <p:nvPr/>
          </p:nvSpPr>
          <p:spPr>
            <a:xfrm>
              <a:off x="37564" y="0"/>
              <a:ext cx="411265" cy="523705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lIns="36000" tIns="18000" rIns="36000" bIns="0" anchor="b"/>
            <a:lstStyle/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int f(){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...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}</a:t>
              </a:r>
            </a:p>
          </p:txBody>
        </p:sp>
      </p:grpSp>
      <p:sp>
        <p:nvSpPr>
          <p:cNvPr id="404" name="Arr">
            <a:extLst>
              <a:ext uri="{FF2B5EF4-FFF2-40B4-BE49-F238E27FC236}">
                <a16:creationId xmlns:a16="http://schemas.microsoft.com/office/drawing/2014/main" id="{7E045E94-3615-9AC2-8246-C2861ADAE361}"/>
              </a:ext>
            </a:extLst>
          </p:cNvPr>
          <p:cNvSpPr/>
          <p:nvPr/>
        </p:nvSpPr>
        <p:spPr>
          <a:xfrm>
            <a:off x="1589908" y="1082567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6" name="RR">
            <a:extLst>
              <a:ext uri="{FF2B5EF4-FFF2-40B4-BE49-F238E27FC236}">
                <a16:creationId xmlns:a16="http://schemas.microsoft.com/office/drawing/2014/main" id="{1EE32097-A2A0-122B-4B8D-2482ED0C0267}"/>
              </a:ext>
            </a:extLst>
          </p:cNvPr>
          <p:cNvSpPr/>
          <p:nvPr/>
        </p:nvSpPr>
        <p:spPr>
          <a:xfrm>
            <a:off x="1838483" y="986693"/>
            <a:ext cx="1430199" cy="432000"/>
          </a:xfrm>
          <a:prstGeom prst="roundRect">
            <a:avLst>
              <a:gd name="adj" fmla="val 16667"/>
            </a:avLst>
          </a:prstGeom>
          <a:solidFill>
            <a:srgbClr val="FFF3E3"/>
          </a:solidFill>
          <a:ln w="12700">
            <a:solidFill>
              <a:srgbClr val="0070C0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Front-End </a:t>
            </a:r>
            <a:r>
              <a:rPr lang="en-US" altLang="zh-CN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Analysis</a:t>
            </a:r>
            <a:endParaRPr lang="en-US" sz="12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07" name="Arr">
            <a:extLst>
              <a:ext uri="{FF2B5EF4-FFF2-40B4-BE49-F238E27FC236}">
                <a16:creationId xmlns:a16="http://schemas.microsoft.com/office/drawing/2014/main" id="{E2F86C33-FBD0-6168-6122-1C50691A02F0}"/>
              </a:ext>
            </a:extLst>
          </p:cNvPr>
          <p:cNvSpPr/>
          <p:nvPr/>
        </p:nvSpPr>
        <p:spPr>
          <a:xfrm>
            <a:off x="3340681" y="1073017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0" name="Arr">
            <a:extLst>
              <a:ext uri="{FF2B5EF4-FFF2-40B4-BE49-F238E27FC236}">
                <a16:creationId xmlns:a16="http://schemas.microsoft.com/office/drawing/2014/main" id="{79E0C3C1-A810-2007-DE07-9658633D7AB7}"/>
              </a:ext>
            </a:extLst>
          </p:cNvPr>
          <p:cNvSpPr/>
          <p:nvPr/>
        </p:nvSpPr>
        <p:spPr>
          <a:xfrm>
            <a:off x="4472697" y="1071975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2" name="RR">
            <a:extLst>
              <a:ext uri="{FF2B5EF4-FFF2-40B4-BE49-F238E27FC236}">
                <a16:creationId xmlns:a16="http://schemas.microsoft.com/office/drawing/2014/main" id="{1F955051-ADA0-FF7F-FE47-67240CDF18D8}"/>
              </a:ext>
            </a:extLst>
          </p:cNvPr>
          <p:cNvSpPr/>
          <p:nvPr/>
        </p:nvSpPr>
        <p:spPr>
          <a:xfrm>
            <a:off x="4683455" y="974517"/>
            <a:ext cx="1461934" cy="432000"/>
          </a:xfrm>
          <a:prstGeom prst="roundRect">
            <a:avLst>
              <a:gd name="adj" fmla="val 16667"/>
            </a:avLst>
          </a:prstGeom>
          <a:solidFill>
            <a:srgbClr val="E8E8E8"/>
          </a:solidFill>
          <a:ln w="12700">
            <a:solidFill>
              <a:srgbClr val="0070C0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ts val="1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Code Optimization and </a:t>
            </a: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Generation</a:t>
            </a:r>
          </a:p>
        </p:txBody>
      </p:sp>
      <p:cxnSp>
        <p:nvCxnSpPr>
          <p:cNvPr id="413" name="Dash">
            <a:extLst>
              <a:ext uri="{FF2B5EF4-FFF2-40B4-BE49-F238E27FC236}">
                <a16:creationId xmlns:a16="http://schemas.microsoft.com/office/drawing/2014/main" id="{4227CFAD-551C-37E5-C3D3-05EE0345E690}"/>
              </a:ext>
            </a:extLst>
          </p:cNvPr>
          <p:cNvCxnSpPr>
            <a:cxnSpLocks/>
          </p:cNvCxnSpPr>
          <p:nvPr/>
        </p:nvCxnSpPr>
        <p:spPr>
          <a:xfrm flipV="1">
            <a:off x="867846" y="1591017"/>
            <a:ext cx="6337851" cy="14118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</p:spPr>
      </p:cxnSp>
      <p:sp>
        <p:nvSpPr>
          <p:cNvPr id="414" name="Lbl">
            <a:extLst>
              <a:ext uri="{FF2B5EF4-FFF2-40B4-BE49-F238E27FC236}">
                <a16:creationId xmlns:a16="http://schemas.microsoft.com/office/drawing/2014/main" id="{82E5F691-32D2-118F-B291-9483097BE8EE}"/>
              </a:ext>
            </a:extLst>
          </p:cNvPr>
          <p:cNvSpPr txBox="1"/>
          <p:nvPr/>
        </p:nvSpPr>
        <p:spPr>
          <a:xfrm>
            <a:off x="234690" y="2060848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200" b="1" dirty="0">
                <a:solidFill>
                  <a:srgbClr val="2E7D32"/>
                </a:solidFill>
                <a:latin typeface="Arial" charset="0"/>
                <a:ea typeface="Arial" charset="0"/>
                <a:cs typeface="Arial" charset="0"/>
              </a:rPr>
              <a:t>Graph </a:t>
            </a:r>
          </a:p>
        </p:txBody>
      </p:sp>
      <p:sp>
        <p:nvSpPr>
          <p:cNvPr id="416" name="RR">
            <a:extLst>
              <a:ext uri="{FF2B5EF4-FFF2-40B4-BE49-F238E27FC236}">
                <a16:creationId xmlns:a16="http://schemas.microsoft.com/office/drawing/2014/main" id="{183AB84E-9AB5-831F-B7DC-1B31081F0A50}"/>
              </a:ext>
            </a:extLst>
          </p:cNvPr>
          <p:cNvSpPr/>
          <p:nvPr/>
        </p:nvSpPr>
        <p:spPr>
          <a:xfrm>
            <a:off x="1826470" y="1999714"/>
            <a:ext cx="1415957" cy="432000"/>
          </a:xfrm>
          <a:prstGeom prst="roundRect">
            <a:avLst>
              <a:gd name="adj" fmla="val 16667"/>
            </a:avLst>
          </a:prstGeom>
          <a:solidFill>
            <a:srgbClr val="CFECD2"/>
          </a:solidFill>
          <a:ln w="12700">
            <a:solidFill>
              <a:srgbClr val="0070C0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Dynamic Graph Structural Analysis </a:t>
            </a:r>
          </a:p>
        </p:txBody>
      </p:sp>
      <p:sp>
        <p:nvSpPr>
          <p:cNvPr id="418" name="Arr">
            <a:extLst>
              <a:ext uri="{FF2B5EF4-FFF2-40B4-BE49-F238E27FC236}">
                <a16:creationId xmlns:a16="http://schemas.microsoft.com/office/drawing/2014/main" id="{71E914E9-21B1-28EE-5AE5-FE36C200D4FE}"/>
              </a:ext>
            </a:extLst>
          </p:cNvPr>
          <p:cNvSpPr/>
          <p:nvPr/>
        </p:nvSpPr>
        <p:spPr>
          <a:xfrm>
            <a:off x="3340681" y="2114145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2" name="Arr">
            <a:extLst>
              <a:ext uri="{FF2B5EF4-FFF2-40B4-BE49-F238E27FC236}">
                <a16:creationId xmlns:a16="http://schemas.microsoft.com/office/drawing/2014/main" id="{D1F964C3-D95B-0DE1-0077-0E29C123F020}"/>
              </a:ext>
            </a:extLst>
          </p:cNvPr>
          <p:cNvSpPr/>
          <p:nvPr/>
        </p:nvSpPr>
        <p:spPr>
          <a:xfrm>
            <a:off x="4367839" y="2114145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4" name="RR">
            <a:extLst>
              <a:ext uri="{FF2B5EF4-FFF2-40B4-BE49-F238E27FC236}">
                <a16:creationId xmlns:a16="http://schemas.microsoft.com/office/drawing/2014/main" id="{CC7DC310-E8DB-6CA1-F150-12B003FC8697}"/>
              </a:ext>
            </a:extLst>
          </p:cNvPr>
          <p:cNvSpPr/>
          <p:nvPr/>
        </p:nvSpPr>
        <p:spPr>
          <a:xfrm>
            <a:off x="4653982" y="1971848"/>
            <a:ext cx="1027812" cy="432000"/>
          </a:xfrm>
          <a:prstGeom prst="roundRect">
            <a:avLst>
              <a:gd name="adj" fmla="val 16667"/>
            </a:avLst>
          </a:prstGeom>
          <a:solidFill>
            <a:srgbClr val="FFE3F9"/>
          </a:solidFill>
          <a:ln w="12700">
            <a:solidFill>
              <a:srgbClr val="0070C0"/>
            </a:solidFill>
          </a:ln>
        </p:spPr>
        <p:txBody>
          <a:bodyPr wrap="square" lIns="36000" tIns="18000" rIns="36000" bIns="18000" anchor="ctr"/>
          <a:lstStyle/>
          <a:p>
            <a:pPr algn="ctr">
              <a:lnSpc>
                <a:spcPts val="1000"/>
              </a:lnSpc>
            </a:pPr>
            <a:r>
              <a:rPr lang="en-US" sz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Downstream Analytics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2612AE-9A40-D7AD-BE88-E9F136F17797}"/>
              </a:ext>
            </a:extLst>
          </p:cNvPr>
          <p:cNvGrpSpPr/>
          <p:nvPr/>
        </p:nvGrpSpPr>
        <p:grpSpPr>
          <a:xfrm>
            <a:off x="700919" y="1871317"/>
            <a:ext cx="1333098" cy="1409648"/>
            <a:chOff x="144579" y="-111937"/>
            <a:chExt cx="2699755" cy="289374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BA730D4-A736-5B4E-40EA-FE16A239EBF0}"/>
                </a:ext>
              </a:extLst>
            </p:cNvPr>
            <p:cNvSpPr txBox="1"/>
            <p:nvPr/>
          </p:nvSpPr>
          <p:spPr>
            <a:xfrm>
              <a:off x="144579" y="2103119"/>
              <a:ext cx="2699755" cy="678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8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3870EF0-D8F9-3951-8ABF-5109077BB6CF}"/>
                </a:ext>
              </a:extLst>
            </p:cNvPr>
            <p:cNvSpPr/>
            <p:nvPr/>
          </p:nvSpPr>
          <p:spPr>
            <a:xfrm>
              <a:off x="434404" y="923292"/>
              <a:ext cx="319177" cy="319176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72A1DB2-EF2B-7647-D5F9-C5FDD3AFE6CE}"/>
                </a:ext>
              </a:extLst>
            </p:cNvPr>
            <p:cNvSpPr/>
            <p:nvPr/>
          </p:nvSpPr>
          <p:spPr>
            <a:xfrm>
              <a:off x="553859" y="257108"/>
              <a:ext cx="319177" cy="319176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D239E38-ED07-AAAE-7E31-A08D2FB68169}"/>
                </a:ext>
              </a:extLst>
            </p:cNvPr>
            <p:cNvSpPr/>
            <p:nvPr/>
          </p:nvSpPr>
          <p:spPr>
            <a:xfrm>
              <a:off x="1513839" y="926661"/>
              <a:ext cx="319177" cy="319176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21DFFB-6493-30A2-61A6-89C75359F59C}"/>
                </a:ext>
              </a:extLst>
            </p:cNvPr>
            <p:cNvSpPr/>
            <p:nvPr/>
          </p:nvSpPr>
          <p:spPr>
            <a:xfrm>
              <a:off x="1261491" y="361167"/>
              <a:ext cx="319177" cy="319176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5A1000-4366-45EB-3C08-A9B1F32EB429}"/>
                </a:ext>
              </a:extLst>
            </p:cNvPr>
            <p:cNvSpPr/>
            <p:nvPr/>
          </p:nvSpPr>
          <p:spPr>
            <a:xfrm>
              <a:off x="985058" y="926661"/>
              <a:ext cx="319177" cy="319177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578A0CC-5197-C259-1D3E-B8D2935AAD69}"/>
                </a:ext>
              </a:extLst>
            </p:cNvPr>
            <p:cNvCxnSpPr>
              <a:cxnSpLocks/>
              <a:stCxn id="16" idx="5"/>
              <a:endCxn id="9" idx="0"/>
            </p:cNvCxnSpPr>
            <p:nvPr/>
          </p:nvCxnSpPr>
          <p:spPr>
            <a:xfrm>
              <a:off x="1271704" y="160496"/>
              <a:ext cx="149377" cy="200671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38DBA64-6346-C174-3A01-862148F23DC1}"/>
                </a:ext>
              </a:extLst>
            </p:cNvPr>
            <p:cNvCxnSpPr>
              <a:cxnSpLocks/>
              <a:stCxn id="16" idx="2"/>
              <a:endCxn id="7" idx="0"/>
            </p:cNvCxnSpPr>
            <p:nvPr/>
          </p:nvCxnSpPr>
          <p:spPr>
            <a:xfrm flipH="1">
              <a:off x="713448" y="47651"/>
              <a:ext cx="285821" cy="209457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C2586D3-0BCB-F9B8-4E25-0DC552D5CD1C}"/>
                </a:ext>
              </a:extLst>
            </p:cNvPr>
            <p:cNvSpPr/>
            <p:nvPr/>
          </p:nvSpPr>
          <p:spPr>
            <a:xfrm>
              <a:off x="999269" y="-111937"/>
              <a:ext cx="319177" cy="319176"/>
            </a:xfrm>
            <a:prstGeom prst="ellipse">
              <a:avLst/>
            </a:prstGeom>
            <a:solidFill>
              <a:srgbClr val="92D050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5B49643-7245-1651-9EA3-27AD438C5E2B}"/>
                </a:ext>
              </a:extLst>
            </p:cNvPr>
            <p:cNvCxnSpPr>
              <a:cxnSpLocks/>
              <a:stCxn id="7" idx="3"/>
              <a:endCxn id="5" idx="0"/>
            </p:cNvCxnSpPr>
            <p:nvPr/>
          </p:nvCxnSpPr>
          <p:spPr>
            <a:xfrm flipH="1">
              <a:off x="593993" y="529542"/>
              <a:ext cx="6608" cy="393751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7F707D0-EAEC-8059-3AA0-99260BDF97AC}"/>
                </a:ext>
              </a:extLst>
            </p:cNvPr>
            <p:cNvCxnSpPr>
              <a:cxnSpLocks/>
              <a:stCxn id="10" idx="1"/>
              <a:endCxn id="7" idx="5"/>
            </p:cNvCxnSpPr>
            <p:nvPr/>
          </p:nvCxnSpPr>
          <p:spPr>
            <a:xfrm flipH="1" flipV="1">
              <a:off x="826293" y="529542"/>
              <a:ext cx="205509" cy="443862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334231D-C484-A441-9251-DB19B5B6E7B9}"/>
                </a:ext>
              </a:extLst>
            </p:cNvPr>
            <p:cNvCxnSpPr>
              <a:cxnSpLocks/>
              <a:stCxn id="9" idx="5"/>
              <a:endCxn id="8" idx="0"/>
            </p:cNvCxnSpPr>
            <p:nvPr/>
          </p:nvCxnSpPr>
          <p:spPr>
            <a:xfrm>
              <a:off x="1533925" y="633601"/>
              <a:ext cx="139504" cy="293060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356B0C5-A589-89B4-7094-03BDB4A9E566}"/>
                </a:ext>
              </a:extLst>
            </p:cNvPr>
            <p:cNvCxnSpPr>
              <a:cxnSpLocks/>
              <a:stCxn id="5" idx="6"/>
              <a:endCxn id="10" idx="2"/>
            </p:cNvCxnSpPr>
            <p:nvPr/>
          </p:nvCxnSpPr>
          <p:spPr>
            <a:xfrm>
              <a:off x="753581" y="1082880"/>
              <a:ext cx="231477" cy="3369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085732D-F578-4755-C7DF-062131AC1B37}"/>
                </a:ext>
              </a:extLst>
            </p:cNvPr>
            <p:cNvCxnSpPr>
              <a:cxnSpLocks/>
              <a:stCxn id="10" idx="6"/>
              <a:endCxn id="8" idx="2"/>
            </p:cNvCxnSpPr>
            <p:nvPr/>
          </p:nvCxnSpPr>
          <p:spPr>
            <a:xfrm>
              <a:off x="1304236" y="1086249"/>
              <a:ext cx="209603" cy="0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5151432A-B093-B8D8-8DD9-75EFAB40B1B0}"/>
              </a:ext>
            </a:extLst>
          </p:cNvPr>
          <p:cNvSpPr/>
          <p:nvPr/>
        </p:nvSpPr>
        <p:spPr>
          <a:xfrm>
            <a:off x="923475" y="887598"/>
            <a:ext cx="439502" cy="137152"/>
          </a:xfrm>
          <a:prstGeom prst="rect">
            <a:avLst/>
          </a:prstGeom>
          <a:solidFill>
            <a:srgbClr val="0432FF"/>
          </a:solidFill>
          <a:ln w="15875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SRC</a:t>
            </a:r>
          </a:p>
        </p:txBody>
      </p:sp>
      <p:sp>
        <p:nvSpPr>
          <p:cNvPr id="63" name="Arr">
            <a:extLst>
              <a:ext uri="{FF2B5EF4-FFF2-40B4-BE49-F238E27FC236}">
                <a16:creationId xmlns:a16="http://schemas.microsoft.com/office/drawing/2014/main" id="{BA800074-32D2-F88E-E823-F75A94B59B8D}"/>
              </a:ext>
            </a:extLst>
          </p:cNvPr>
          <p:cNvSpPr/>
          <p:nvPr/>
        </p:nvSpPr>
        <p:spPr>
          <a:xfrm>
            <a:off x="1582346" y="2109129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2737C346-475A-2176-15E7-FF60BDC21235}"/>
              </a:ext>
            </a:extLst>
          </p:cNvPr>
          <p:cNvGrpSpPr/>
          <p:nvPr/>
        </p:nvGrpSpPr>
        <p:grpSpPr>
          <a:xfrm>
            <a:off x="6484757" y="799621"/>
            <a:ext cx="516439" cy="641482"/>
            <a:chOff x="244663" y="1779678"/>
            <a:chExt cx="516439" cy="548640"/>
          </a:xfrm>
        </p:grpSpPr>
        <p:sp>
          <p:nvSpPr>
            <p:cNvPr id="387" name="Folded Corner 32">
              <a:extLst>
                <a:ext uri="{FF2B5EF4-FFF2-40B4-BE49-F238E27FC236}">
                  <a16:creationId xmlns:a16="http://schemas.microsoft.com/office/drawing/2014/main" id="{BCB8614D-42B6-C908-8804-F47A8A7781CA}"/>
                </a:ext>
              </a:extLst>
            </p:cNvPr>
            <p:cNvSpPr/>
            <p:nvPr/>
          </p:nvSpPr>
          <p:spPr>
            <a:xfrm>
              <a:off x="303902" y="1779678"/>
              <a:ext cx="457200" cy="548640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bIns="0" rtlCol="0" anchor="b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1110100011</a:t>
              </a:r>
              <a:endParaRPr lang="en-US" sz="11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0165EFA9-EEB7-CAB6-177F-E747BA8804A3}"/>
                </a:ext>
              </a:extLst>
            </p:cNvPr>
            <p:cNvSpPr/>
            <p:nvPr/>
          </p:nvSpPr>
          <p:spPr>
            <a:xfrm>
              <a:off x="244663" y="1821663"/>
              <a:ext cx="439502" cy="137152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00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BIN</a:t>
              </a:r>
            </a:p>
          </p:txBody>
        </p:sp>
      </p:grpSp>
      <p:sp>
        <p:nvSpPr>
          <p:cNvPr id="389" name="Shape 63">
            <a:extLst>
              <a:ext uri="{FF2B5EF4-FFF2-40B4-BE49-F238E27FC236}">
                <a16:creationId xmlns:a16="http://schemas.microsoft.com/office/drawing/2014/main" id="{02C995EE-9CDB-82F7-7109-F386F90A8A4F}"/>
              </a:ext>
            </a:extLst>
          </p:cNvPr>
          <p:cNvSpPr txBox="1"/>
          <p:nvPr/>
        </p:nvSpPr>
        <p:spPr>
          <a:xfrm>
            <a:off x="6125787" y="510816"/>
            <a:ext cx="1209602" cy="399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Machine code</a:t>
            </a:r>
            <a:endParaRPr lang="en" sz="12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90" name="Arr">
            <a:extLst>
              <a:ext uri="{FF2B5EF4-FFF2-40B4-BE49-F238E27FC236}">
                <a16:creationId xmlns:a16="http://schemas.microsoft.com/office/drawing/2014/main" id="{6DA68F56-8C60-ADB0-2398-904A11A2E803}"/>
              </a:ext>
            </a:extLst>
          </p:cNvPr>
          <p:cNvSpPr/>
          <p:nvPr/>
        </p:nvSpPr>
        <p:spPr>
          <a:xfrm>
            <a:off x="6237537" y="1046792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8" name="Arr">
            <a:extLst>
              <a:ext uri="{FF2B5EF4-FFF2-40B4-BE49-F238E27FC236}">
                <a16:creationId xmlns:a16="http://schemas.microsoft.com/office/drawing/2014/main" id="{D311E537-D501-9DE9-17D7-5FC83CD9B7EC}"/>
              </a:ext>
            </a:extLst>
          </p:cNvPr>
          <p:cNvSpPr/>
          <p:nvPr/>
        </p:nvSpPr>
        <p:spPr>
          <a:xfrm>
            <a:off x="5821553" y="2067660"/>
            <a:ext cx="139700" cy="215900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01EDB38-DFC7-1A02-5269-BB4324BDD57B}"/>
              </a:ext>
            </a:extLst>
          </p:cNvPr>
          <p:cNvGrpSpPr/>
          <p:nvPr/>
        </p:nvGrpSpPr>
        <p:grpSpPr>
          <a:xfrm rot="16200000">
            <a:off x="3628143" y="1346268"/>
            <a:ext cx="1333098" cy="1409648"/>
            <a:chOff x="144579" y="-111937"/>
            <a:chExt cx="2699755" cy="2893749"/>
          </a:xfrm>
        </p:grpSpPr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72FEE82A-7332-65D3-C6D3-2B78DA675E5C}"/>
                </a:ext>
              </a:extLst>
            </p:cNvPr>
            <p:cNvSpPr txBox="1"/>
            <p:nvPr/>
          </p:nvSpPr>
          <p:spPr>
            <a:xfrm>
              <a:off x="144579" y="2103119"/>
              <a:ext cx="2699755" cy="678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800" dirty="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6D3CD4-A1FC-1D9E-BE01-DBADBBE87EC8}"/>
                </a:ext>
              </a:extLst>
            </p:cNvPr>
            <p:cNvSpPr/>
            <p:nvPr/>
          </p:nvSpPr>
          <p:spPr>
            <a:xfrm>
              <a:off x="709924" y="451516"/>
              <a:ext cx="319177" cy="319176"/>
            </a:xfrm>
            <a:prstGeom prst="ellipse">
              <a:avLst/>
            </a:prstGeom>
            <a:solidFill>
              <a:schemeClr val="accent4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7FE06BF7-C63E-763A-72FD-A7F36E623215}"/>
                </a:ext>
              </a:extLst>
            </p:cNvPr>
            <p:cNvSpPr/>
            <p:nvPr/>
          </p:nvSpPr>
          <p:spPr>
            <a:xfrm>
              <a:off x="1301314" y="957464"/>
              <a:ext cx="319177" cy="319176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DF62CF8F-1358-D688-32C3-0DBF4AEC7F9C}"/>
                </a:ext>
              </a:extLst>
            </p:cNvPr>
            <p:cNvSpPr/>
            <p:nvPr/>
          </p:nvSpPr>
          <p:spPr>
            <a:xfrm>
              <a:off x="1261491" y="361167"/>
              <a:ext cx="319177" cy="319176"/>
            </a:xfrm>
            <a:prstGeom prst="ellipse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id="{D66B158A-C5EC-6F1B-E8FA-6B01C8B18588}"/>
                </a:ext>
              </a:extLst>
            </p:cNvPr>
            <p:cNvCxnSpPr>
              <a:cxnSpLocks/>
              <a:stCxn id="448" idx="5"/>
              <a:endCxn id="444" idx="0"/>
            </p:cNvCxnSpPr>
            <p:nvPr/>
          </p:nvCxnSpPr>
          <p:spPr>
            <a:xfrm>
              <a:off x="1271704" y="160496"/>
              <a:ext cx="149377" cy="200671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0126AD91-3BC3-B13E-BF77-73EC48F19971}"/>
                </a:ext>
              </a:extLst>
            </p:cNvPr>
            <p:cNvCxnSpPr>
              <a:cxnSpLocks/>
              <a:stCxn id="448" idx="2"/>
              <a:endCxn id="442" idx="0"/>
            </p:cNvCxnSpPr>
            <p:nvPr/>
          </p:nvCxnSpPr>
          <p:spPr>
            <a:xfrm flipH="1">
              <a:off x="869514" y="47651"/>
              <a:ext cx="129755" cy="403865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3EE11156-D184-4461-BCF1-019523775EF4}"/>
                </a:ext>
              </a:extLst>
            </p:cNvPr>
            <p:cNvSpPr/>
            <p:nvPr/>
          </p:nvSpPr>
          <p:spPr>
            <a:xfrm>
              <a:off x="999269" y="-111937"/>
              <a:ext cx="319177" cy="319176"/>
            </a:xfrm>
            <a:prstGeom prst="ellipse">
              <a:avLst/>
            </a:prstGeom>
            <a:solidFill>
              <a:srgbClr val="92D050"/>
            </a:solidFill>
            <a:ln w="15875">
              <a:solidFill>
                <a:schemeClr val="tx1"/>
              </a:solidFill>
              <a:headEnd w="med" len="med"/>
              <a:tailEnd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E74B70AA-F0D4-9F39-EC3B-B013DA07EB83}"/>
                </a:ext>
              </a:extLst>
            </p:cNvPr>
            <p:cNvCxnSpPr>
              <a:cxnSpLocks/>
              <a:stCxn id="444" idx="5"/>
              <a:endCxn id="443" idx="0"/>
            </p:cNvCxnSpPr>
            <p:nvPr/>
          </p:nvCxnSpPr>
          <p:spPr>
            <a:xfrm flipH="1">
              <a:off x="1460903" y="633601"/>
              <a:ext cx="73022" cy="323863"/>
            </a:xfrm>
            <a:prstGeom prst="straightConnector1">
              <a:avLst/>
            </a:prstGeom>
            <a:solidFill>
              <a:srgbClr val="73FEFF"/>
            </a:solidFill>
            <a:ln w="15875">
              <a:solidFill>
                <a:schemeClr val="tx1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5E006781-05AD-2525-1C2A-99F77A2548A3}"/>
              </a:ext>
            </a:extLst>
          </p:cNvPr>
          <p:cNvCxnSpPr>
            <a:cxnSpLocks/>
            <a:stCxn id="442" idx="5"/>
            <a:endCxn id="443" idx="1"/>
          </p:cNvCxnSpPr>
          <p:nvPr/>
        </p:nvCxnSpPr>
        <p:spPr>
          <a:xfrm flipV="1">
            <a:off x="3997059" y="2123382"/>
            <a:ext cx="136523" cy="180577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Lbl">
            <a:extLst>
              <a:ext uri="{FF2B5EF4-FFF2-40B4-BE49-F238E27FC236}">
                <a16:creationId xmlns:a16="http://schemas.microsoft.com/office/drawing/2014/main" id="{F628DE8E-CF49-9818-DD05-8BE4B50F12D7}"/>
              </a:ext>
            </a:extLst>
          </p:cNvPr>
          <p:cNvSpPr txBox="1"/>
          <p:nvPr/>
        </p:nvSpPr>
        <p:spPr>
          <a:xfrm>
            <a:off x="3597586" y="1929804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2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GIR</a:t>
            </a:r>
          </a:p>
          <a:p>
            <a:pPr algn="l"/>
            <a:endParaRPr lang="en-US" sz="1200" b="1" dirty="0">
              <a:solidFill>
                <a:srgbClr val="7B1FA2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482" name="DocIcon">
            <a:extLst>
              <a:ext uri="{FF2B5EF4-FFF2-40B4-BE49-F238E27FC236}">
                <a16:creationId xmlns:a16="http://schemas.microsoft.com/office/drawing/2014/main" id="{2C4EFDDF-0B2C-CC5C-213B-CE9C473933C8}"/>
              </a:ext>
            </a:extLst>
          </p:cNvPr>
          <p:cNvGrpSpPr/>
          <p:nvPr/>
        </p:nvGrpSpPr>
        <p:grpSpPr>
          <a:xfrm>
            <a:off x="3562892" y="838497"/>
            <a:ext cx="811192" cy="684844"/>
            <a:chOff x="37564" y="-50970"/>
            <a:chExt cx="293041" cy="584336"/>
          </a:xfrm>
        </p:grpSpPr>
        <p:sp>
          <p:nvSpPr>
            <p:cNvPr id="483" name="FC">
              <a:extLst>
                <a:ext uri="{FF2B5EF4-FFF2-40B4-BE49-F238E27FC236}">
                  <a16:creationId xmlns:a16="http://schemas.microsoft.com/office/drawing/2014/main" id="{FB354A2E-2223-217B-B16F-322C30A3AC93}"/>
                </a:ext>
              </a:extLst>
            </p:cNvPr>
            <p:cNvSpPr/>
            <p:nvPr/>
          </p:nvSpPr>
          <p:spPr>
            <a:xfrm>
              <a:off x="37564" y="-50970"/>
              <a:ext cx="293041" cy="584336"/>
            </a:xfrm>
            <a:prstGeom prst="foldedCorner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lIns="36000" tIns="18000" rIns="36000" bIns="0" anchor="b"/>
            <a:lstStyle/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define i32 @f(){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 ...</a:t>
              </a:r>
            </a:p>
            <a:p>
              <a:r>
                <a:rPr lang="en-US" sz="850" dirty="0">
                  <a:solidFill>
                    <a:srgbClr val="0432FF"/>
                  </a:solidFill>
                  <a:latin typeface="Times New Roman" charset="0"/>
                </a:rPr>
                <a:t>}</a:t>
              </a:r>
            </a:p>
          </p:txBody>
        </p:sp>
      </p:grp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EC33219-9665-E55F-93CB-C7BEE38279CD}"/>
              </a:ext>
            </a:extLst>
          </p:cNvPr>
          <p:cNvSpPr/>
          <p:nvPr/>
        </p:nvSpPr>
        <p:spPr>
          <a:xfrm>
            <a:off x="3539405" y="874830"/>
            <a:ext cx="439502" cy="137152"/>
          </a:xfrm>
          <a:prstGeom prst="rect">
            <a:avLst/>
          </a:prstGeom>
          <a:solidFill>
            <a:schemeClr val="accent5"/>
          </a:solidFill>
          <a:ln w="15875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IR</a:t>
            </a:r>
          </a:p>
        </p:txBody>
      </p:sp>
      <p:sp>
        <p:nvSpPr>
          <p:cNvPr id="485" name="Lbl">
            <a:extLst>
              <a:ext uri="{FF2B5EF4-FFF2-40B4-BE49-F238E27FC236}">
                <a16:creationId xmlns:a16="http://schemas.microsoft.com/office/drawing/2014/main" id="{9350C7C3-61C1-69CC-EC73-D3154C00E6BE}"/>
              </a:ext>
            </a:extLst>
          </p:cNvPr>
          <p:cNvSpPr txBox="1"/>
          <p:nvPr/>
        </p:nvSpPr>
        <p:spPr>
          <a:xfrm>
            <a:off x="6231819" y="1830705"/>
            <a:ext cx="870924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SSSP</a:t>
            </a:r>
            <a:r>
              <a:rPr lang="en-US" sz="1200" b="1" dirty="0">
                <a:solidFill>
                  <a:srgbClr val="7B1FA2"/>
                </a:solidFill>
                <a:latin typeface="Arial" charset="0"/>
                <a:ea typeface="Arial" charset="0"/>
                <a:cs typeface="Arial" charset="0"/>
              </a:rPr>
              <a:t>: </a:t>
            </a:r>
          </a:p>
          <a:p>
            <a:pPr algn="l"/>
            <a:endParaRPr lang="en-US" sz="1200" b="1" dirty="0">
              <a:solidFill>
                <a:srgbClr val="7B1FA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86" name="Oval 485">
            <a:extLst>
              <a:ext uri="{FF2B5EF4-FFF2-40B4-BE49-F238E27FC236}">
                <a16:creationId xmlns:a16="http://schemas.microsoft.com/office/drawing/2014/main" id="{6AE97E18-0BCB-C216-7E3F-039A8AD7386C}"/>
              </a:ext>
            </a:extLst>
          </p:cNvPr>
          <p:cNvSpPr/>
          <p:nvPr/>
        </p:nvSpPr>
        <p:spPr>
          <a:xfrm rot="19608956">
            <a:off x="6788289" y="1947803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1F081BAD-5E7E-D7FF-0DEE-B1DB95353AC9}"/>
              </a:ext>
            </a:extLst>
          </p:cNvPr>
          <p:cNvSpPr/>
          <p:nvPr/>
        </p:nvSpPr>
        <p:spPr>
          <a:xfrm rot="18342743">
            <a:off x="6514845" y="1942185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E76B2379-CDD4-6D5B-46EC-EB224DFC2C35}"/>
              </a:ext>
            </a:extLst>
          </p:cNvPr>
          <p:cNvSpPr/>
          <p:nvPr/>
        </p:nvSpPr>
        <p:spPr>
          <a:xfrm rot="19608956">
            <a:off x="6253309" y="1942363"/>
            <a:ext cx="157605" cy="155482"/>
          </a:xfrm>
          <a:prstGeom prst="ellipse">
            <a:avLst/>
          </a:prstGeom>
          <a:solidFill>
            <a:srgbClr val="92D050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9B3F7BE2-3427-1460-19A0-76B906EA56BC}"/>
              </a:ext>
            </a:extLst>
          </p:cNvPr>
          <p:cNvCxnSpPr>
            <a:cxnSpLocks/>
            <a:stCxn id="488" idx="5"/>
            <a:endCxn id="487" idx="1"/>
          </p:cNvCxnSpPr>
          <p:nvPr/>
        </p:nvCxnSpPr>
        <p:spPr>
          <a:xfrm flipV="1">
            <a:off x="6408833" y="2033082"/>
            <a:ext cx="107655" cy="253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2443E153-33E6-C1D6-B09A-FEA5A3C3E21C}"/>
              </a:ext>
            </a:extLst>
          </p:cNvPr>
          <p:cNvCxnSpPr>
            <a:cxnSpLocks/>
            <a:stCxn id="487" idx="5"/>
            <a:endCxn id="486" idx="1"/>
          </p:cNvCxnSpPr>
          <p:nvPr/>
        </p:nvCxnSpPr>
        <p:spPr>
          <a:xfrm>
            <a:off x="6670807" y="2006770"/>
            <a:ext cx="119563" cy="3266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Oval 503">
            <a:extLst>
              <a:ext uri="{FF2B5EF4-FFF2-40B4-BE49-F238E27FC236}">
                <a16:creationId xmlns:a16="http://schemas.microsoft.com/office/drawing/2014/main" id="{90B3D286-6BB1-62DC-BCBD-5D29A57198CE}"/>
              </a:ext>
            </a:extLst>
          </p:cNvPr>
          <p:cNvSpPr/>
          <p:nvPr/>
        </p:nvSpPr>
        <p:spPr>
          <a:xfrm rot="19608956">
            <a:off x="6788520" y="2195063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0259A405-C38A-8C0E-8A59-2C08CDB84BE7}"/>
              </a:ext>
            </a:extLst>
          </p:cNvPr>
          <p:cNvSpPr/>
          <p:nvPr/>
        </p:nvSpPr>
        <p:spPr>
          <a:xfrm rot="18342743">
            <a:off x="6515076" y="2189445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2D4457DF-DDA3-5675-B70F-51397153983A}"/>
              </a:ext>
            </a:extLst>
          </p:cNvPr>
          <p:cNvSpPr/>
          <p:nvPr/>
        </p:nvSpPr>
        <p:spPr>
          <a:xfrm rot="19608956">
            <a:off x="6253540" y="2189623"/>
            <a:ext cx="157605" cy="155482"/>
          </a:xfrm>
          <a:prstGeom prst="ellipse">
            <a:avLst/>
          </a:prstGeom>
          <a:solidFill>
            <a:srgbClr val="92D050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8ECE1B9E-F09C-CE5B-023B-4A1AB2ECF279}"/>
              </a:ext>
            </a:extLst>
          </p:cNvPr>
          <p:cNvCxnSpPr>
            <a:cxnSpLocks/>
            <a:stCxn id="506" idx="5"/>
            <a:endCxn id="505" idx="1"/>
          </p:cNvCxnSpPr>
          <p:nvPr/>
        </p:nvCxnSpPr>
        <p:spPr>
          <a:xfrm flipV="1">
            <a:off x="6409064" y="2280342"/>
            <a:ext cx="107655" cy="2530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A6D96BAE-3D00-4973-947E-BFF635BF90B6}"/>
              </a:ext>
            </a:extLst>
          </p:cNvPr>
          <p:cNvCxnSpPr>
            <a:cxnSpLocks/>
            <a:stCxn id="505" idx="5"/>
            <a:endCxn id="504" idx="1"/>
          </p:cNvCxnSpPr>
          <p:nvPr/>
        </p:nvCxnSpPr>
        <p:spPr>
          <a:xfrm>
            <a:off x="6671038" y="2254030"/>
            <a:ext cx="119563" cy="3266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Oval 508">
            <a:extLst>
              <a:ext uri="{FF2B5EF4-FFF2-40B4-BE49-F238E27FC236}">
                <a16:creationId xmlns:a16="http://schemas.microsoft.com/office/drawing/2014/main" id="{1811DA87-8261-918B-BA06-16C3818EA9F2}"/>
              </a:ext>
            </a:extLst>
          </p:cNvPr>
          <p:cNvSpPr/>
          <p:nvPr/>
        </p:nvSpPr>
        <p:spPr>
          <a:xfrm rot="20964443">
            <a:off x="7031233" y="2195062"/>
            <a:ext cx="157605" cy="155482"/>
          </a:xfrm>
          <a:prstGeom prst="ellipse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6DEB4813-1D94-0605-2819-FD778519A3E2}"/>
              </a:ext>
            </a:extLst>
          </p:cNvPr>
          <p:cNvCxnSpPr>
            <a:cxnSpLocks/>
            <a:stCxn id="504" idx="6"/>
            <a:endCxn id="509" idx="1"/>
          </p:cNvCxnSpPr>
          <p:nvPr/>
        </p:nvCxnSpPr>
        <p:spPr>
          <a:xfrm flipV="1">
            <a:off x="6933274" y="2229012"/>
            <a:ext cx="111885" cy="661"/>
          </a:xfrm>
          <a:prstGeom prst="straightConnector1">
            <a:avLst/>
          </a:prstGeom>
          <a:solidFill>
            <a:srgbClr val="73FEFF"/>
          </a:solidFill>
          <a:ln w="15875"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TextBox 517">
            <a:extLst>
              <a:ext uri="{FF2B5EF4-FFF2-40B4-BE49-F238E27FC236}">
                <a16:creationId xmlns:a16="http://schemas.microsoft.com/office/drawing/2014/main" id="{511381C4-F16B-715F-76EE-1DD2EDC1DDE6}"/>
              </a:ext>
            </a:extLst>
          </p:cNvPr>
          <p:cNvSpPr txBox="1"/>
          <p:nvPr/>
        </p:nvSpPr>
        <p:spPr>
          <a:xfrm>
            <a:off x="6190091" y="2276189"/>
            <a:ext cx="759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…</a:t>
            </a:r>
            <a:endParaRPr lang="zh-CN" altLang="en-US" sz="2000" b="1" dirty="0"/>
          </a:p>
        </p:txBody>
      </p:sp>
      <p:sp>
        <p:nvSpPr>
          <p:cNvPr id="521" name="Lbl">
            <a:extLst>
              <a:ext uri="{FF2B5EF4-FFF2-40B4-BE49-F238E27FC236}">
                <a16:creationId xmlns:a16="http://schemas.microsoft.com/office/drawing/2014/main" id="{5560D06A-9089-F62B-6421-FF4ABB960946}"/>
              </a:ext>
            </a:extLst>
          </p:cNvPr>
          <p:cNvSpPr txBox="1"/>
          <p:nvPr/>
        </p:nvSpPr>
        <p:spPr>
          <a:xfrm>
            <a:off x="778269" y="1576705"/>
            <a:ext cx="128626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t>Dynamic Graph</a:t>
            </a:r>
          </a:p>
        </p:txBody>
      </p:sp>
    </p:spTree>
    <p:extLst>
      <p:ext uri="{BB962C8B-B14F-4D97-AF65-F5344CB8AC3E}">
        <p14:creationId xmlns:p14="http://schemas.microsoft.com/office/powerpoint/2010/main" val="2464438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E31AA9-96CB-4F46-82BF-221F9855391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81172fd-85d4-4117-aa9e-47d8de1442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89</Words>
  <Application>Microsoft Macintosh PowerPoint</Application>
  <PresentationFormat>Custom</PresentationFormat>
  <Paragraphs>45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keparal</dc:creator>
  <cp:lastModifiedBy>Ji, Yuede</cp:lastModifiedBy>
  <cp:revision>67</cp:revision>
  <cp:lastPrinted>2020-05-17T16:50:46Z</cp:lastPrinted>
  <dcterms:modified xsi:type="dcterms:W3CDTF">2026-04-05T17:05:49Z</dcterms:modified>
</cp:coreProperties>
</file>