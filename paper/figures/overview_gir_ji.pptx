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2"/>
  </p:notesMasterIdLst>
  <p:sldIdLst>
    <p:sldId id="272" r:id="rId5"/>
    <p:sldId id="278" r:id="rId6"/>
    <p:sldId id="277" r:id="rId7"/>
    <p:sldId id="275" r:id="rId8"/>
    <p:sldId id="262" r:id="rId9"/>
    <p:sldId id="273" r:id="rId10"/>
    <p:sldId id="271" r:id="rId11"/>
    <p:sldId id="270" r:id="rId12"/>
    <p:sldId id="269" r:id="rId13"/>
    <p:sldId id="268" r:id="rId14"/>
    <p:sldId id="267" r:id="rId15"/>
    <p:sldId id="256" r:id="rId16"/>
    <p:sldId id="258" r:id="rId17"/>
    <p:sldId id="257" r:id="rId18"/>
    <p:sldId id="260" r:id="rId19"/>
    <p:sldId id="274" r:id="rId20"/>
    <p:sldId id="276" r:id="rId21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D8FF"/>
    <a:srgbClr val="F8D9FF"/>
    <a:srgbClr val="FF85FF"/>
    <a:srgbClr val="F9E1FF"/>
    <a:srgbClr val="F4E2FF"/>
    <a:srgbClr val="FFAFFF"/>
    <a:srgbClr val="FFACA9"/>
    <a:srgbClr val="FF8AD8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69AF7-2BC6-470E-A234-5DAE34659BED}" v="164" dt="2025-07-14T15:39:01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878"/>
    <p:restoredTop sz="94690"/>
  </p:normalViewPr>
  <p:slideViewPr>
    <p:cSldViewPr snapToGrid="0" snapToObjects="1">
      <p:cViewPr>
        <p:scale>
          <a:sx n="199" d="100"/>
          <a:sy n="199" d="100"/>
        </p:scale>
        <p:origin x="48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68A2-D1CA-1BA9-30B7-830BF17D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9654-AD60-2AD3-CB07-A92A86EA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0C38-92FD-B21B-0B9C-44E05D46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F81F-3A85-84C9-2846-EF7645002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0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7D54-7AE6-BE99-E87A-E65CFB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E292D-2CFC-9FB3-6ACB-3FD8CA9F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6B27-8EF9-CA89-66C8-1DB6AD98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AA7DF-4552-238D-73F2-D3081226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13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35497BE1-B80F-BF57-015E-08D1A93A2941}"/>
              </a:ext>
            </a:extLst>
          </p:cNvPr>
          <p:cNvSpPr/>
          <p:nvPr/>
        </p:nvSpPr>
        <p:spPr>
          <a:xfrm>
            <a:off x="3975404" y="2001503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5C5CE2-DBF7-9564-CB80-4ABBF0A474DD}"/>
              </a:ext>
            </a:extLst>
          </p:cNvPr>
          <p:cNvSpPr/>
          <p:nvPr/>
        </p:nvSpPr>
        <p:spPr>
          <a:xfrm>
            <a:off x="3980217" y="1170756"/>
            <a:ext cx="1689945" cy="780333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D1A5F0-D4C9-A082-2BD9-6924B0CF0B4B}"/>
              </a:ext>
            </a:extLst>
          </p:cNvPr>
          <p:cNvSpPr/>
          <p:nvPr/>
        </p:nvSpPr>
        <p:spPr>
          <a:xfrm>
            <a:off x="3980217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3767352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232739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808988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Detecting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098073" y="2583739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115082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ED33521-DD08-D1B6-E059-4B500F63535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388D9B86-6FF8-BE3E-0B80-0695134DA797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1D07B120-9364-3B0F-F2FC-E4F5B0A2BDE9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FB63B92D-341B-4A32-CBE1-608796518BF6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97477" y="192316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005C5231-FE91-C582-C183-B062F87EB598}"/>
              </a:ext>
            </a:extLst>
          </p:cNvPr>
          <p:cNvSpPr txBox="1"/>
          <p:nvPr/>
        </p:nvSpPr>
        <p:spPr>
          <a:xfrm>
            <a:off x="5320801" y="1147713"/>
            <a:ext cx="6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F838097-3890-3372-C992-344C253E7698}"/>
              </a:ext>
            </a:extLst>
          </p:cNvPr>
          <p:cNvSpPr txBox="1"/>
          <p:nvPr/>
        </p:nvSpPr>
        <p:spPr>
          <a:xfrm>
            <a:off x="5094821" y="1961424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7EA077C5-1C5C-8163-5823-30D3C976F84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D5D453D3-C6D5-A791-1518-CC28BF32AE09}"/>
              </a:ext>
            </a:extLst>
          </p:cNvPr>
          <p:cNvCxnSpPr>
            <a:cxnSpLocks/>
            <a:stCxn id="630" idx="6"/>
            <a:endCxn id="629" idx="2"/>
          </p:cNvCxnSpPr>
          <p:nvPr/>
        </p:nvCxnSpPr>
        <p:spPr>
          <a:xfrm flipV="1">
            <a:off x="4232165" y="957465"/>
            <a:ext cx="201903" cy="88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EAE9090-7374-E482-A27F-5307AD3B85C5}"/>
              </a:ext>
            </a:extLst>
          </p:cNvPr>
          <p:cNvCxnSpPr>
            <a:cxnSpLocks/>
            <a:stCxn id="629" idx="0"/>
          </p:cNvCxnSpPr>
          <p:nvPr/>
        </p:nvCxnSpPr>
        <p:spPr>
          <a:xfrm flipH="1" flipV="1">
            <a:off x="4518657" y="726233"/>
            <a:ext cx="25139" cy="1260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Arrow Connector 627">
            <a:extLst>
              <a:ext uri="{FF2B5EF4-FFF2-40B4-BE49-F238E27FC236}">
                <a16:creationId xmlns:a16="http://schemas.microsoft.com/office/drawing/2014/main" id="{CCDEF10C-7557-8AD8-13DA-0FF90D678285}"/>
              </a:ext>
            </a:extLst>
          </p:cNvPr>
          <p:cNvCxnSpPr>
            <a:cxnSpLocks/>
            <a:stCxn id="631" idx="6"/>
            <a:endCxn id="632" idx="2"/>
          </p:cNvCxnSpPr>
          <p:nvPr/>
        </p:nvCxnSpPr>
        <p:spPr>
          <a:xfrm flipV="1">
            <a:off x="4561051" y="633259"/>
            <a:ext cx="267033" cy="62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9" name="Oval 628">
            <a:extLst>
              <a:ext uri="{FF2B5EF4-FFF2-40B4-BE49-F238E27FC236}">
                <a16:creationId xmlns:a16="http://schemas.microsoft.com/office/drawing/2014/main" id="{FA5D9F42-5662-2141-5A84-1F6E44321DA4}"/>
              </a:ext>
            </a:extLst>
          </p:cNvPr>
          <p:cNvSpPr/>
          <p:nvPr/>
        </p:nvSpPr>
        <p:spPr>
          <a:xfrm>
            <a:off x="4434068" y="852309"/>
            <a:ext cx="219456" cy="21031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BD06AABD-41CD-83A0-DEBB-7F327910A3A9}"/>
              </a:ext>
            </a:extLst>
          </p:cNvPr>
          <p:cNvSpPr/>
          <p:nvPr/>
        </p:nvSpPr>
        <p:spPr>
          <a:xfrm>
            <a:off x="4012709" y="861150"/>
            <a:ext cx="219456" cy="21031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1" name="Oval 630">
            <a:extLst>
              <a:ext uri="{FF2B5EF4-FFF2-40B4-BE49-F238E27FC236}">
                <a16:creationId xmlns:a16="http://schemas.microsoft.com/office/drawing/2014/main" id="{D23F60F7-D842-5993-2117-DD566C3FDE7D}"/>
              </a:ext>
            </a:extLst>
          </p:cNvPr>
          <p:cNvSpPr/>
          <p:nvPr/>
        </p:nvSpPr>
        <p:spPr>
          <a:xfrm>
            <a:off x="4341595" y="534303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32" name="Oval 631">
            <a:extLst>
              <a:ext uri="{FF2B5EF4-FFF2-40B4-BE49-F238E27FC236}">
                <a16:creationId xmlns:a16="http://schemas.microsoft.com/office/drawing/2014/main" id="{D6267E79-4DF0-7EF3-63EF-16232C80E763}"/>
              </a:ext>
            </a:extLst>
          </p:cNvPr>
          <p:cNvSpPr/>
          <p:nvPr/>
        </p:nvSpPr>
        <p:spPr>
          <a:xfrm>
            <a:off x="4828084" y="528103"/>
            <a:ext cx="219456" cy="21031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7A8FAEA0-8B19-710D-E488-745237A8E82B}"/>
              </a:ext>
            </a:extLst>
          </p:cNvPr>
          <p:cNvCxnSpPr>
            <a:cxnSpLocks/>
            <a:stCxn id="630" idx="7"/>
            <a:endCxn id="631" idx="2"/>
          </p:cNvCxnSpPr>
          <p:nvPr/>
        </p:nvCxnSpPr>
        <p:spPr>
          <a:xfrm flipV="1">
            <a:off x="4200026" y="639459"/>
            <a:ext cx="141569" cy="25249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0AED34E7-464D-FF5F-6CA4-6A8C9FBAFC16}"/>
              </a:ext>
            </a:extLst>
          </p:cNvPr>
          <p:cNvGrpSpPr/>
          <p:nvPr/>
        </p:nvGrpSpPr>
        <p:grpSpPr>
          <a:xfrm>
            <a:off x="4807189" y="888196"/>
            <a:ext cx="860263" cy="211007"/>
            <a:chOff x="5045631" y="1192523"/>
            <a:chExt cx="860263" cy="211007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7049BCC1-F828-9B95-9DB0-EBEED0863F0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0" name="Oval 659">
              <a:extLst>
                <a:ext uri="{FF2B5EF4-FFF2-40B4-BE49-F238E27FC236}">
                  <a16:creationId xmlns:a16="http://schemas.microsoft.com/office/drawing/2014/main" id="{8E11B6C4-1CE0-23BD-AD73-BC6D5FB4AB63}"/>
                </a:ext>
              </a:extLst>
            </p:cNvPr>
            <p:cNvSpPr/>
            <p:nvPr/>
          </p:nvSpPr>
          <p:spPr>
            <a:xfrm>
              <a:off x="5045631" y="1193218"/>
              <a:ext cx="219456" cy="21031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8B4DF4A7-2433-8C1D-853A-653203AFE0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634DEF1A-6B01-1EAD-3A8D-D151A87F5933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969CDDDE-2513-2145-FB21-066E492D5C80}"/>
                </a:ext>
              </a:extLst>
            </p:cNvPr>
            <p:cNvCxnSpPr>
              <a:cxnSpLocks/>
              <a:stCxn id="660" idx="6"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A949268-73A1-C25E-5ECB-9EB7A54AEB4B}"/>
              </a:ext>
            </a:extLst>
          </p:cNvPr>
          <p:cNvCxnSpPr>
            <a:cxnSpLocks/>
            <a:stCxn id="629" idx="6"/>
            <a:endCxn id="632" idx="3"/>
          </p:cNvCxnSpPr>
          <p:nvPr/>
        </p:nvCxnSpPr>
        <p:spPr>
          <a:xfrm flipV="1">
            <a:off x="4653524" y="707616"/>
            <a:ext cx="206699" cy="2498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834DA-5E7D-D501-659F-05409819DF1D}"/>
              </a:ext>
            </a:extLst>
          </p:cNvPr>
          <p:cNvSpPr txBox="1"/>
          <p:nvPr/>
        </p:nvSpPr>
        <p:spPr>
          <a:xfrm>
            <a:off x="5090592" y="86581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2E52A-910D-675B-3187-32B987E948A9}"/>
              </a:ext>
            </a:extLst>
          </p:cNvPr>
          <p:cNvSpPr txBox="1"/>
          <p:nvPr/>
        </p:nvSpPr>
        <p:spPr>
          <a:xfrm>
            <a:off x="5393417" y="861609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162F-52FD-000A-191D-66DBE0740A44}"/>
              </a:ext>
            </a:extLst>
          </p:cNvPr>
          <p:cNvSpPr txBox="1"/>
          <p:nvPr/>
        </p:nvSpPr>
        <p:spPr>
          <a:xfrm>
            <a:off x="5220288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EEE88C1-6F57-F6D4-C94A-6D4AF969CFC7}"/>
              </a:ext>
            </a:extLst>
          </p:cNvPr>
          <p:cNvSpPr txBox="1"/>
          <p:nvPr/>
        </p:nvSpPr>
        <p:spPr>
          <a:xfrm>
            <a:off x="3959965" y="84467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7EBC5420-CC80-08A3-1C13-2E4D3FF4DE3E}"/>
              </a:ext>
            </a:extLst>
          </p:cNvPr>
          <p:cNvSpPr txBox="1"/>
          <p:nvPr/>
        </p:nvSpPr>
        <p:spPr>
          <a:xfrm>
            <a:off x="4397630" y="82766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8873FC2-9D9A-8DD7-4050-92212AAE0917}"/>
              </a:ext>
            </a:extLst>
          </p:cNvPr>
          <p:cNvSpPr txBox="1"/>
          <p:nvPr/>
        </p:nvSpPr>
        <p:spPr>
          <a:xfrm>
            <a:off x="4805428" y="50616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EB91212-A5DB-735B-3363-C572EFBE25F3}"/>
              </a:ext>
            </a:extLst>
          </p:cNvPr>
          <p:cNvSpPr txBox="1"/>
          <p:nvPr/>
        </p:nvSpPr>
        <p:spPr>
          <a:xfrm>
            <a:off x="4758347" y="86146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DDD9CC3-F368-9FAB-4F99-0AB24FDF2F9C}"/>
              </a:ext>
            </a:extLst>
          </p:cNvPr>
          <p:cNvSpPr txBox="1"/>
          <p:nvPr/>
        </p:nvSpPr>
        <p:spPr>
          <a:xfrm>
            <a:off x="4030784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2BCED58A-A73D-2114-9748-9C802F80C743}"/>
              </a:ext>
            </a:extLst>
          </p:cNvPr>
          <p:cNvSpPr/>
          <p:nvPr/>
        </p:nvSpPr>
        <p:spPr>
          <a:xfrm>
            <a:off x="4555835" y="1438930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3B4447DB-6151-A549-E9BB-BBD49AC1F481}"/>
              </a:ext>
            </a:extLst>
          </p:cNvPr>
          <p:cNvSpPr/>
          <p:nvPr/>
        </p:nvSpPr>
        <p:spPr>
          <a:xfrm>
            <a:off x="4181885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B634D6D1-6FDD-60E7-4FD3-893AE885FF4E}"/>
              </a:ext>
            </a:extLst>
          </p:cNvPr>
          <p:cNvSpPr/>
          <p:nvPr/>
        </p:nvSpPr>
        <p:spPr>
          <a:xfrm>
            <a:off x="4361417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E15737F4-AE6C-0685-E857-69D2D29F8E10}"/>
              </a:ext>
            </a:extLst>
          </p:cNvPr>
          <p:cNvSpPr/>
          <p:nvPr/>
        </p:nvSpPr>
        <p:spPr>
          <a:xfrm>
            <a:off x="4083355" y="1693726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2F98F013-DB57-418F-A15C-1FC0FE690F3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66445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CA68629-5B5F-A121-8226-EB371A6DAD40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4545977" y="1376122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09366A-3D63-AE18-F0DF-66BD9072F9FD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267915" y="1642221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EE66B955-2433-33F5-3ED3-2CF020132B11}"/>
              </a:ext>
            </a:extLst>
          </p:cNvPr>
          <p:cNvSpPr/>
          <p:nvPr/>
        </p:nvSpPr>
        <p:spPr>
          <a:xfrm>
            <a:off x="4904477" y="1550043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F2B2E72-5052-FFB0-3569-3C4DDE33AB1E}"/>
              </a:ext>
            </a:extLst>
          </p:cNvPr>
          <p:cNvSpPr/>
          <p:nvPr/>
        </p:nvSpPr>
        <p:spPr>
          <a:xfrm>
            <a:off x="5104575" y="130695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85AC522-D983-95F1-34E8-075FD01B227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089037" y="1486588"/>
            <a:ext cx="47204" cy="9427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AF2464-C866-349B-2890-C614ED263A3D}"/>
              </a:ext>
            </a:extLst>
          </p:cNvPr>
          <p:cNvSpPr txBox="1"/>
          <p:nvPr/>
        </p:nvSpPr>
        <p:spPr>
          <a:xfrm>
            <a:off x="4779050" y="1304912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59C5E918-1D4F-704F-6C0C-B5EB9BE9079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59135" y="2229153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E73E6C55-0A7A-BE06-FDEA-3777B97C3568}"/>
              </a:ext>
            </a:extLst>
          </p:cNvPr>
          <p:cNvSpPr/>
          <p:nvPr/>
        </p:nvSpPr>
        <p:spPr>
          <a:xfrm>
            <a:off x="4391556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DACBE46F-E43B-5CDF-1BCB-867A50C704AC}"/>
              </a:ext>
            </a:extLst>
          </p:cNvPr>
          <p:cNvSpPr/>
          <p:nvPr/>
        </p:nvSpPr>
        <p:spPr>
          <a:xfrm>
            <a:off x="3974575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E5779CB-C663-F517-F5F9-9131F1F0F417}"/>
              </a:ext>
            </a:extLst>
          </p:cNvPr>
          <p:cNvSpPr/>
          <p:nvPr/>
        </p:nvSpPr>
        <p:spPr>
          <a:xfrm>
            <a:off x="4166736" y="204951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52C93131-EB82-8B03-4CB4-46836D4F2C9F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190801" y="2386157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7954419-60D6-FF3B-C7EF-535198DA833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51296" y="2229153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CEE0212-AA85-1C1F-DBE7-1839F4D17F12}"/>
              </a:ext>
            </a:extLst>
          </p:cNvPr>
          <p:cNvSpPr/>
          <p:nvPr/>
        </p:nvSpPr>
        <p:spPr>
          <a:xfrm>
            <a:off x="4692507" y="22906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5F51FC-B027-F606-405F-2731FD50433E}"/>
              </a:ext>
            </a:extLst>
          </p:cNvPr>
          <p:cNvSpPr/>
          <p:nvPr/>
        </p:nvSpPr>
        <p:spPr>
          <a:xfrm>
            <a:off x="4912397" y="206665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68DB706-4C3B-E4AE-F8E8-36E7395B23A6}"/>
              </a:ext>
            </a:extLst>
          </p:cNvPr>
          <p:cNvSpPr/>
          <p:nvPr/>
        </p:nvSpPr>
        <p:spPr>
          <a:xfrm>
            <a:off x="5157819" y="228505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3C523-C116-9440-BB12-35BF5F7BB2D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877067" y="2246286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0E0184-2FAD-49EC-D9DA-CFFF9665EDBD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4908733" y="2390285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AC9B85-CBFA-CF5E-6A35-2E945C6DEA0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096957" y="2246286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39CC6593-F6C9-B078-6326-BCF25FD987C7}"/>
              </a:ext>
            </a:extLst>
          </p:cNvPr>
          <p:cNvSpPr/>
          <p:nvPr/>
        </p:nvSpPr>
        <p:spPr>
          <a:xfrm rot="2194629">
            <a:off x="4566054" y="1164574"/>
            <a:ext cx="548601" cy="57707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9CD5C61E-4A33-9DC1-9B74-867C9B816EF5}"/>
              </a:ext>
            </a:extLst>
          </p:cNvPr>
          <p:cNvSpPr txBox="1"/>
          <p:nvPr/>
        </p:nvSpPr>
        <p:spPr>
          <a:xfrm>
            <a:off x="5346471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833B0BA-9D2D-B255-15F7-42DC94ABE803}"/>
              </a:ext>
            </a:extLst>
          </p:cNvPr>
          <p:cNvSpPr txBox="1"/>
          <p:nvPr/>
        </p:nvSpPr>
        <p:spPr>
          <a:xfrm>
            <a:off x="5377084" y="2182620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4C98CDB5-2F7E-4110-C6DF-89F4EF9C8F56}"/>
              </a:ext>
            </a:extLst>
          </p:cNvPr>
          <p:cNvSpPr/>
          <p:nvPr/>
        </p:nvSpPr>
        <p:spPr>
          <a:xfrm rot="1670991">
            <a:off x="4189273" y="1064899"/>
            <a:ext cx="317197" cy="58671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9C23216D-C961-07BD-7DAC-330799A479A8}"/>
              </a:ext>
            </a:extLst>
          </p:cNvPr>
          <p:cNvSpPr/>
          <p:nvPr/>
        </p:nvSpPr>
        <p:spPr>
          <a:xfrm rot="5400000">
            <a:off x="4071079" y="1964143"/>
            <a:ext cx="146513" cy="5791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ED0AC79A-7072-1CDB-2733-C7A2D0AE3DB0}"/>
              </a:ext>
            </a:extLst>
          </p:cNvPr>
          <p:cNvSpPr/>
          <p:nvPr/>
        </p:nvSpPr>
        <p:spPr>
          <a:xfrm rot="3503374">
            <a:off x="4583935" y="1842472"/>
            <a:ext cx="478538" cy="54008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D40B5-9A52-392F-A275-DEF9B2222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CE20014-256F-B1AF-99C1-0D4DA2561FE6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5DB3EFC5-4D6F-E9AF-5AEC-3DD01A7BBEA8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3AC31A42-89B0-3FB7-4FC9-91C70E4B8B0A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C51DEABE-45BC-954C-945C-D6795FB5CE06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1B666B5C-5ADA-12E0-BCCC-8D0FE9F745B8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917B588-A523-FE8C-CBDC-46598708C0D8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8047E-A607-C433-5510-8ADD0811FDEC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CEFDC-2AFB-1E8E-A9C9-B49AE2E00F85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B5F4F054-E9DB-7ED9-57A8-41E1BDC8F350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35486CA4-5C84-EDF7-AED6-96B957B6F78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89279291-08E7-47D7-B0C7-CBC9EA5F013D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D02CD538-461D-A0BA-660F-1412FE8F66C3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D199071-37A2-1775-9F68-7403070F635A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BEBBB56C-2150-7B37-2B06-2EA34684E9BE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BAD55D23-E26E-F466-51E0-E8CDC3C6A95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44B2CF87-A0AD-BC3C-7E54-8081ED3CD2E3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49FCFA13-0A8B-263B-AB20-A5FC7DB8C663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D1977BC4-4E96-C8DD-256A-6AAF71FB88E9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381FC317-B432-E511-419B-7414B6047A54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9BD9A6F9-722B-A4FC-0231-806B944B7C8F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3275A5F9-1FE0-D117-CD96-97CDECB07479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6C89BA42-46AF-79C7-B325-06949AF3D612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ADED927-B867-9A85-7C9C-16DCD914573B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B14ED25-4C28-D2BB-5C2C-A921A75C2EE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49E6069-5512-A617-AFE3-70955E771C5C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3CDA2386-657A-EBC2-E291-CDB81F9514D9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E64F8A97-F83D-B8B2-ACBF-E79D888B522A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BF2DD5EB-9746-7B7F-41D2-341C2AA0F608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05A9E7CE-05FC-F2D4-845D-5E7739B3A22F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AB1E53D0-4933-972F-A528-869266472AA1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5DD9453-AD39-6A2F-A7A5-EFE2AC056F4E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209B3BA5-1E66-CE33-22A2-A8663362F18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96A49F59-F8C3-743D-BD1D-05815721775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52E87723-AC06-FA7D-BA1C-F547F342FFF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EF72352-1F59-06FC-FBDB-512A9BF80576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9CD4C93F-BC8F-7692-52A1-95E90578BB11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8EAF6A50-F831-052D-FDEC-119EA78F818C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21B83001-5CAF-6E1A-C176-D721620B4FA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4E76ACC-9C2F-94A0-93BF-41833926890D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C7D181BD-8976-7014-1DB2-81B346E7D0C0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F67316A7-7462-7DFD-4D59-D62AE5C02326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EB8315C6-4BCF-2AFE-E068-E1F6E4F0CAD7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8A02F77F-986A-3399-B983-3D6969DB86F9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9346BDD-955C-735D-E970-B60295A54116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F582E3B2-D7B4-3E91-E85F-49FEAED31BC2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5D70B250-6D91-6804-E678-C0E6713ADF8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F2BB4F5-4187-503E-80AF-91C2799A526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7C837FCA-22B8-EADD-1979-110B26FC3DA6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4C84DB4B-1FD3-4207-F58D-E3E8FA729B42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9CD0D1D-0B66-1CC3-E913-4A48C60BB109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21F29C0-66DD-C39F-0A1C-070DDEA06AEC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64D4CC91-8027-18D7-2CC4-402D6F58C31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D60A7D8-866E-E30D-2B60-9FB84A5AE5E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373623A-5ED6-645B-0AA6-B5599124F3DD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EDBB1B-C2AD-450E-9D6C-D1A0180AB2C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123C0F2-95EA-71F1-8979-A38B93DF7068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C37EB357-293C-B137-CB55-58333FD9F41E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A4CD24DE-D49E-0DCB-9052-2DDD6012E666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C9F52317-78D2-DD76-A320-B5449399575D}"/>
              </a:ext>
            </a:extLst>
          </p:cNvPr>
          <p:cNvSpPr txBox="1"/>
          <p:nvPr/>
        </p:nvSpPr>
        <p:spPr>
          <a:xfrm>
            <a:off x="3428186" y="960856"/>
            <a:ext cx="758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B309FFE-8227-5572-A92F-2F1FE4582FD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ED188CDA-5E2F-F8AD-B455-D72A6BF32E56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15EE1462-61CC-08B4-D47C-776D8111E296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494D61F2-B053-C281-3926-5957740066D1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64239E17-7CBF-3703-9E42-0D7066988A01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CC80FDAE-3296-A6C6-D9A8-6E691BB68BE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23EB31-7E6C-A3CC-CC95-08B6412A2789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A78597A2-6F75-C476-E891-E628219F405C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8BFE9E1-0967-D7C9-5E44-73EADAF36061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FFE43C12-893A-D68F-4954-DB927AECEF85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6DFDE71-93A1-5BAD-135C-A39D7675324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EF79AFA-51E8-A31D-CB9E-B5C1F8002D41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A40D64-7A83-BAC9-D019-92A7A041E341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DB4C9097-6851-8E92-F500-8ABFBB4E7B5C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25FD318-9955-FC53-09E6-1087C41AE32F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A0BD22B0-634D-6C3B-6D9C-B3696BF88DE0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81EA38D9-060A-9FDC-39B9-2D6C6B16F3FC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2634A13-133F-8553-49BB-A88E70753071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4B59C98-D09F-8AF9-0219-63C552BE13F0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38CA3797-09A0-607C-045B-C9A3DB74013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5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E675A-8675-FD92-5683-9B300834D634}"/>
              </a:ext>
            </a:extLst>
          </p:cNvPr>
          <p:cNvSpPr txBox="1"/>
          <p:nvPr/>
        </p:nvSpPr>
        <p:spPr>
          <a:xfrm>
            <a:off x="1634253" y="282419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0637DB-461B-5125-B2ED-3CE4249012EC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1889273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775A27-EA76-E51F-0143-B3ABC5465D34}"/>
              </a:ext>
            </a:extLst>
          </p:cNvPr>
          <p:cNvSpPr/>
          <p:nvPr/>
        </p:nvSpPr>
        <p:spPr>
          <a:xfrm>
            <a:off x="2197780" y="1643493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8E119-94C1-C064-1723-FBA980233287}"/>
              </a:ext>
            </a:extLst>
          </p:cNvPr>
          <p:cNvSpPr/>
          <p:nvPr/>
        </p:nvSpPr>
        <p:spPr>
          <a:xfrm>
            <a:off x="1781160" y="2403664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598B3-96C6-CAF5-1091-12E3AC7CEFB7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2305892" y="1853947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0577E92-851E-EC8F-A89F-68A5124249EB}"/>
              </a:ext>
            </a:extLst>
          </p:cNvPr>
          <p:cNvSpPr/>
          <p:nvPr/>
        </p:nvSpPr>
        <p:spPr>
          <a:xfrm>
            <a:off x="2614399" y="199953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B5524C-485A-F291-741F-CFFDCE999928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889273" y="2209989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CCD99-437B-A2AB-7603-D1A68AF75120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2382338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D7CCF-B808-0FAD-CA69-584F3E8D8671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2722510" y="2209989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BAE84-C11A-6C09-85F9-DCCE5C8DED20}"/>
              </a:ext>
            </a:extLst>
          </p:cNvPr>
          <p:cNvSpPr txBox="1"/>
          <p:nvPr/>
        </p:nvSpPr>
        <p:spPr>
          <a:xfrm>
            <a:off x="3514946" y="282238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E57-3B59-C790-B51C-69617DE2BC44}"/>
              </a:ext>
            </a:extLst>
          </p:cNvPr>
          <p:cNvSpPr/>
          <p:nvPr/>
        </p:nvSpPr>
        <p:spPr>
          <a:xfrm>
            <a:off x="178116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94F24-B5DA-12EE-D697-BB6E0AE216FF}"/>
              </a:ext>
            </a:extLst>
          </p:cNvPr>
          <p:cNvSpPr/>
          <p:nvPr/>
        </p:nvSpPr>
        <p:spPr>
          <a:xfrm>
            <a:off x="219778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EFDAA-77FA-2573-306B-749D2ADE727A}"/>
              </a:ext>
            </a:extLst>
          </p:cNvPr>
          <p:cNvSpPr/>
          <p:nvPr/>
        </p:nvSpPr>
        <p:spPr>
          <a:xfrm>
            <a:off x="2614399" y="2386391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8B254-33EB-DBE1-A412-1702D0FDFB50}"/>
              </a:ext>
            </a:extLst>
          </p:cNvPr>
          <p:cNvSpPr/>
          <p:nvPr/>
        </p:nvSpPr>
        <p:spPr>
          <a:xfrm>
            <a:off x="3839673" y="1522972"/>
            <a:ext cx="695191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6273D1-462D-4865-40AD-31947C2BCD30}"/>
              </a:ext>
            </a:extLst>
          </p:cNvPr>
          <p:cNvSpPr/>
          <p:nvPr/>
        </p:nvSpPr>
        <p:spPr>
          <a:xfrm>
            <a:off x="3013376" y="1521479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7BF4D-7742-E02D-87BD-C7FED3B11048}"/>
              </a:ext>
            </a:extLst>
          </p:cNvPr>
          <p:cNvSpPr/>
          <p:nvPr/>
        </p:nvSpPr>
        <p:spPr>
          <a:xfrm>
            <a:off x="3989560" y="1819342"/>
            <a:ext cx="266132" cy="261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CE068-9643-87C8-DC66-E38F8353EF9B}"/>
              </a:ext>
            </a:extLst>
          </p:cNvPr>
          <p:cNvSpPr/>
          <p:nvPr/>
        </p:nvSpPr>
        <p:spPr>
          <a:xfrm>
            <a:off x="3987168" y="2150120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F3319-2426-C97D-BC1E-94F6ECE3D8A5}"/>
              </a:ext>
            </a:extLst>
          </p:cNvPr>
          <p:cNvSpPr/>
          <p:nvPr/>
        </p:nvSpPr>
        <p:spPr>
          <a:xfrm>
            <a:off x="3987169" y="2454810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88A478-1744-B582-26B6-C4BD6F98C089}"/>
              </a:ext>
            </a:extLst>
          </p:cNvPr>
          <p:cNvCxnSpPr>
            <a:cxnSpLocks/>
            <a:stCxn id="33" idx="6"/>
            <a:endCxn id="19" idx="1"/>
          </p:cNvCxnSpPr>
          <p:nvPr/>
        </p:nvCxnSpPr>
        <p:spPr>
          <a:xfrm>
            <a:off x="3578312" y="1942787"/>
            <a:ext cx="411247" cy="73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61C25-7F81-9A03-3AC5-524D0FFCEE55}"/>
              </a:ext>
            </a:extLst>
          </p:cNvPr>
          <p:cNvCxnSpPr>
            <a:cxnSpLocks/>
            <a:stCxn id="33" idx="6"/>
            <a:endCxn id="20" idx="1"/>
          </p:cNvCxnSpPr>
          <p:nvPr/>
        </p:nvCxnSpPr>
        <p:spPr>
          <a:xfrm>
            <a:off x="3578312" y="1942786"/>
            <a:ext cx="408857" cy="330779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4034E-468F-8D0E-3BB6-8E6390CF3A39}"/>
              </a:ext>
            </a:extLst>
          </p:cNvPr>
          <p:cNvCxnSpPr>
            <a:cxnSpLocks/>
            <a:stCxn id="35" idx="6"/>
            <a:endCxn id="21" idx="1"/>
          </p:cNvCxnSpPr>
          <p:nvPr/>
        </p:nvCxnSpPr>
        <p:spPr>
          <a:xfrm flipV="1">
            <a:off x="3578312" y="2578253"/>
            <a:ext cx="408857" cy="400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3D5B3-4598-7349-BE1F-3BC3E4F28FEE}"/>
              </a:ext>
            </a:extLst>
          </p:cNvPr>
          <p:cNvSpPr/>
          <p:nvPr/>
        </p:nvSpPr>
        <p:spPr>
          <a:xfrm>
            <a:off x="4559269" y="1529626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D36C2-64CD-6218-149A-63EB6D476746}"/>
              </a:ext>
            </a:extLst>
          </p:cNvPr>
          <p:cNvSpPr txBox="1"/>
          <p:nvPr/>
        </p:nvSpPr>
        <p:spPr>
          <a:xfrm>
            <a:off x="2946897" y="1515328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A6018-63E7-031B-D667-CD687EAF65D2}"/>
              </a:ext>
            </a:extLst>
          </p:cNvPr>
          <p:cNvSpPr txBox="1"/>
          <p:nvPr/>
        </p:nvSpPr>
        <p:spPr>
          <a:xfrm>
            <a:off x="3761543" y="1530376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87CC9-4F17-EFEF-950F-152221B294FF}"/>
              </a:ext>
            </a:extLst>
          </p:cNvPr>
          <p:cNvSpPr txBox="1"/>
          <p:nvPr/>
        </p:nvSpPr>
        <p:spPr>
          <a:xfrm>
            <a:off x="4671927" y="151556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D95DD-C985-D54F-5C8D-ABED60958840}"/>
              </a:ext>
            </a:extLst>
          </p:cNvPr>
          <p:cNvSpPr/>
          <p:nvPr/>
        </p:nvSpPr>
        <p:spPr>
          <a:xfrm>
            <a:off x="4605739" y="18232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192A0-D976-34C3-788A-129198D02FF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740001" y="2070153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6EA7B-EC9E-46B8-9B01-2A3F65702396}"/>
              </a:ext>
            </a:extLst>
          </p:cNvPr>
          <p:cNvSpPr/>
          <p:nvPr/>
        </p:nvSpPr>
        <p:spPr>
          <a:xfrm>
            <a:off x="4909861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3FA3E-5821-127E-B17C-4332078045C5}"/>
              </a:ext>
            </a:extLst>
          </p:cNvPr>
          <p:cNvSpPr/>
          <p:nvPr/>
        </p:nvSpPr>
        <p:spPr>
          <a:xfrm>
            <a:off x="5224856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337EDF-986F-EC7D-1B94-B658D5A14BE6}"/>
              </a:ext>
            </a:extLst>
          </p:cNvPr>
          <p:cNvSpPr/>
          <p:nvPr/>
        </p:nvSpPr>
        <p:spPr>
          <a:xfrm>
            <a:off x="3362086" y="183755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303B70-B622-9AF5-4F6D-505DD11DEF47}"/>
              </a:ext>
            </a:extLst>
          </p:cNvPr>
          <p:cNvSpPr/>
          <p:nvPr/>
        </p:nvSpPr>
        <p:spPr>
          <a:xfrm>
            <a:off x="3364062" y="214344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C9A0E-16DF-D16B-965D-4F549BDEB02B}"/>
              </a:ext>
            </a:extLst>
          </p:cNvPr>
          <p:cNvSpPr/>
          <p:nvPr/>
        </p:nvSpPr>
        <p:spPr>
          <a:xfrm>
            <a:off x="3362086" y="247703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97259-F8C2-E72F-0C3F-616295B676C8}"/>
              </a:ext>
            </a:extLst>
          </p:cNvPr>
          <p:cNvSpPr txBox="1"/>
          <p:nvPr/>
        </p:nvSpPr>
        <p:spPr>
          <a:xfrm>
            <a:off x="2074071" y="1423733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A12664-BA36-0798-62BA-DA50A046C9B3}"/>
              </a:ext>
            </a:extLst>
          </p:cNvPr>
          <p:cNvSpPr/>
          <p:nvPr/>
        </p:nvSpPr>
        <p:spPr>
          <a:xfrm>
            <a:off x="4631888" y="217593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2660663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C9B76-8F93-0E91-D310-2AF534A2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B3D42F98-A2D9-B806-6B0E-895D82B1BA73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6F481D3-C5D7-B1A3-2621-FD20065DD9C1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21FAE05-804E-751C-320F-973CAEE27C70}"/>
              </a:ext>
            </a:extLst>
          </p:cNvPr>
          <p:cNvSpPr/>
          <p:nvPr/>
        </p:nvSpPr>
        <p:spPr>
          <a:xfrm>
            <a:off x="4102054" y="449685"/>
            <a:ext cx="2051592" cy="643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E30A8EE-585D-E7B2-C8E2-BA73CCC5E29B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037E5C55-82EC-6959-E51A-E0D93598CB4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C376-6B89-0230-1AC9-F04E40C6D538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BB657C-FE0B-D890-53D3-FF7BE2653A98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F62FE8-C8D5-C6BA-70FC-760FF9E96B01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50558-278F-9DB5-2FE2-6019FB739930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4F3B08A-239A-29B4-D473-C37691063048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B2AB709-A302-DB1C-723D-1B3CE2F23C5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6D479C3-9C25-870F-7439-65B1FCC5D996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E809FB6-1B2A-7233-C69D-91242DDE7F35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526D9B-7CC3-2919-215C-11EF7F8EAE48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24B98FF-433E-129E-F883-6A135009F149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9273CBC-97EF-26CB-9ACE-7D4F0B0AC713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B9D4989-1CF4-F72D-AD06-07E49D46651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65FD48C-06A0-2E91-B81F-F3B36086E52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D40A1AFD-D87D-79E3-D141-5933516F4F19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59163A7-B1DE-CACE-C057-1E0B55AF4637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FD19194-52A6-AEBD-CBF0-9FA016F841DC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69DC6F-34DE-60BC-7FD8-68D6AAB34394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7C0935F-D9EE-335E-3880-8C2F8915F89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6B9323C-0B46-00E3-31E6-E32E2FA8E827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5093845-C7F4-F405-2891-5931AEAC0AB0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5BD920D-4250-C401-EE9B-DB4C2FB1A0E8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76605C5-FE40-5F19-EE43-790678459A50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5051D6C-8F53-F280-95BF-5BEA4EBD427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79FFFEC-EE32-A712-32FD-1E2FA7798ECE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8DCC5D7-5413-A398-A40A-B970A2AA749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05C294-B085-1F77-0433-D342A0BD427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3E08E57-81D9-C618-0468-C54A1A4E578A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49DF462-AC3D-A4A9-B09A-47233750FFC8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6DBCCAD-A073-4A71-FD09-A2DAC1EF00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3DF91FA-7C0B-DA37-1FF7-5B6BE05A2D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340C7AB-E201-0A5A-6975-0B7992561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F3468F4-D9CD-68BA-5024-E41D21D28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E38C15E3-4EEE-0DE6-3E14-FF7161F79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1393EB20-0D32-6302-EAFF-457E3C316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1A1A5C9D-9EE1-5BE3-2676-49014088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63E9A24-E5A2-9E7C-B228-22C921F6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1C7DB63-F580-C828-5D32-E511BC27B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723AB5AE-4636-44B8-724D-EC74647E2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626EA37C-D6A0-DE30-8C15-1C3A5FC3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9A64067B-63E5-81B9-B012-1496CE90F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84F4131-0290-199A-4562-0AB6E94A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D45EB141-7227-0A5B-67BB-889531278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7F062033-4C47-3D84-98CF-CC5456EFB6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2EC30BEA-64C4-889A-1425-74803A309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759A9167-6FE5-1F92-A251-A58DA5D5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A87D813-45E7-00E3-8C05-AFB81DD54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247D10-6E34-0E65-18D9-8070C8237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F396F6C8-31DA-133E-E529-66004038E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67571BAC-C82A-B5EC-CCD5-D0E1AEF5749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F03652-E4E2-A265-56A9-D161483F095D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5983A0-81EF-1C88-C2B6-7235BCB2C2A5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588B1D-CB4B-9BAD-A79C-5CFB1EA11856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9CAF81-746A-43AB-BC53-EF6AF5C3CE4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CADE34-43C6-51B4-8D22-73467E1703A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2CE198C-CECD-BC41-0E1B-D3DBDCDB2C2B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4C0665-F5FD-8B6B-068D-26DEDF0D1072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8EB776-E805-A428-4993-E22BE1C70BF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F883BB-46DB-8A9C-8B7A-E5A15D0D2F6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EFA62DBC-C22A-F0A3-643D-E70B005D8D4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687A68F-8052-CC33-D897-E33C0FB124B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9B03194-BB4E-2FFB-9C8E-4FDE4EC60A19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4FF48A3-0269-CDB7-BCAC-EE61DA5853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EC0CC3-0A66-7F71-B4B8-8BA62C935541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96DD093-0945-8F50-9B6D-D4D4A9F920A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19F687DA-64DD-3B9B-B737-778861E9C3EB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8F4E609E-552C-C3BF-6150-A45D93789737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6240FCF6-25EB-A001-A488-AEAD46FDBE9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A1AA7F0-CC53-FC72-6EC9-074C7994880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D4E3903-D68B-8431-3F9B-62C93A894332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312F3DE-2E74-A6F3-BBE6-AFAFC41DE20F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0C86B69-CABE-3FC5-FBCD-D7941A8E5A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B1C59BA-23DF-FFC6-A3A0-FDCC3AE1881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891B03D-495B-56CC-B04C-3AA6333911B0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A15B23E-A2E6-AC2C-D32F-103E50B5AD7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B62D2C49-67D8-94DE-5317-F25A3369365F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6CC2AF79-3AA7-35B6-FAFF-9B4D96BF7935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8808F78-824D-116C-162C-5B6E33865456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475F62DE-69D6-FF19-FA1C-B3665042FADB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42E05C-4681-BCF9-0847-6AAFCE81F6ED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148DE54-C1E2-90F7-76FD-69C579B62622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A8599CB-7502-57AD-6571-0D38841AB9E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76DDD448-4CCC-40C4-182E-3E3FAE587C0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8EE8C36-8DBE-E532-E66C-3945DEC32070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904C772E-4061-8EA5-9CC5-C18C9679EC8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7B31C4C-4CC6-A193-5239-958B01CBBA1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BAA4B5E-72E7-8D45-D722-30A23E37C940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F1B472D-D1D8-216E-D1D3-ECAF7E331C9C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0E8A445D-5090-62B9-D5E5-2317344D0F88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CEEA6D17-8E08-77F9-FEED-140A47322710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745661-6FAA-787E-FE2E-F55F5BDCB7B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CF907E2-5C30-87BD-8B3D-0C3DC30F59A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3421E16-90D6-661A-F559-029F28E3BE0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CDFA0B-93A8-54E1-612B-3DA0B7AC68C6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702E6B5-484B-B778-A430-41EA9E1259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64945296-A85A-03A6-488F-FA24A1481A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99A9D14-F888-E6FC-98FC-C1221CFED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805CE2E-19A5-772E-C82D-0272F9FE9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159D2BC9-30A6-2B58-24CB-AB6D7F6884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CF13F27-56E9-2B58-8D2A-6A6C82FAF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99EF48A5-D1F1-C9C3-9F2A-DC83EC878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0BF31A96-6850-1A8E-E276-57CCC7B4F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2E6AF7E-B5A2-FF8A-808B-B5C2A02C6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DDA558E1-9150-4F74-51AC-FAB56AFCA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74A4BA42-8C9F-3901-AA51-0CBE82002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53EB023C-7570-9375-81F0-B64B7794F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49CBB1A-BEA5-813F-DF06-C2C46A0E8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F96B546-FA48-01B9-0E97-E779B2279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ECA7BDB6-207D-D850-9F84-B749DC08D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7BFBF134-3958-8A7E-F3FD-6222AF2B5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A45AA743-622C-77A7-0DBA-271B5EF38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7279E9FA-4834-7769-1871-7A71DAE9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A481955-8510-E40F-85B3-AC755448015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1DEAC655-C908-55E8-2B85-BB7720CBF4D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6C4B601-E01D-B0A1-1550-82FDE12D67F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13A7ACC-0F45-0435-556D-24645C4DC881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8219022-A4BF-E6CF-8ABA-459495AE9F4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F2584A1-90A6-9D90-E825-651E0AA1EBF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F17A6751-062C-3BFC-6EF0-9C2B13A6BEA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922A8BF0-EB26-B0B1-A7B7-8AA3BD5FD33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2F7B4E3-55BE-D9E0-7E0A-1ABE446E21AB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733EC6C-DA7C-0FCA-46B0-012A4EF11263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4D78557B-93A9-A112-7CED-1209AB53D185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2A74CC7-BF61-0C76-E474-FEC2A5093DA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DA30EE5-00FF-09F8-603C-E78ABA6AF85E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04FC38-5FAA-DD1D-5743-C435BDB29CD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D71FEC17-7EAE-36D1-F8BE-39E49C808C8B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24079AF4-5858-4B17-E283-86B408E74932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BB5D711A-16A6-9620-5ACB-AE281E6F0120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704A46C7-60D1-62C9-7204-6ED2B88E4836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00A72E25-EAD2-9C23-3621-57243A07E4B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DB23B64A-370F-8315-0585-4E2E76400C58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2DFE9E01-B1E0-BB97-511E-0C692F33ACB5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6056D8D-F336-D85B-0F0D-6153EB827679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9FDD035E-789A-8181-89AA-8A2E7B296048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689092B-36E9-B29C-B2F6-B122CC3C3EA7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0C3B301-1598-9574-4199-873CBC2083D6}"/>
              </a:ext>
            </a:extLst>
          </p:cNvPr>
          <p:cNvSpPr txBox="1"/>
          <p:nvPr/>
        </p:nvSpPr>
        <p:spPr>
          <a:xfrm>
            <a:off x="4028174" y="189379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3CB7E9C2-3CFF-5086-4BB2-CCB2C63CB141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97FC44-3FC3-4288-EAC3-BE022AC61839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218336"/>
              <a:chOff x="4960433" y="592357"/>
              <a:chExt cx="1777989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D53F6179-F99F-7D7B-A1A9-773CE2EA1C28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218336"/>
                <a:chOff x="5429891" y="521896"/>
                <a:chExt cx="1647774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F7E89937-84AC-0D5E-7700-04C883F7B6D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9DC7705F-D75B-169F-6AA1-8142BA02ACD6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AB18C8DE-3B58-E08C-16A8-1B18A605CC4B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0C8FC086-51F6-8524-5C50-8AD6E21CD5C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E41A79D2-7151-89AC-B283-7369387BD9C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DB78CD8F-B61E-56C9-B396-FEF1FDCAD846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53BCFF-8000-2412-8BE7-22826F22DFF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44B2E59-24DA-DA1F-034E-88FA6930BE20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4F93FBD6-ECA6-598F-8008-4D1932305E2F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B114AC73-367E-FBF5-73FC-7B06B7C0A141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EF9CE665-EE1F-2111-3437-B2443F447CDF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CFD269E9-2D0E-3DA8-1E6E-3D38DC73CA29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7B9F08E-8F07-60B1-E16A-E88B04F9A0BC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88632189-4749-4194-A759-E3BDD484A839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636B9FE2-3F70-3E53-CFB6-090FFCC899FB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2E114781-A658-0F4A-5752-46C89EB291D4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574291" y="1548939"/>
                  <a:ext cx="312420" cy="191293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F0CDCBA2-4B7D-3C44-D893-9E1EB6A29AE0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63B98-1B54-9B52-7385-8E0F8BAF558E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5673C-DED2-B84C-1008-ADDFED6B1496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DB58AC3A-C66F-EFF1-F1A3-F58A36D695BF}"/>
                </a:ext>
              </a:extLst>
            </p:cNvPr>
            <p:cNvGrpSpPr/>
            <p:nvPr/>
          </p:nvGrpSpPr>
          <p:grpSpPr>
            <a:xfrm>
              <a:off x="4179432" y="576423"/>
              <a:ext cx="1611509" cy="635480"/>
              <a:chOff x="4179432" y="576423"/>
              <a:chExt cx="1611509" cy="635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CAFC9F-3FA6-7A1E-2778-AF0D4C6B265C}"/>
                  </a:ext>
                </a:extLst>
              </p:cNvPr>
              <p:cNvSpPr txBox="1"/>
              <p:nvPr/>
            </p:nvSpPr>
            <p:spPr>
              <a:xfrm>
                <a:off x="4179432" y="576423"/>
                <a:ext cx="5918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54F5003E-AACD-0C0E-5F33-1329FCA3ECA4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C4CB82B8-C690-EB9F-FDBA-30A9D86F82F6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16CA514-C6CE-1F2A-DDDA-6958B17F224B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2CB40B-1DBC-8946-0D91-421F8BC64BEF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FFCAED12-22F4-B8C8-7BC6-D673D90F1E70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01EFFE8-BA15-329C-5EDA-79C3CDF0395C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9383FBCF-321F-5FF1-3775-31BD2E9D6702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D9517D13-6E55-AF72-FC3A-BE5F02C37A07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24BD8730-0124-D8CE-2831-F28B33FE2C17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9C9CCB3-8FFE-00EC-0D98-FD98404980E5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817A8C9-B566-95FF-D8A7-A005092D22FC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3FBF953-671F-9E6E-8484-2BABFAFF55A6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923AB6EC-05FB-11FC-B8E2-820B1379FED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A5F3546-85D2-74B5-FFF0-BB67E3183745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773F983-4937-66CC-1330-88431BDE83AA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38C678ED-46DC-F25B-CA80-F1131A709CEB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451F5BB-0280-7F9D-D975-9BFDE6391F7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49805E44-7E8D-9EAF-99FD-8D40DD287BEF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FD577ACA-F863-7961-E5B3-0E79770AF87E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3886263-EB4E-A1FE-BEBF-B8814B0E9F63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439CFC9-58A1-450F-C201-61F796C02B9E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F644301-1BFE-D6B4-C568-5199284F510E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BFE77B-2C80-C1A9-69BF-A0825795CA98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833524F-B660-9F37-A82A-4E07CDA3F24A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17D4AD-17D2-33D8-7B7B-21AD79E37877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DD1FA1-A9E0-3A0C-BF13-3A3824BA53F1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AFCB9-9E9A-A1A5-A878-686E3B28FDD6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A4AEFB-B7C4-1D08-4D77-DE496D52C573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BA766B-AD4F-A96C-F49A-308A00172CAB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26B15AF-1F4A-7058-764C-2D153E571449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086591-2AAF-EA43-2745-E31AB0B027E4}"/>
              </a:ext>
            </a:extLst>
          </p:cNvPr>
          <p:cNvCxnSpPr>
            <a:cxnSpLocks/>
            <a:stCxn id="544" idx="0"/>
            <a:endCxn id="629" idx="5"/>
          </p:cNvCxnSpPr>
          <p:nvPr/>
        </p:nvCxnSpPr>
        <p:spPr>
          <a:xfrm flipH="1" flipV="1">
            <a:off x="5035673" y="924158"/>
            <a:ext cx="664019" cy="2079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70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DB1F-D75E-CF9E-CDB8-621F57F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BADEC-FFE7-D62E-210B-1607BC156C35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128AEE-E414-C06E-05F6-359C17A08E75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7D161F0-C584-090C-4C5C-0DDD160D836E}"/>
              </a:ext>
            </a:extLst>
          </p:cNvPr>
          <p:cNvSpPr/>
          <p:nvPr/>
        </p:nvSpPr>
        <p:spPr>
          <a:xfrm>
            <a:off x="4101552" y="431343"/>
            <a:ext cx="2051592" cy="6014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C3AD0E9-C66A-CE8D-EF87-B27524EE74B1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9CD95B4-9024-E69C-AEB5-E64CD70105E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57253-FF11-C065-8160-8BC51FF94FC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4413020-B868-36DD-8AA5-C5A87CA9611E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63A535-EC44-F162-D7F0-505E5A091A27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2737602-A002-0D0E-8F1A-668ED399692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238D4EF-BF9B-8201-41A7-5CFD03C18FA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7936B49-D001-6428-35B5-4C00445D7FDF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4286327-EF87-FCDC-1653-7B89591499EA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9A1DDE6-F03F-C93D-80FB-8F010FBAC4C9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E89DEC-DF0B-DDA3-338D-9F1BB4F8953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32E9676-B4DB-AFC7-1881-4D4C28C12874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AAA713F-FE97-5C08-C9F4-49E39563B990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4D5712-8FFC-7BA4-D64C-2234F576E83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4E7AA2D-498A-8B47-C2BA-F6F56AA7C7BA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3135BE4-4E91-7C49-B1CF-145C8B505B10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C720017-3A42-30C1-CDBA-C4C069F04435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4FB9459-8660-48F7-FFC1-0297671D8D79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60BBBF-82DB-471B-B95F-C8B6FC2E1FA9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8F0681-99A5-B69F-CAA2-4926378BD25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A68EC766-37A3-56D4-4B95-695ECBDFC392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3D8D034B-4C20-B7D7-4B33-96C034DFFE99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BA0903-906E-1E57-5C78-99F6DEC3E7AB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26E82FC-80B5-97E9-BFB2-1C88B7EC95C2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34EFDF9-4DB5-C983-7291-C3799E214B1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079DD22-3C40-188D-AD28-145D9D0A445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740944C-3E27-538A-93A3-6E5A44C7B87D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75819D1-8581-9721-9911-3D73FB355BA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D7040E70-0E58-0312-4C71-46D158E2FB6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7B12F91-E4D7-1DF9-94D2-95A7CA68D3CA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45593677-6216-2459-3577-D031FCD7024E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DE985DE2-63F2-21B6-DDD7-3503D5A3122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8E17CF0-F61B-26A5-219A-6E903B3A4A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4F6867D-A2AE-0610-1FE8-8EA3E184F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7DF37858-9772-5CB3-ADB5-002ABEF1A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03C2DE16-386B-872B-99E9-54DD2CAE0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FDF8696-EC29-CB8B-EB6B-DEBD9A60B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6E78667E-A3FD-0384-F86E-12EBCD2DA0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EBDE125F-9A09-9E51-7B32-A26181D61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1D529676-98C0-9DEC-EBD8-5E4314887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A8CDA7AA-B35B-2E89-48D1-CFEF8FBA7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79EDEDFB-C3DB-80C1-BD0F-5E06774A3A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8D0A082-848F-F8FB-08E0-B82DEC598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D199D6-36D2-0189-6DAA-5BB2419D8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5CDC8AAD-1C07-2D70-477E-E09855DB2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F913ACF-2038-F94E-0E29-D1F2D530E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50BCA0DA-0EB5-8873-D85D-715C394C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DDBDD37-853A-EE1E-30D6-BFBDDC2A2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59E5BC91-1081-2B02-B7C6-6756EDC0A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11C252AB-7290-4335-1DC5-84A1693FC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92FBF33-1846-A039-D6FD-E0FDBD419C0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8DE1E0-4312-1B54-AF57-EFC1A175DDB0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26F14C-B924-6B42-1B57-EA9B1A99C9A2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99483C-66DF-3D06-94FA-3BD576E265FE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232AB65-458D-888E-3082-2ED7F239D59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4F5F24-BB03-3704-09C8-CF94C1A6BBD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7E16685-B73D-362A-CABD-90BF0978CB71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80F444-CCC7-A7EE-AA2A-BB14FAD517B3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20D4A59-843D-98C4-0617-5C4D5D1C4B78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5FCAA5-F09F-7BF8-1B73-DE33D9F8995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73452A1D-B7FE-0805-6BDD-BFB590C3F17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5D03BCD-45F2-8F1B-32FE-2C845359C6FE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0B06ABC9-99E2-E713-FE50-8CEA95DDAAF6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DC52DDB2-1592-4F5E-2A1B-50B38191FEFE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15F154-56AD-034B-BD26-4544DF526C2E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894DE85-3BCD-AB80-9409-1CBB7B3D16F9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99A55A0-753F-01D2-DBDE-0CA7E34BA2DA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0C37B0E5-79A3-51B6-5CAF-0F295380B0A9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70976428-76DF-096A-9CEB-F258413EC046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371D56F-431D-C891-7F7E-8E119DE985D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03A7DB3-94BB-9719-D1F5-9465F6B94DBD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00A62EBF-A179-38A8-9AD9-A41D8BFBF388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0F2AFED2-9CB8-30F6-6C33-E3CA8622EA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35198A0-D2AB-71CC-1064-CFD3B1797A67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8C4AF835-F63C-B738-9A8E-7C2FC1E5292C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2F18ED63-93A7-F35B-3E5E-A670A43021E6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781FE496-FE1F-C150-E1B2-700191B82FB1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ECBC9423-836F-A74D-12E2-840CD0ED683C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0296AA0-0C1D-568D-5602-16011600FBA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52E50-2EE4-E064-0525-3C47F48CD22D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6810B28D-45A6-C715-0B7D-7A4E2153B830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8CBE6AC8-D567-6743-B87C-B5CF3F5CA0BD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1698CF4D-D23F-D067-7217-1E1AA7CAEE3C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672F496-5725-C807-8026-796BCCE206A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25FF6FC-C051-9334-1ABE-3951C3DFADB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06F67B77-1075-3743-E119-A583D5AD1CE1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9E6BB0D-16FC-B1F0-E077-77212E62BA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638D632-3939-A2DF-BAA4-F8D66E7EFB8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F2118AEC-A24E-2E82-9B6D-4A84917FCEB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29DFC0FD-D5D2-FC11-ECAB-75CCBA4FBD01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7CF8AD3D-283F-8B96-66BF-3562DFBCEC3B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63945EDE-1FE5-E88A-37F6-52A51E7495B8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A6DF55C-0780-150D-533B-9EB14B1B972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394E08F5-6498-CC79-03EB-C86608B969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364FF2A4-047F-B935-D115-4DFA54C91AD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FCB7B87-E617-3EF6-710A-476EEFB90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4CFB3CE-87C9-CC55-3353-A94ACDC11B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91120DBD-2129-C83A-123F-52F5B447C4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0261E63-2BBB-3566-B7E6-287C1F09A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CC9B9B72-8F37-B304-6F93-CC30A9A6A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7EA7A437-0D83-E43A-1D96-2875865A3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794C00-D069-CD07-56DB-A019EF0ED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E572BF5-A077-46DB-4AE5-00833DA4A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E903125-B781-F9E9-7580-B5F67DC5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F5830301-9CB8-8947-1B7D-F4653765D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60BAB1EE-6E21-E483-CBB4-CBBEA0844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DE21E20D-EE00-EE41-5125-79494021D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C3B617E7-AB69-C980-5F7C-18178C359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817E90A3-7124-E33F-F979-581FF3767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CF7B55B-6AAD-300E-5544-D910129B7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DF8BA102-2E81-E735-BEA6-D8637198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45D847B-B15F-3D99-2596-198C1CFC2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5D8976C1-6B0C-6B5E-23B3-ED7099CF3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375B56D4-7A94-297F-F432-ECF1FB99315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AB9E9672-2C30-F755-6454-126136F1A49B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225EC22-5CFC-A5F2-4135-157E0B6B9F1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D576405A-28D7-BF9C-96F6-7A1AD5CB739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C91DBD8-57FA-3C81-DD5F-CB0A431D8B3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BCFFF06A-52E8-FE18-F1C6-24DFF819039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2D5AEF-1122-EF12-47A0-1789D760610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993D4C3-5A31-DB94-ECED-72DDFA7C1B6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C1D14D1E-FFBC-5FEB-64FE-8103CC799061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F9ED05F-7284-2F8A-C775-BCBCFF502A77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7163B86D-05A5-5224-5B93-F1AA0BF1D6E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C2256CDC-804C-1D76-A5CC-5CD6F78C35D4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F75CDB8-C282-9B74-4ACC-7386FE452716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10533-83BA-FBDD-41E0-AF8F96BAD072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3383F7C-7944-5C83-B752-E78885A3262D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C9F812A-8E92-9A4C-B597-3084AD954086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A3BEE25-BAA2-60E9-2B0B-0395CBB3ABAB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5AB676EA-20AA-B566-0D30-C40ADAA6E1E5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5AF1B96-64FB-5DE4-467F-5ED820A5C50C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0ED91-D5E2-504D-55F7-7A015865F5B2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351A695-4EFB-15C0-958C-87B0D468445F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5300E1D-8443-0816-8DBD-6733BE75B74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E419985E-DDD0-3287-16D4-04D54B7266C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E8BF5-E70C-270A-396D-467B52216E2D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0613C4-3839-9E0B-6AB0-A90BBD2BF9AB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DB265F-0A8D-00F9-5594-56408EB4F968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36364-D508-DC5F-299C-910A0CE3D0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2B8E0-FF7D-F388-A3B4-BB2195EC11A6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934C-3888-7EE8-F31E-AC20BE6D25CA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4E62-8238-488C-AF2C-6A04DAF4171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2FBF9D-CE67-FCA6-5214-080AD995ABED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B4105E-FB94-F87B-57D7-A7983261B4BB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5E8BB-6217-024C-D159-94FD7826CCFF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D7B18-F0E9-72D6-1087-88ECCDD28C1D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17D2DF-7F71-B6B2-D260-F7A83AF9557C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D4C7A-7662-92E1-DAD0-956AE34F407A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183255A-7CFD-7CD1-0FDC-A117A7E7F941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B7AFF-EF51-9D61-5832-DB3398D83190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11EC545-59FD-AB54-CC18-594F73603C64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34E749E-9EB4-ED49-1FA9-3EB4332D6172}"/>
              </a:ext>
            </a:extLst>
          </p:cNvPr>
          <p:cNvSpPr txBox="1"/>
          <p:nvPr/>
        </p:nvSpPr>
        <p:spPr>
          <a:xfrm>
            <a:off x="4028174" y="202034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7652A53A-F6F3-A4CE-FED6-84E72D3259F2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06051-57F1-D8A5-0261-25FCF51812EF}"/>
                </a:ext>
              </a:extLst>
            </p:cNvPr>
            <p:cNvGrpSpPr/>
            <p:nvPr/>
          </p:nvGrpSpPr>
          <p:grpSpPr>
            <a:xfrm>
              <a:off x="4795927" y="99170"/>
              <a:ext cx="1595250" cy="1218336"/>
              <a:chOff x="5143172" y="592357"/>
              <a:chExt cx="1595250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A7AD0E6C-4AF6-8ADE-5552-9CE4EEA818F1}"/>
                  </a:ext>
                </a:extLst>
              </p:cNvPr>
              <p:cNvGrpSpPr/>
              <p:nvPr/>
            </p:nvGrpSpPr>
            <p:grpSpPr>
              <a:xfrm>
                <a:off x="5143172" y="592357"/>
                <a:ext cx="1465035" cy="1218336"/>
                <a:chOff x="5612630" y="521896"/>
                <a:chExt cx="1465035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E72E78F6-0983-29AF-AD1E-AAAC91E3BDB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41A926EB-B906-1C36-7F9A-A21223CE2B23}"/>
                    </a:ext>
                  </a:extLst>
                </p:cNvPr>
                <p:cNvCxnSpPr>
                  <a:cxnSpLocks/>
                  <a:stCxn id="630" idx="4"/>
                  <a:endCxn id="629" idx="0"/>
                </p:cNvCxnSpPr>
                <p:nvPr/>
              </p:nvCxnSpPr>
              <p:spPr>
                <a:xfrm>
                  <a:off x="5697218" y="1262981"/>
                  <a:ext cx="15828" cy="164379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EE9F3D05-D5D5-F2FC-101D-16D826F18163}"/>
                    </a:ext>
                  </a:extLst>
                </p:cNvPr>
                <p:cNvCxnSpPr>
                  <a:cxnSpLocks/>
                  <a:stCxn id="629" idx="7"/>
                  <a:endCxn id="631" idx="3"/>
                </p:cNvCxnSpPr>
                <p:nvPr/>
              </p:nvCxnSpPr>
              <p:spPr>
                <a:xfrm flipV="1">
                  <a:off x="5772858" y="1235742"/>
                  <a:ext cx="221966" cy="216332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789ADA49-D259-93B4-FDEB-E380728AFC5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139224" y="1175479"/>
                  <a:ext cx="173420" cy="598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0EE81BC4-17FC-7AC8-7F35-A12816661ED5}"/>
                    </a:ext>
                  </a:extLst>
                </p:cNvPr>
                <p:cNvSpPr/>
                <p:nvPr/>
              </p:nvSpPr>
              <p:spPr>
                <a:xfrm>
                  <a:off x="5628458" y="142736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A0CCADD3-5E78-5CCF-78BE-A0533F7CB1A3}"/>
                    </a:ext>
                  </a:extLst>
                </p:cNvPr>
                <p:cNvSpPr/>
                <p:nvPr/>
              </p:nvSpPr>
              <p:spPr>
                <a:xfrm>
                  <a:off x="5612630" y="1094223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5767AB4B-4576-5FB1-13E9-12FE86995DC5}"/>
                    </a:ext>
                  </a:extLst>
                </p:cNvPr>
                <p:cNvSpPr/>
                <p:nvPr/>
              </p:nvSpPr>
              <p:spPr>
                <a:xfrm>
                  <a:off x="5970049" y="109169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E07B57F6-26FE-25D2-681F-7B779BFE098E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67ED4F8B-EEE3-E1BC-2AF1-D0DA3B086F91}"/>
                    </a:ext>
                  </a:extLst>
                </p:cNvPr>
                <p:cNvCxnSpPr>
                  <a:cxnSpLocks/>
                  <a:stCxn id="630" idx="6"/>
                  <a:endCxn id="631" idx="2"/>
                </p:cNvCxnSpPr>
                <p:nvPr/>
              </p:nvCxnSpPr>
              <p:spPr>
                <a:xfrm flipV="1">
                  <a:off x="5781805" y="1176077"/>
                  <a:ext cx="188244" cy="252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36162D00-A795-18DA-E94D-780AE57018B2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97193B8E-ABD0-174F-B5BF-EF556D96537A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30422DEC-909C-48FE-B597-8E4F9E96532A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6DAA9B1-4E90-907D-2189-3CE4091E0DBD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7A03A8B4-83EB-5BE4-D366-081195679F95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B9B3CCC2-A4C9-A7A5-3896-C54B141F9783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26A0200-3AEE-B898-F331-D1CB7F52C36B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757030" y="1238267"/>
                  <a:ext cx="129681" cy="501965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4B055421-6B52-B3BA-6722-60D9A5A5726F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328175" y="1305605"/>
                <a:ext cx="539786" cy="27659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7C65EB-1E90-835F-0952-8E195928953B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24F81-1846-5099-6AD1-25DB92E87D48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206E2AA7-7757-3E4C-5B5D-12A303113F2E}"/>
                </a:ext>
              </a:extLst>
            </p:cNvPr>
            <p:cNvGrpSpPr/>
            <p:nvPr/>
          </p:nvGrpSpPr>
          <p:grpSpPr>
            <a:xfrm>
              <a:off x="4179432" y="638307"/>
              <a:ext cx="1611509" cy="573596"/>
              <a:chOff x="4179432" y="638307"/>
              <a:chExt cx="1611509" cy="5735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514573-14C1-7BC4-F8FC-9D0FB58465DA}"/>
                  </a:ext>
                </a:extLst>
              </p:cNvPr>
              <p:cNvSpPr txBox="1"/>
              <p:nvPr/>
            </p:nvSpPr>
            <p:spPr>
              <a:xfrm>
                <a:off x="4179432" y="800943"/>
                <a:ext cx="14181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288C2FA-0451-E15E-D884-8678B7A6C3A6}"/>
                  </a:ext>
                </a:extLst>
              </p:cNvPr>
              <p:cNvSpPr txBox="1"/>
              <p:nvPr/>
            </p:nvSpPr>
            <p:spPr>
              <a:xfrm>
                <a:off x="4741135" y="63830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9957DFB-740F-4D47-1CF9-72CF70DE8CD2}"/>
                  </a:ext>
                </a:extLst>
              </p:cNvPr>
              <p:cNvSpPr txBox="1"/>
              <p:nvPr/>
            </p:nvSpPr>
            <p:spPr>
              <a:xfrm>
                <a:off x="4734651" y="96759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74AE0B75-156D-CDDF-29F8-9A6468512604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CFB110C6-DF67-4234-F29B-36CB6E007B39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978A1A1C-E5BF-0787-6284-A1A5C810B85C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C4E2C81A-1DB0-EFFD-8FBD-00751B85B2C8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B434810C-53FC-60F3-66FF-8BDCD4B5E193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96CCE37-9F4B-1F51-8B42-5C5C664EFBA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BAF93311-5F69-4C33-3EF3-BBF1727F6392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BF664A4A-1BF3-7582-3E96-35C8FC4F2FDB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76835CCE-4F65-7EEA-3BB1-5F4ACAF89BF3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EA32581-6C0B-1656-20DB-67E9B751CE1F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38CFF8E-F440-014F-998F-B10006289B6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3009BF3-6B85-0CA8-DF52-9994C3FC9F4E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1ADCE115-36CD-5F51-5E38-ACFC8C19AEF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0580F5-0D99-D473-CE73-7A6E786FC738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3CE9B09-5773-2701-786B-50FDE6F30E0B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DC839DA3-00ED-7ECA-7842-3434D60F638A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E29603E-B7D0-D437-EF10-CDB5DC7E39C5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BAE0802E-8A52-3613-DA96-AB5A2DD8E49A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264001C4-BFF9-7EA5-8B02-51CA15B75CB9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ED4E36F-2EAB-BD06-7D6F-D3C0588F5341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45C9AA-9346-929D-F3DF-A2EE1670EE0D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A5B844D-B25B-32C5-2E80-77433B7D7FAF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57BD2-9C67-7A55-3170-FD404B0E828D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2967DED-9491-3712-984D-3257584C3C36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F791EE9-2A90-3FB4-F67B-43655DF8CE70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28C31F-BEF0-844D-9D2D-08D6B2E16B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399F53-86C9-48E9-633B-84D07C18978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576E97-8B3A-8FE4-CFDF-C5DA94C998EE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6504ADA-F49B-AF8C-4DDE-4DBB77200DD3}"/>
              </a:ext>
            </a:extLst>
          </p:cNvPr>
          <p:cNvCxnSpPr>
            <a:cxnSpLocks/>
            <a:stCxn id="544" idx="0"/>
          </p:cNvCxnSpPr>
          <p:nvPr/>
        </p:nvCxnSpPr>
        <p:spPr>
          <a:xfrm flipH="1" flipV="1">
            <a:off x="4778108" y="761778"/>
            <a:ext cx="921584" cy="37032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78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F667472D-A3B6-882C-D67F-FC749F930CA5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FF9919-1475-9B08-54E0-354B1F61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A64A86E2-3381-36D3-5172-D371B8DE8C2F}"/>
              </a:ext>
            </a:extLst>
          </p:cNvPr>
          <p:cNvSpPr/>
          <p:nvPr/>
        </p:nvSpPr>
        <p:spPr>
          <a:xfrm>
            <a:off x="4096210" y="748884"/>
            <a:ext cx="752916" cy="1769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AE0F30E4-3945-B660-86BD-CF66C737B8B0}"/>
              </a:ext>
            </a:extLst>
          </p:cNvPr>
          <p:cNvSpPr/>
          <p:nvPr/>
        </p:nvSpPr>
        <p:spPr>
          <a:xfrm>
            <a:off x="2767391" y="748885"/>
            <a:ext cx="1220057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2C27-A2BE-72D0-C613-0D1EFA45627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B3D8201-AB72-341C-5314-E4F13BD44994}"/>
              </a:ext>
            </a:extLst>
          </p:cNvPr>
          <p:cNvCxnSpPr>
            <a:cxnSpLocks/>
            <a:stCxn id="55" idx="3"/>
            <a:endCxn id="3" idx="0"/>
          </p:cNvCxnSpPr>
          <p:nvPr/>
        </p:nvCxnSpPr>
        <p:spPr>
          <a:xfrm flipH="1">
            <a:off x="731712" y="887480"/>
            <a:ext cx="421345" cy="21632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14B0386-0146-DCFE-2764-001DE503AD21}"/>
              </a:ext>
            </a:extLst>
          </p:cNvPr>
          <p:cNvSpPr/>
          <p:nvPr/>
        </p:nvSpPr>
        <p:spPr>
          <a:xfrm>
            <a:off x="1121391" y="707845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4BB676B-262E-C6A4-0417-AE957657E38B}"/>
              </a:ext>
            </a:extLst>
          </p:cNvPr>
          <p:cNvSpPr/>
          <p:nvPr/>
        </p:nvSpPr>
        <p:spPr>
          <a:xfrm>
            <a:off x="465306" y="1501886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037F2D93-86B3-61D7-DD15-23DF1473FBEA}"/>
              </a:ext>
            </a:extLst>
          </p:cNvPr>
          <p:cNvCxnSpPr>
            <a:cxnSpLocks/>
            <a:stCxn id="55" idx="4"/>
            <a:endCxn id="4" idx="0"/>
          </p:cNvCxnSpPr>
          <p:nvPr/>
        </p:nvCxnSpPr>
        <p:spPr>
          <a:xfrm flipH="1">
            <a:off x="1208728" y="918300"/>
            <a:ext cx="20776" cy="1906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BCDE7695-2619-1A14-77F6-F49347DA5DFA}"/>
              </a:ext>
            </a:extLst>
          </p:cNvPr>
          <p:cNvSpPr/>
          <p:nvPr/>
        </p:nvSpPr>
        <p:spPr>
          <a:xfrm>
            <a:off x="1611968" y="110917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C078F-44CC-2A77-5861-2FA51518E0E2}"/>
              </a:ext>
            </a:extLst>
          </p:cNvPr>
          <p:cNvCxnSpPr>
            <a:cxnSpLocks/>
            <a:stCxn id="3" idx="2"/>
            <a:endCxn id="448" idx="0"/>
          </p:cNvCxnSpPr>
          <p:nvPr/>
        </p:nvCxnSpPr>
        <p:spPr>
          <a:xfrm flipH="1">
            <a:off x="573419" y="1314259"/>
            <a:ext cx="158293" cy="1876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718D67-8A3B-A4B9-AFA5-A6CEB41096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05951" y="887480"/>
            <a:ext cx="414130" cy="22169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CFAB20E-32ED-EB62-F19A-50CBFBC959B4}"/>
              </a:ext>
            </a:extLst>
          </p:cNvPr>
          <p:cNvCxnSpPr>
            <a:cxnSpLocks/>
            <a:stCxn id="456" idx="3"/>
            <a:endCxn id="17" idx="0"/>
          </p:cNvCxnSpPr>
          <p:nvPr/>
        </p:nvCxnSpPr>
        <p:spPr>
          <a:xfrm flipH="1">
            <a:off x="1461138" y="1288813"/>
            <a:ext cx="182496" cy="2168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CC83E5-0F26-DA4E-0AF9-3772B1FBCB11}"/>
              </a:ext>
            </a:extLst>
          </p:cNvPr>
          <p:cNvSpPr/>
          <p:nvPr/>
        </p:nvSpPr>
        <p:spPr>
          <a:xfrm>
            <a:off x="4314912" y="913359"/>
            <a:ext cx="619614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EA127A38-BA1F-CF17-CF7E-C5B2F109F6E1}"/>
              </a:ext>
            </a:extLst>
          </p:cNvPr>
          <p:cNvSpPr/>
          <p:nvPr/>
        </p:nvSpPr>
        <p:spPr>
          <a:xfrm>
            <a:off x="4319789" y="1449213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0B4538A5-F8CF-50E1-4497-7BC38BBF0AF4}"/>
              </a:ext>
            </a:extLst>
          </p:cNvPr>
          <p:cNvSpPr/>
          <p:nvPr/>
        </p:nvSpPr>
        <p:spPr>
          <a:xfrm>
            <a:off x="4319789" y="179708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31D47DC-FB1C-95F0-701C-2A54DD16F2F6}"/>
              </a:ext>
            </a:extLst>
          </p:cNvPr>
          <p:cNvSpPr/>
          <p:nvPr/>
        </p:nvSpPr>
        <p:spPr>
          <a:xfrm>
            <a:off x="4314912" y="215719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8BDBE3B-088E-B153-D053-F70CD7935639}"/>
              </a:ext>
            </a:extLst>
          </p:cNvPr>
          <p:cNvSpPr/>
          <p:nvPr/>
        </p:nvSpPr>
        <p:spPr>
          <a:xfrm>
            <a:off x="3386586" y="9324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34E76B0-CC78-0B97-E148-ECD3634D2948}"/>
              </a:ext>
            </a:extLst>
          </p:cNvPr>
          <p:cNvSpPr/>
          <p:nvPr/>
        </p:nvSpPr>
        <p:spPr>
          <a:xfrm>
            <a:off x="3386586" y="1179305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622062A-CC47-0607-7AEB-FF534DDC2D14}"/>
              </a:ext>
            </a:extLst>
          </p:cNvPr>
          <p:cNvSpPr/>
          <p:nvPr/>
        </p:nvSpPr>
        <p:spPr>
          <a:xfrm>
            <a:off x="3386586" y="14261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C6EE560E-7297-EFD1-786B-AD77124D5CF6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 flipV="1">
            <a:off x="3655110" y="1044164"/>
            <a:ext cx="659802" cy="11697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503EB57-F625-0BF2-D0D5-C815D3711D23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3655110" y="1055861"/>
            <a:ext cx="664679" cy="51679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79B80CF-A207-F596-BBA1-BFC2D532C79A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3655109" y="1302749"/>
            <a:ext cx="664680" cy="617782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28074C05-CE9D-1145-1048-72A1E40E970E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3655110" y="1549637"/>
            <a:ext cx="659802" cy="731003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EB17933-8897-B4B0-D605-250400F76B6B}"/>
              </a:ext>
            </a:extLst>
          </p:cNvPr>
          <p:cNvSpPr/>
          <p:nvPr/>
        </p:nvSpPr>
        <p:spPr>
          <a:xfrm>
            <a:off x="4944773" y="724315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6026C198-8627-C84B-6D6C-E75ECF7E530C}"/>
              </a:ext>
            </a:extLst>
          </p:cNvPr>
          <p:cNvSpPr txBox="1"/>
          <p:nvPr/>
        </p:nvSpPr>
        <p:spPr>
          <a:xfrm>
            <a:off x="2729466" y="729645"/>
            <a:ext cx="1435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9492106-72F2-8A03-F294-58FBD1BF2DA0}"/>
              </a:ext>
            </a:extLst>
          </p:cNvPr>
          <p:cNvSpPr txBox="1"/>
          <p:nvPr/>
        </p:nvSpPr>
        <p:spPr>
          <a:xfrm>
            <a:off x="4043615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6A173A12-5D62-91FB-62AB-7F8AA844F27D}"/>
              </a:ext>
            </a:extLst>
          </p:cNvPr>
          <p:cNvSpPr txBox="1"/>
          <p:nvPr/>
        </p:nvSpPr>
        <p:spPr>
          <a:xfrm>
            <a:off x="5106350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942660C-A0F8-1B82-CFCA-8BA51379F454}"/>
              </a:ext>
            </a:extLst>
          </p:cNvPr>
          <p:cNvSpPr/>
          <p:nvPr/>
        </p:nvSpPr>
        <p:spPr>
          <a:xfrm>
            <a:off x="5002273" y="1034170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9029ADF-F671-B820-C2E7-6F74D334D7DF}"/>
              </a:ext>
            </a:extLst>
          </p:cNvPr>
          <p:cNvSpPr/>
          <p:nvPr/>
        </p:nvSpPr>
        <p:spPr>
          <a:xfrm>
            <a:off x="5002273" y="1375469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03312662-77A1-3EB8-C2E0-2CCDA6BAA0DB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136535" y="128105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08224AD2-57CF-F276-1873-775108F446DA}"/>
              </a:ext>
            </a:extLst>
          </p:cNvPr>
          <p:cNvSpPr/>
          <p:nvPr/>
        </p:nvSpPr>
        <p:spPr>
          <a:xfrm>
            <a:off x="5007610" y="1716918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C9610DC-A5C0-C729-8104-3976B6C03B66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136535" y="1622357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A77A097-BFC3-67AE-4D68-DFD87AE43232}"/>
              </a:ext>
            </a:extLst>
          </p:cNvPr>
          <p:cNvSpPr/>
          <p:nvPr/>
        </p:nvSpPr>
        <p:spPr>
          <a:xfrm>
            <a:off x="5348984" y="1036803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6C04D07-28B8-70F7-0B6D-750E708DFB59}"/>
              </a:ext>
            </a:extLst>
          </p:cNvPr>
          <p:cNvSpPr/>
          <p:nvPr/>
        </p:nvSpPr>
        <p:spPr>
          <a:xfrm>
            <a:off x="5695695" y="1034454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442C6090-9DD7-EFD4-1A5D-09078D83A95A}"/>
              </a:ext>
            </a:extLst>
          </p:cNvPr>
          <p:cNvSpPr/>
          <p:nvPr/>
        </p:nvSpPr>
        <p:spPr>
          <a:xfrm>
            <a:off x="5695695" y="138191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908E00F0-091A-B0BC-29C9-8A792C71C3BB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5829957" y="1283691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827D7D1A-FA2C-46DA-A80C-1929D53161F4}"/>
              </a:ext>
            </a:extLst>
          </p:cNvPr>
          <p:cNvSpPr txBox="1"/>
          <p:nvPr/>
        </p:nvSpPr>
        <p:spPr>
          <a:xfrm>
            <a:off x="4202875" y="256771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4157A-0C45-CDC0-D619-C8AE6E198EFF}"/>
              </a:ext>
            </a:extLst>
          </p:cNvPr>
          <p:cNvSpPr/>
          <p:nvPr/>
        </p:nvSpPr>
        <p:spPr>
          <a:xfrm>
            <a:off x="623599" y="1103804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66CEF-EC4E-C3B0-1518-B3F7DC2FD0AE}"/>
              </a:ext>
            </a:extLst>
          </p:cNvPr>
          <p:cNvSpPr/>
          <p:nvPr/>
        </p:nvSpPr>
        <p:spPr>
          <a:xfrm>
            <a:off x="1100615" y="1108933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DF762-1DBD-7250-4D56-D4C557977EAE}"/>
              </a:ext>
            </a:extLst>
          </p:cNvPr>
          <p:cNvSpPr/>
          <p:nvPr/>
        </p:nvSpPr>
        <p:spPr>
          <a:xfrm>
            <a:off x="1353025" y="1505668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2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EDA5A-EC26-CFEE-FE84-B9F3736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9C37C146-8F77-17E6-5262-BADB17BA15D6}"/>
              </a:ext>
            </a:extLst>
          </p:cNvPr>
          <p:cNvSpPr/>
          <p:nvPr/>
        </p:nvSpPr>
        <p:spPr>
          <a:xfrm>
            <a:off x="4704651" y="634708"/>
            <a:ext cx="752916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3427432A-33EA-3136-548D-CD7CBE9CF0B1}"/>
              </a:ext>
            </a:extLst>
          </p:cNvPr>
          <p:cNvSpPr/>
          <p:nvPr/>
        </p:nvSpPr>
        <p:spPr>
          <a:xfrm>
            <a:off x="3764786" y="634708"/>
            <a:ext cx="831103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BEA4-C92A-22B5-302F-C4F295540F6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FA8E85-ECCE-B24E-C135-8F5DC43A2A0B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815628" y="814343"/>
            <a:ext cx="345870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FD38596-D5DC-044E-9497-D1A6B49A1F00}"/>
              </a:ext>
            </a:extLst>
          </p:cNvPr>
          <p:cNvSpPr/>
          <p:nvPr/>
        </p:nvSpPr>
        <p:spPr>
          <a:xfrm>
            <a:off x="707515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24A3DAC-7419-9B2F-9FDD-06D8EBF4389A}"/>
              </a:ext>
            </a:extLst>
          </p:cNvPr>
          <p:cNvSpPr/>
          <p:nvPr/>
        </p:nvSpPr>
        <p:spPr>
          <a:xfrm>
            <a:off x="1129832" y="63470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CA05B4-2C78-776C-EE4C-924A0EEC61EF}"/>
              </a:ext>
            </a:extLst>
          </p:cNvPr>
          <p:cNvSpPr/>
          <p:nvPr/>
        </p:nvSpPr>
        <p:spPr>
          <a:xfrm>
            <a:off x="1129832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8A6FBFFE-70B3-2198-45B3-5E8F2B776043}"/>
              </a:ext>
            </a:extLst>
          </p:cNvPr>
          <p:cNvSpPr/>
          <p:nvPr/>
        </p:nvSpPr>
        <p:spPr>
          <a:xfrm>
            <a:off x="575821" y="1586824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C9844E6-B70C-E3EE-EB7F-1F934642CF67}"/>
              </a:ext>
            </a:extLst>
          </p:cNvPr>
          <p:cNvCxnSpPr>
            <a:cxnSpLocks/>
            <a:stCxn id="55" idx="4"/>
            <a:endCxn id="62" idx="0"/>
          </p:cNvCxnSpPr>
          <p:nvPr/>
        </p:nvCxnSpPr>
        <p:spPr>
          <a:xfrm>
            <a:off x="1237945" y="845163"/>
            <a:ext cx="0" cy="3107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Oval 454">
            <a:extLst>
              <a:ext uri="{FF2B5EF4-FFF2-40B4-BE49-F238E27FC236}">
                <a16:creationId xmlns:a16="http://schemas.microsoft.com/office/drawing/2014/main" id="{C41EBD9B-1553-99D7-84F4-FC8CD9E8BFDA}"/>
              </a:ext>
            </a:extLst>
          </p:cNvPr>
          <p:cNvSpPr/>
          <p:nvPr/>
        </p:nvSpPr>
        <p:spPr>
          <a:xfrm>
            <a:off x="1419556" y="1602742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87A8537-CBE6-3140-562E-B23DE3000CF2}"/>
              </a:ext>
            </a:extLst>
          </p:cNvPr>
          <p:cNvSpPr/>
          <p:nvPr/>
        </p:nvSpPr>
        <p:spPr>
          <a:xfrm>
            <a:off x="1546451" y="1155929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97FD6B1-7FD6-566B-5766-4C50EBEFCE91}"/>
              </a:ext>
            </a:extLst>
          </p:cNvPr>
          <p:cNvCxnSpPr>
            <a:cxnSpLocks/>
            <a:stCxn id="54" idx="3"/>
            <a:endCxn id="448" idx="0"/>
          </p:cNvCxnSpPr>
          <p:nvPr/>
        </p:nvCxnSpPr>
        <p:spPr>
          <a:xfrm flipH="1">
            <a:off x="683934" y="1335564"/>
            <a:ext cx="55247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70F03C-3627-6D88-B00A-C9033E3270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14392" y="814343"/>
            <a:ext cx="340172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ADBA2B2-BDBD-D468-363F-1359A8C1A8B9}"/>
              </a:ext>
            </a:extLst>
          </p:cNvPr>
          <p:cNvCxnSpPr>
            <a:cxnSpLocks/>
            <a:stCxn id="456" idx="3"/>
            <a:endCxn id="455" idx="0"/>
          </p:cNvCxnSpPr>
          <p:nvPr/>
        </p:nvCxnSpPr>
        <p:spPr>
          <a:xfrm flipH="1">
            <a:off x="1527669" y="1335564"/>
            <a:ext cx="50448" cy="26717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F2F74E0B-7CCD-B750-BB63-C8E5D57ACBEE}"/>
              </a:ext>
            </a:extLst>
          </p:cNvPr>
          <p:cNvSpPr/>
          <p:nvPr/>
        </p:nvSpPr>
        <p:spPr>
          <a:xfrm>
            <a:off x="467708" y="201771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2F5E658F-D8F8-B885-4A27-BD3AB23ECDCE}"/>
              </a:ext>
            </a:extLst>
          </p:cNvPr>
          <p:cNvCxnSpPr>
            <a:cxnSpLocks/>
            <a:stCxn id="448" idx="3"/>
            <a:endCxn id="493" idx="0"/>
          </p:cNvCxnSpPr>
          <p:nvPr/>
        </p:nvCxnSpPr>
        <p:spPr>
          <a:xfrm flipH="1">
            <a:off x="575821" y="1766459"/>
            <a:ext cx="31666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5AF07DA-1BEB-D899-BF9C-147A69FA4780}"/>
              </a:ext>
            </a:extLst>
          </p:cNvPr>
          <p:cNvSpPr/>
          <p:nvPr/>
        </p:nvSpPr>
        <p:spPr>
          <a:xfrm>
            <a:off x="2189551" y="621293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Find rooted nodes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858F09F9-E153-5DAB-3D47-EAE64D765616}"/>
              </a:ext>
            </a:extLst>
          </p:cNvPr>
          <p:cNvSpPr/>
          <p:nvPr/>
        </p:nvSpPr>
        <p:spPr>
          <a:xfrm>
            <a:off x="2189551" y="1126459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Parallel traversal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9E6A00C3-94A0-A8D8-3B28-A179D3DA36EB}"/>
              </a:ext>
            </a:extLst>
          </p:cNvPr>
          <p:cNvSpPr/>
          <p:nvPr/>
        </p:nvSpPr>
        <p:spPr>
          <a:xfrm>
            <a:off x="2189551" y="1643015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Revision results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C55B35-2692-8FB5-61DF-B347FC988154}"/>
              </a:ext>
            </a:extLst>
          </p:cNvPr>
          <p:cNvCxnSpPr>
            <a:cxnSpLocks/>
            <a:stCxn id="502" idx="2"/>
            <a:endCxn id="503" idx="0"/>
          </p:cNvCxnSpPr>
          <p:nvPr/>
        </p:nvCxnSpPr>
        <p:spPr>
          <a:xfrm>
            <a:off x="2766581" y="868181"/>
            <a:ext cx="0" cy="25827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0A47E31-48C0-AF3A-8281-D24BEE1CB165}"/>
              </a:ext>
            </a:extLst>
          </p:cNvPr>
          <p:cNvCxnSpPr>
            <a:cxnSpLocks/>
            <a:stCxn id="503" idx="2"/>
            <a:endCxn id="504" idx="0"/>
          </p:cNvCxnSpPr>
          <p:nvPr/>
        </p:nvCxnSpPr>
        <p:spPr>
          <a:xfrm>
            <a:off x="2766581" y="1373347"/>
            <a:ext cx="0" cy="26966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427FDB62-C18E-1A7B-7951-0F7551DEC125}"/>
              </a:ext>
            </a:extLst>
          </p:cNvPr>
          <p:cNvSpPr/>
          <p:nvPr/>
        </p:nvSpPr>
        <p:spPr>
          <a:xfrm>
            <a:off x="4928230" y="81824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A384403-95AB-3380-1394-003E5FC0523A}"/>
              </a:ext>
            </a:extLst>
          </p:cNvPr>
          <p:cNvSpPr/>
          <p:nvPr/>
        </p:nvSpPr>
        <p:spPr>
          <a:xfrm>
            <a:off x="4928230" y="1065129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DE00467-FB52-9299-0CED-DF7048A43ABA}"/>
              </a:ext>
            </a:extLst>
          </p:cNvPr>
          <p:cNvSpPr/>
          <p:nvPr/>
        </p:nvSpPr>
        <p:spPr>
          <a:xfrm>
            <a:off x="4928230" y="131201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E8890B-99C8-D38B-21DC-FFBDAA35BE6C}"/>
              </a:ext>
            </a:extLst>
          </p:cNvPr>
          <p:cNvSpPr/>
          <p:nvPr/>
        </p:nvSpPr>
        <p:spPr>
          <a:xfrm>
            <a:off x="4928230" y="1558905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DA089FF-B080-D80C-D25A-8BDD8E557579}"/>
              </a:ext>
            </a:extLst>
          </p:cNvPr>
          <p:cNvSpPr/>
          <p:nvPr/>
        </p:nvSpPr>
        <p:spPr>
          <a:xfrm>
            <a:off x="3995027" y="818241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7930AAB-73DC-6134-4D2A-7DE169E3839F}"/>
              </a:ext>
            </a:extLst>
          </p:cNvPr>
          <p:cNvSpPr/>
          <p:nvPr/>
        </p:nvSpPr>
        <p:spPr>
          <a:xfrm>
            <a:off x="3995027" y="1065129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A8B1053D-0F0E-1563-3A61-D09F9F65C174}"/>
              </a:ext>
            </a:extLst>
          </p:cNvPr>
          <p:cNvSpPr/>
          <p:nvPr/>
        </p:nvSpPr>
        <p:spPr>
          <a:xfrm>
            <a:off x="3995027" y="13120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4DF0E09-0F98-3BF6-3D96-322324023FF3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>
            <a:off x="4263551" y="941685"/>
            <a:ext cx="664679" cy="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2E7B81E-E551-42DD-5156-A09EDBF8FABD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4263551" y="941685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C17189CA-7DC5-E0EA-8F45-3C73EC56F0A5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4263550" y="1188573"/>
            <a:ext cx="664680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0CBDAC1F-8F4E-AFF0-D2D8-A6E9F006ABC4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4263551" y="1435461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61E553E4-37EE-CD62-7FCE-032090D190C7}"/>
              </a:ext>
            </a:extLst>
          </p:cNvPr>
          <p:cNvSpPr/>
          <p:nvPr/>
        </p:nvSpPr>
        <p:spPr>
          <a:xfrm>
            <a:off x="5535753" y="634708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61FAB0F-5891-4466-C39C-D751CCA9F6F8}"/>
              </a:ext>
            </a:extLst>
          </p:cNvPr>
          <p:cNvSpPr txBox="1"/>
          <p:nvPr/>
        </p:nvSpPr>
        <p:spPr>
          <a:xfrm>
            <a:off x="3740655" y="604242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58E4614-D8FF-CBA9-49B9-7250C3F04539}"/>
              </a:ext>
            </a:extLst>
          </p:cNvPr>
          <p:cNvSpPr txBox="1"/>
          <p:nvPr/>
        </p:nvSpPr>
        <p:spPr>
          <a:xfrm>
            <a:off x="4652056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D83F9A28-7A0C-8E6A-88B9-ACC5BAFE5472}"/>
              </a:ext>
            </a:extLst>
          </p:cNvPr>
          <p:cNvSpPr txBox="1"/>
          <p:nvPr/>
        </p:nvSpPr>
        <p:spPr>
          <a:xfrm>
            <a:off x="5714791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7209118-5230-8665-44E5-15E67F37FCFD}"/>
              </a:ext>
            </a:extLst>
          </p:cNvPr>
          <p:cNvSpPr/>
          <p:nvPr/>
        </p:nvSpPr>
        <p:spPr>
          <a:xfrm>
            <a:off x="5610714" y="919994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0AA8F0B-D92D-503A-7939-A45F815E18A9}"/>
              </a:ext>
            </a:extLst>
          </p:cNvPr>
          <p:cNvSpPr/>
          <p:nvPr/>
        </p:nvSpPr>
        <p:spPr>
          <a:xfrm>
            <a:off x="5610714" y="12612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EB72BDF3-EECD-25CE-7929-D0F9B11A413A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744976" y="1166882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B387219-A247-437F-F93E-6E7CBAF28168}"/>
              </a:ext>
            </a:extLst>
          </p:cNvPr>
          <p:cNvSpPr/>
          <p:nvPr/>
        </p:nvSpPr>
        <p:spPr>
          <a:xfrm>
            <a:off x="5616051" y="1602742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68737BE-C735-A2DC-18A6-1F1641226607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744976" y="1508181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8305DDA-E1A1-2D40-2991-3016575CBA94}"/>
              </a:ext>
            </a:extLst>
          </p:cNvPr>
          <p:cNvSpPr/>
          <p:nvPr/>
        </p:nvSpPr>
        <p:spPr>
          <a:xfrm>
            <a:off x="5957425" y="92262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380CC55-86A5-C928-AAA0-8378C7BBCBA8}"/>
              </a:ext>
            </a:extLst>
          </p:cNvPr>
          <p:cNvSpPr/>
          <p:nvPr/>
        </p:nvSpPr>
        <p:spPr>
          <a:xfrm>
            <a:off x="6304136" y="920278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3FEDD257-3ED8-668D-D6CB-10A9480A6D71}"/>
              </a:ext>
            </a:extLst>
          </p:cNvPr>
          <p:cNvSpPr/>
          <p:nvPr/>
        </p:nvSpPr>
        <p:spPr>
          <a:xfrm>
            <a:off x="6304136" y="1267735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4FACC93D-F5D3-B3F8-9C88-5E760644585A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6438398" y="1169515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082284A5-17DE-AB8B-DB8A-97D0D5F3B09A}"/>
              </a:ext>
            </a:extLst>
          </p:cNvPr>
          <p:cNvSpPr txBox="1"/>
          <p:nvPr/>
        </p:nvSpPr>
        <p:spPr>
          <a:xfrm>
            <a:off x="2189551" y="24432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4884DEDB-D78F-B62D-151B-34485496FBA2}"/>
              </a:ext>
            </a:extLst>
          </p:cNvPr>
          <p:cNvSpPr txBox="1"/>
          <p:nvPr/>
        </p:nvSpPr>
        <p:spPr>
          <a:xfrm>
            <a:off x="4811316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Detailed work flow</a:t>
            </a:r>
          </a:p>
        </p:txBody>
      </p:sp>
    </p:spTree>
    <p:extLst>
      <p:ext uri="{BB962C8B-B14F-4D97-AF65-F5344CB8AC3E}">
        <p14:creationId xmlns:p14="http://schemas.microsoft.com/office/powerpoint/2010/main" val="284789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FD2822-2804-4A88-ACFD-82293BAB37C6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48332375-0823-46b1-9656-30fa6c0cb3da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4212</TotalTime>
  <Words>1347</Words>
  <Application>Microsoft Macintosh PowerPoint</Application>
  <PresentationFormat>Custom</PresentationFormat>
  <Paragraphs>881</Paragraphs>
  <Slides>17</Slides>
  <Notes>8</Notes>
  <HiddenSlides>14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Ji, Yuede</cp:lastModifiedBy>
  <cp:revision>241</cp:revision>
  <cp:lastPrinted>2020-01-23T16:13:37Z</cp:lastPrinted>
  <dcterms:created xsi:type="dcterms:W3CDTF">2016-10-10T21:02:48Z</dcterms:created>
  <dcterms:modified xsi:type="dcterms:W3CDTF">2025-07-14T18:23:02Z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