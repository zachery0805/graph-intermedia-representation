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24"/>
  </p:notesMasterIdLst>
  <p:sldIdLst>
    <p:sldId id="272" r:id="rId5"/>
    <p:sldId id="278" r:id="rId6"/>
    <p:sldId id="279" r:id="rId7"/>
    <p:sldId id="280" r:id="rId8"/>
    <p:sldId id="275" r:id="rId9"/>
    <p:sldId id="262" r:id="rId10"/>
    <p:sldId id="273" r:id="rId11"/>
    <p:sldId id="271" r:id="rId12"/>
    <p:sldId id="270" r:id="rId13"/>
    <p:sldId id="269" r:id="rId14"/>
    <p:sldId id="268" r:id="rId15"/>
    <p:sldId id="267" r:id="rId16"/>
    <p:sldId id="256" r:id="rId17"/>
    <p:sldId id="258" r:id="rId18"/>
    <p:sldId id="257" r:id="rId19"/>
    <p:sldId id="260" r:id="rId20"/>
    <p:sldId id="274" r:id="rId21"/>
    <p:sldId id="276" r:id="rId22"/>
    <p:sldId id="277" r:id="rId2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9FF"/>
    <a:srgbClr val="FFAFFF"/>
    <a:srgbClr val="F4E2FF"/>
    <a:srgbClr val="FFD8FF"/>
    <a:srgbClr val="F9E1FF"/>
    <a:srgbClr val="0432FF"/>
    <a:srgbClr val="FF85FF"/>
    <a:srgbClr val="FFACA9"/>
    <a:srgbClr val="FF8AD8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78"/>
    <p:restoredTop sz="94690"/>
  </p:normalViewPr>
  <p:slideViewPr>
    <p:cSldViewPr snapToGrid="0" snapToObjects="1">
      <p:cViewPr>
        <p:scale>
          <a:sx n="128" d="100"/>
          <a:sy n="128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968A2-D1CA-1BA9-30B7-830BF17D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69654-AD60-2AD3-CB07-A92A86EA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B0C38-92FD-B21B-0B9C-44E05D466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5F81F-3A85-84C9-2846-EF7645002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0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7D54-7AE6-BE99-E87A-E65CFB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E292D-2CFC-9FB3-6ACB-3FD8CA9F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6B27-8EF9-CA89-66C8-1DB6AD983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AA7DF-4552-238D-73F2-D3081226A1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13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Freeform: Shape 560">
            <a:extLst>
              <a:ext uri="{FF2B5EF4-FFF2-40B4-BE49-F238E27FC236}">
                <a16:creationId xmlns:a16="http://schemas.microsoft.com/office/drawing/2014/main" id="{60CB8751-0A19-D28B-D604-AB86D0B6C93B}"/>
              </a:ext>
            </a:extLst>
          </p:cNvPr>
          <p:cNvSpPr/>
          <p:nvPr/>
        </p:nvSpPr>
        <p:spPr>
          <a:xfrm>
            <a:off x="1934200" y="533604"/>
            <a:ext cx="1868556" cy="1903343"/>
          </a:xfrm>
          <a:custGeom>
            <a:avLst/>
            <a:gdLst>
              <a:gd name="connsiteX0" fmla="*/ 203752 w 1868556"/>
              <a:gd name="connsiteY0" fmla="*/ 44726 h 1903343"/>
              <a:gd name="connsiteX1" fmla="*/ 203752 w 1868556"/>
              <a:gd name="connsiteY1" fmla="*/ 44726 h 1903343"/>
              <a:gd name="connsiteX2" fmla="*/ 655982 w 1868556"/>
              <a:gd name="connsiteY2" fmla="*/ 39756 h 1903343"/>
              <a:gd name="connsiteX3" fmla="*/ 680830 w 1868556"/>
              <a:gd name="connsiteY3" fmla="*/ 34787 h 1903343"/>
              <a:gd name="connsiteX4" fmla="*/ 710648 w 1868556"/>
              <a:gd name="connsiteY4" fmla="*/ 29817 h 1903343"/>
              <a:gd name="connsiteX5" fmla="*/ 770282 w 1868556"/>
              <a:gd name="connsiteY5" fmla="*/ 24848 h 1903343"/>
              <a:gd name="connsiteX6" fmla="*/ 954156 w 1868556"/>
              <a:gd name="connsiteY6" fmla="*/ 9939 h 1903343"/>
              <a:gd name="connsiteX7" fmla="*/ 1416326 w 1868556"/>
              <a:gd name="connsiteY7" fmla="*/ 4969 h 1903343"/>
              <a:gd name="connsiteX8" fmla="*/ 1456082 w 1868556"/>
              <a:gd name="connsiteY8" fmla="*/ 0 h 1903343"/>
              <a:gd name="connsiteX9" fmla="*/ 1600200 w 1868556"/>
              <a:gd name="connsiteY9" fmla="*/ 9939 h 1903343"/>
              <a:gd name="connsiteX10" fmla="*/ 1659835 w 1868556"/>
              <a:gd name="connsiteY10" fmla="*/ 29817 h 1903343"/>
              <a:gd name="connsiteX11" fmla="*/ 1684682 w 1868556"/>
              <a:gd name="connsiteY11" fmla="*/ 34787 h 1903343"/>
              <a:gd name="connsiteX12" fmla="*/ 1704561 w 1868556"/>
              <a:gd name="connsiteY12" fmla="*/ 39756 h 1903343"/>
              <a:gd name="connsiteX13" fmla="*/ 1729409 w 1868556"/>
              <a:gd name="connsiteY13" fmla="*/ 44726 h 1903343"/>
              <a:gd name="connsiteX14" fmla="*/ 1769165 w 1868556"/>
              <a:gd name="connsiteY14" fmla="*/ 64604 h 1903343"/>
              <a:gd name="connsiteX15" fmla="*/ 1794013 w 1868556"/>
              <a:gd name="connsiteY15" fmla="*/ 74543 h 1903343"/>
              <a:gd name="connsiteX16" fmla="*/ 1843709 w 1868556"/>
              <a:gd name="connsiteY16" fmla="*/ 109330 h 1903343"/>
              <a:gd name="connsiteX17" fmla="*/ 1848678 w 1868556"/>
              <a:gd name="connsiteY17" fmla="*/ 124239 h 1903343"/>
              <a:gd name="connsiteX18" fmla="*/ 1863587 w 1868556"/>
              <a:gd name="connsiteY18" fmla="*/ 154056 h 1903343"/>
              <a:gd name="connsiteX19" fmla="*/ 1868556 w 1868556"/>
              <a:gd name="connsiteY19" fmla="*/ 173935 h 1903343"/>
              <a:gd name="connsiteX20" fmla="*/ 1858617 w 1868556"/>
              <a:gd name="connsiteY20" fmla="*/ 283265 h 1903343"/>
              <a:gd name="connsiteX21" fmla="*/ 1853648 w 1868556"/>
              <a:gd name="connsiteY21" fmla="*/ 313082 h 1903343"/>
              <a:gd name="connsiteX22" fmla="*/ 1843709 w 1868556"/>
              <a:gd name="connsiteY22" fmla="*/ 337930 h 1903343"/>
              <a:gd name="connsiteX23" fmla="*/ 1828800 w 1868556"/>
              <a:gd name="connsiteY23" fmla="*/ 422413 h 1903343"/>
              <a:gd name="connsiteX24" fmla="*/ 1823830 w 1868556"/>
              <a:gd name="connsiteY24" fmla="*/ 442291 h 1903343"/>
              <a:gd name="connsiteX25" fmla="*/ 1803952 w 1868556"/>
              <a:gd name="connsiteY25" fmla="*/ 506896 h 1903343"/>
              <a:gd name="connsiteX26" fmla="*/ 1754256 w 1868556"/>
              <a:gd name="connsiteY26" fmla="*/ 581439 h 1903343"/>
              <a:gd name="connsiteX27" fmla="*/ 1739348 w 1868556"/>
              <a:gd name="connsiteY27" fmla="*/ 601317 h 1903343"/>
              <a:gd name="connsiteX28" fmla="*/ 1729409 w 1868556"/>
              <a:gd name="connsiteY28" fmla="*/ 626165 h 1903343"/>
              <a:gd name="connsiteX29" fmla="*/ 1714500 w 1868556"/>
              <a:gd name="connsiteY29" fmla="*/ 636104 h 1903343"/>
              <a:gd name="connsiteX30" fmla="*/ 1674743 w 1868556"/>
              <a:gd name="connsiteY30" fmla="*/ 680830 h 1903343"/>
              <a:gd name="connsiteX31" fmla="*/ 1644926 w 1868556"/>
              <a:gd name="connsiteY31" fmla="*/ 700709 h 1903343"/>
              <a:gd name="connsiteX32" fmla="*/ 1590261 w 1868556"/>
              <a:gd name="connsiteY32" fmla="*/ 730526 h 1903343"/>
              <a:gd name="connsiteX33" fmla="*/ 1570382 w 1868556"/>
              <a:gd name="connsiteY33" fmla="*/ 740465 h 1903343"/>
              <a:gd name="connsiteX34" fmla="*/ 1515717 w 1868556"/>
              <a:gd name="connsiteY34" fmla="*/ 755374 h 1903343"/>
              <a:gd name="connsiteX35" fmla="*/ 1406387 w 1868556"/>
              <a:gd name="connsiteY35" fmla="*/ 770282 h 1903343"/>
              <a:gd name="connsiteX36" fmla="*/ 1341782 w 1868556"/>
              <a:gd name="connsiteY36" fmla="*/ 780222 h 1903343"/>
              <a:gd name="connsiteX37" fmla="*/ 1321904 w 1868556"/>
              <a:gd name="connsiteY37" fmla="*/ 785191 h 1903343"/>
              <a:gd name="connsiteX38" fmla="*/ 924339 w 1868556"/>
              <a:gd name="connsiteY38" fmla="*/ 795130 h 1903343"/>
              <a:gd name="connsiteX39" fmla="*/ 864704 w 1868556"/>
              <a:gd name="connsiteY39" fmla="*/ 805069 h 1903343"/>
              <a:gd name="connsiteX40" fmla="*/ 829917 w 1868556"/>
              <a:gd name="connsiteY40" fmla="*/ 824948 h 1903343"/>
              <a:gd name="connsiteX41" fmla="*/ 810039 w 1868556"/>
              <a:gd name="connsiteY41" fmla="*/ 834887 h 1903343"/>
              <a:gd name="connsiteX42" fmla="*/ 785191 w 1868556"/>
              <a:gd name="connsiteY42" fmla="*/ 869674 h 1903343"/>
              <a:gd name="connsiteX43" fmla="*/ 770282 w 1868556"/>
              <a:gd name="connsiteY43" fmla="*/ 909430 h 1903343"/>
              <a:gd name="connsiteX44" fmla="*/ 760343 w 1868556"/>
              <a:gd name="connsiteY44" fmla="*/ 929309 h 1903343"/>
              <a:gd name="connsiteX45" fmla="*/ 765313 w 1868556"/>
              <a:gd name="connsiteY45" fmla="*/ 1053548 h 1903343"/>
              <a:gd name="connsiteX46" fmla="*/ 775252 w 1868556"/>
              <a:gd name="connsiteY46" fmla="*/ 1088335 h 1903343"/>
              <a:gd name="connsiteX47" fmla="*/ 780222 w 1868556"/>
              <a:gd name="connsiteY47" fmla="*/ 1113182 h 1903343"/>
              <a:gd name="connsiteX48" fmla="*/ 790161 w 1868556"/>
              <a:gd name="connsiteY48" fmla="*/ 1147969 h 1903343"/>
              <a:gd name="connsiteX49" fmla="*/ 795130 w 1868556"/>
              <a:gd name="connsiteY49" fmla="*/ 1177787 h 1903343"/>
              <a:gd name="connsiteX50" fmla="*/ 805069 w 1868556"/>
              <a:gd name="connsiteY50" fmla="*/ 1262269 h 1903343"/>
              <a:gd name="connsiteX51" fmla="*/ 800100 w 1868556"/>
              <a:gd name="connsiteY51" fmla="*/ 1456082 h 1903343"/>
              <a:gd name="connsiteX52" fmla="*/ 795130 w 1868556"/>
              <a:gd name="connsiteY52" fmla="*/ 1764196 h 1903343"/>
              <a:gd name="connsiteX53" fmla="*/ 780222 w 1868556"/>
              <a:gd name="connsiteY53" fmla="*/ 1794013 h 1903343"/>
              <a:gd name="connsiteX54" fmla="*/ 775252 w 1868556"/>
              <a:gd name="connsiteY54" fmla="*/ 1808922 h 1903343"/>
              <a:gd name="connsiteX55" fmla="*/ 760343 w 1868556"/>
              <a:gd name="connsiteY55" fmla="*/ 1818861 h 1903343"/>
              <a:gd name="connsiteX56" fmla="*/ 740465 w 1868556"/>
              <a:gd name="connsiteY56" fmla="*/ 1843709 h 1903343"/>
              <a:gd name="connsiteX57" fmla="*/ 725556 w 1868556"/>
              <a:gd name="connsiteY57" fmla="*/ 1848678 h 1903343"/>
              <a:gd name="connsiteX58" fmla="*/ 700709 w 1868556"/>
              <a:gd name="connsiteY58" fmla="*/ 1858617 h 1903343"/>
              <a:gd name="connsiteX59" fmla="*/ 670891 w 1868556"/>
              <a:gd name="connsiteY59" fmla="*/ 1868556 h 1903343"/>
              <a:gd name="connsiteX60" fmla="*/ 621196 w 1868556"/>
              <a:gd name="connsiteY60" fmla="*/ 1888435 h 1903343"/>
              <a:gd name="connsiteX61" fmla="*/ 566530 w 1868556"/>
              <a:gd name="connsiteY61" fmla="*/ 1903343 h 1903343"/>
              <a:gd name="connsiteX62" fmla="*/ 407504 w 1868556"/>
              <a:gd name="connsiteY62" fmla="*/ 1898374 h 1903343"/>
              <a:gd name="connsiteX63" fmla="*/ 387626 w 1868556"/>
              <a:gd name="connsiteY63" fmla="*/ 1893404 h 1903343"/>
              <a:gd name="connsiteX64" fmla="*/ 283265 w 1868556"/>
              <a:gd name="connsiteY64" fmla="*/ 1883465 h 1903343"/>
              <a:gd name="connsiteX65" fmla="*/ 203752 w 1868556"/>
              <a:gd name="connsiteY65" fmla="*/ 1868556 h 1903343"/>
              <a:gd name="connsiteX66" fmla="*/ 183874 w 1868556"/>
              <a:gd name="connsiteY66" fmla="*/ 1863587 h 1903343"/>
              <a:gd name="connsiteX67" fmla="*/ 159026 w 1868556"/>
              <a:gd name="connsiteY67" fmla="*/ 1853648 h 1903343"/>
              <a:gd name="connsiteX68" fmla="*/ 139148 w 1868556"/>
              <a:gd name="connsiteY68" fmla="*/ 1843709 h 1903343"/>
              <a:gd name="connsiteX69" fmla="*/ 109330 w 1868556"/>
              <a:gd name="connsiteY69" fmla="*/ 1808922 h 1903343"/>
              <a:gd name="connsiteX70" fmla="*/ 99391 w 1868556"/>
              <a:gd name="connsiteY70" fmla="*/ 1774135 h 1903343"/>
              <a:gd name="connsiteX71" fmla="*/ 94422 w 1868556"/>
              <a:gd name="connsiteY71" fmla="*/ 1749287 h 1903343"/>
              <a:gd name="connsiteX72" fmla="*/ 84482 w 1868556"/>
              <a:gd name="connsiteY72" fmla="*/ 1729409 h 1903343"/>
              <a:gd name="connsiteX73" fmla="*/ 74543 w 1868556"/>
              <a:gd name="connsiteY73" fmla="*/ 1620078 h 1903343"/>
              <a:gd name="connsiteX74" fmla="*/ 64604 w 1868556"/>
              <a:gd name="connsiteY74" fmla="*/ 1510748 h 1903343"/>
              <a:gd name="connsiteX75" fmla="*/ 54665 w 1868556"/>
              <a:gd name="connsiteY75" fmla="*/ 1311965 h 1903343"/>
              <a:gd name="connsiteX76" fmla="*/ 49696 w 1868556"/>
              <a:gd name="connsiteY76" fmla="*/ 1287117 h 1903343"/>
              <a:gd name="connsiteX77" fmla="*/ 44726 w 1868556"/>
              <a:gd name="connsiteY77" fmla="*/ 1252330 h 1903343"/>
              <a:gd name="connsiteX78" fmla="*/ 29817 w 1868556"/>
              <a:gd name="connsiteY78" fmla="*/ 1187726 h 1903343"/>
              <a:gd name="connsiteX79" fmla="*/ 24848 w 1868556"/>
              <a:gd name="connsiteY79" fmla="*/ 1167848 h 1903343"/>
              <a:gd name="connsiteX80" fmla="*/ 19878 w 1868556"/>
              <a:gd name="connsiteY80" fmla="*/ 1147969 h 1903343"/>
              <a:gd name="connsiteX81" fmla="*/ 4969 w 1868556"/>
              <a:gd name="connsiteY81" fmla="*/ 1063487 h 1903343"/>
              <a:gd name="connsiteX82" fmla="*/ 0 w 1868556"/>
              <a:gd name="connsiteY82" fmla="*/ 1043609 h 1903343"/>
              <a:gd name="connsiteX83" fmla="*/ 4969 w 1868556"/>
              <a:gd name="connsiteY83" fmla="*/ 934278 h 1903343"/>
              <a:gd name="connsiteX84" fmla="*/ 14909 w 1868556"/>
              <a:gd name="connsiteY84" fmla="*/ 899491 h 1903343"/>
              <a:gd name="connsiteX85" fmla="*/ 19878 w 1868556"/>
              <a:gd name="connsiteY85" fmla="*/ 859735 h 1903343"/>
              <a:gd name="connsiteX86" fmla="*/ 29817 w 1868556"/>
              <a:gd name="connsiteY86" fmla="*/ 800100 h 1903343"/>
              <a:gd name="connsiteX87" fmla="*/ 39756 w 1868556"/>
              <a:gd name="connsiteY87" fmla="*/ 705678 h 1903343"/>
              <a:gd name="connsiteX88" fmla="*/ 49696 w 1868556"/>
              <a:gd name="connsiteY88" fmla="*/ 536713 h 1903343"/>
              <a:gd name="connsiteX89" fmla="*/ 54665 w 1868556"/>
              <a:gd name="connsiteY89" fmla="*/ 516835 h 1903343"/>
              <a:gd name="connsiteX90" fmla="*/ 69574 w 1868556"/>
              <a:gd name="connsiteY90" fmla="*/ 452230 h 1903343"/>
              <a:gd name="connsiteX91" fmla="*/ 74543 w 1868556"/>
              <a:gd name="connsiteY91" fmla="*/ 432352 h 1903343"/>
              <a:gd name="connsiteX92" fmla="*/ 79513 w 1868556"/>
              <a:gd name="connsiteY92" fmla="*/ 387626 h 1903343"/>
              <a:gd name="connsiteX93" fmla="*/ 84482 w 1868556"/>
              <a:gd name="connsiteY93" fmla="*/ 367748 h 1903343"/>
              <a:gd name="connsiteX94" fmla="*/ 94422 w 1868556"/>
              <a:gd name="connsiteY94" fmla="*/ 303143 h 1903343"/>
              <a:gd name="connsiteX95" fmla="*/ 99391 w 1868556"/>
              <a:gd name="connsiteY95" fmla="*/ 263387 h 1903343"/>
              <a:gd name="connsiteX96" fmla="*/ 119269 w 1868556"/>
              <a:gd name="connsiteY96" fmla="*/ 203752 h 1903343"/>
              <a:gd name="connsiteX97" fmla="*/ 129209 w 1868556"/>
              <a:gd name="connsiteY97" fmla="*/ 168965 h 1903343"/>
              <a:gd name="connsiteX98" fmla="*/ 139148 w 1868556"/>
              <a:gd name="connsiteY98" fmla="*/ 154056 h 1903343"/>
              <a:gd name="connsiteX99" fmla="*/ 154056 w 1868556"/>
              <a:gd name="connsiteY99" fmla="*/ 129209 h 1903343"/>
              <a:gd name="connsiteX100" fmla="*/ 159026 w 1868556"/>
              <a:gd name="connsiteY100" fmla="*/ 114300 h 1903343"/>
              <a:gd name="connsiteX101" fmla="*/ 188843 w 1868556"/>
              <a:gd name="connsiteY101" fmla="*/ 84482 h 1903343"/>
              <a:gd name="connsiteX102" fmla="*/ 203752 w 1868556"/>
              <a:gd name="connsiteY102" fmla="*/ 69574 h 1903343"/>
              <a:gd name="connsiteX103" fmla="*/ 223630 w 1868556"/>
              <a:gd name="connsiteY103" fmla="*/ 54665 h 1903343"/>
              <a:gd name="connsiteX104" fmla="*/ 203752 w 1868556"/>
              <a:gd name="connsiteY104" fmla="*/ 44726 h 1903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</a:cxnLst>
            <a:rect l="l" t="t" r="r" b="b"/>
            <a:pathLst>
              <a:path w="1868556" h="1903343">
                <a:moveTo>
                  <a:pt x="203752" y="44726"/>
                </a:moveTo>
                <a:lnTo>
                  <a:pt x="203752" y="44726"/>
                </a:lnTo>
                <a:lnTo>
                  <a:pt x="655982" y="39756"/>
                </a:lnTo>
                <a:cubicBezTo>
                  <a:pt x="664427" y="39580"/>
                  <a:pt x="672520" y="36298"/>
                  <a:pt x="680830" y="34787"/>
                </a:cubicBezTo>
                <a:cubicBezTo>
                  <a:pt x="690744" y="32985"/>
                  <a:pt x="700633" y="30930"/>
                  <a:pt x="710648" y="29817"/>
                </a:cubicBezTo>
                <a:cubicBezTo>
                  <a:pt x="730473" y="27614"/>
                  <a:pt x="750404" y="26504"/>
                  <a:pt x="770282" y="24848"/>
                </a:cubicBezTo>
                <a:cubicBezTo>
                  <a:pt x="855576" y="5894"/>
                  <a:pt x="814150" y="12253"/>
                  <a:pt x="954156" y="9939"/>
                </a:cubicBezTo>
                <a:lnTo>
                  <a:pt x="1416326" y="4969"/>
                </a:lnTo>
                <a:cubicBezTo>
                  <a:pt x="1429578" y="3313"/>
                  <a:pt x="1442727" y="0"/>
                  <a:pt x="1456082" y="0"/>
                </a:cubicBezTo>
                <a:cubicBezTo>
                  <a:pt x="1486137" y="0"/>
                  <a:pt x="1557685" y="128"/>
                  <a:pt x="1600200" y="9939"/>
                </a:cubicBezTo>
                <a:cubicBezTo>
                  <a:pt x="1679521" y="28244"/>
                  <a:pt x="1597192" y="11024"/>
                  <a:pt x="1659835" y="29817"/>
                </a:cubicBezTo>
                <a:cubicBezTo>
                  <a:pt x="1667925" y="32244"/>
                  <a:pt x="1676437" y="32955"/>
                  <a:pt x="1684682" y="34787"/>
                </a:cubicBezTo>
                <a:cubicBezTo>
                  <a:pt x="1691350" y="36269"/>
                  <a:pt x="1697893" y="38274"/>
                  <a:pt x="1704561" y="39756"/>
                </a:cubicBezTo>
                <a:cubicBezTo>
                  <a:pt x="1712807" y="41588"/>
                  <a:pt x="1721319" y="42299"/>
                  <a:pt x="1729409" y="44726"/>
                </a:cubicBezTo>
                <a:cubicBezTo>
                  <a:pt x="1772399" y="57623"/>
                  <a:pt x="1738399" y="49221"/>
                  <a:pt x="1769165" y="64604"/>
                </a:cubicBezTo>
                <a:cubicBezTo>
                  <a:pt x="1777144" y="68593"/>
                  <a:pt x="1786182" y="70271"/>
                  <a:pt x="1794013" y="74543"/>
                </a:cubicBezTo>
                <a:cubicBezTo>
                  <a:pt x="1808957" y="82694"/>
                  <a:pt x="1829365" y="98573"/>
                  <a:pt x="1843709" y="109330"/>
                </a:cubicBezTo>
                <a:cubicBezTo>
                  <a:pt x="1845365" y="114300"/>
                  <a:pt x="1846550" y="119452"/>
                  <a:pt x="1848678" y="124239"/>
                </a:cubicBezTo>
                <a:cubicBezTo>
                  <a:pt x="1853191" y="134393"/>
                  <a:pt x="1859460" y="143739"/>
                  <a:pt x="1863587" y="154056"/>
                </a:cubicBezTo>
                <a:cubicBezTo>
                  <a:pt x="1866124" y="160398"/>
                  <a:pt x="1866900" y="167309"/>
                  <a:pt x="1868556" y="173935"/>
                </a:cubicBezTo>
                <a:cubicBezTo>
                  <a:pt x="1861565" y="292797"/>
                  <a:pt x="1869577" y="222986"/>
                  <a:pt x="1858617" y="283265"/>
                </a:cubicBezTo>
                <a:cubicBezTo>
                  <a:pt x="1856815" y="293179"/>
                  <a:pt x="1856299" y="303361"/>
                  <a:pt x="1853648" y="313082"/>
                </a:cubicBezTo>
                <a:cubicBezTo>
                  <a:pt x="1851301" y="321688"/>
                  <a:pt x="1847022" y="329647"/>
                  <a:pt x="1843709" y="337930"/>
                </a:cubicBezTo>
                <a:cubicBezTo>
                  <a:pt x="1839485" y="363270"/>
                  <a:pt x="1834743" y="395670"/>
                  <a:pt x="1828800" y="422413"/>
                </a:cubicBezTo>
                <a:cubicBezTo>
                  <a:pt x="1827318" y="429080"/>
                  <a:pt x="1825312" y="435624"/>
                  <a:pt x="1823830" y="442291"/>
                </a:cubicBezTo>
                <a:cubicBezTo>
                  <a:pt x="1816812" y="473874"/>
                  <a:pt x="1820610" y="471200"/>
                  <a:pt x="1803952" y="506896"/>
                </a:cubicBezTo>
                <a:cubicBezTo>
                  <a:pt x="1789490" y="537885"/>
                  <a:pt x="1775174" y="553548"/>
                  <a:pt x="1754256" y="581439"/>
                </a:cubicBezTo>
                <a:cubicBezTo>
                  <a:pt x="1749287" y="588065"/>
                  <a:pt x="1742424" y="593627"/>
                  <a:pt x="1739348" y="601317"/>
                </a:cubicBezTo>
                <a:cubicBezTo>
                  <a:pt x="1736035" y="609600"/>
                  <a:pt x="1734594" y="618906"/>
                  <a:pt x="1729409" y="626165"/>
                </a:cubicBezTo>
                <a:cubicBezTo>
                  <a:pt x="1725937" y="631025"/>
                  <a:pt x="1719470" y="632791"/>
                  <a:pt x="1714500" y="636104"/>
                </a:cubicBezTo>
                <a:cubicBezTo>
                  <a:pt x="1702549" y="654031"/>
                  <a:pt x="1695171" y="667211"/>
                  <a:pt x="1674743" y="680830"/>
                </a:cubicBezTo>
                <a:lnTo>
                  <a:pt x="1644926" y="700709"/>
                </a:lnTo>
                <a:cubicBezTo>
                  <a:pt x="1617696" y="718863"/>
                  <a:pt x="1635342" y="707986"/>
                  <a:pt x="1590261" y="730526"/>
                </a:cubicBezTo>
                <a:cubicBezTo>
                  <a:pt x="1583635" y="733839"/>
                  <a:pt x="1577505" y="738430"/>
                  <a:pt x="1570382" y="740465"/>
                </a:cubicBezTo>
                <a:cubicBezTo>
                  <a:pt x="1564513" y="742142"/>
                  <a:pt x="1527197" y="753221"/>
                  <a:pt x="1515717" y="755374"/>
                </a:cubicBezTo>
                <a:cubicBezTo>
                  <a:pt x="1457771" y="766239"/>
                  <a:pt x="1461174" y="764804"/>
                  <a:pt x="1406387" y="770282"/>
                </a:cubicBezTo>
                <a:cubicBezTo>
                  <a:pt x="1330419" y="785477"/>
                  <a:pt x="1450042" y="762179"/>
                  <a:pt x="1341782" y="780222"/>
                </a:cubicBezTo>
                <a:cubicBezTo>
                  <a:pt x="1335045" y="781345"/>
                  <a:pt x="1328696" y="784476"/>
                  <a:pt x="1321904" y="785191"/>
                </a:cubicBezTo>
                <a:cubicBezTo>
                  <a:pt x="1218050" y="796123"/>
                  <a:pt x="934373" y="794976"/>
                  <a:pt x="924339" y="795130"/>
                </a:cubicBezTo>
                <a:cubicBezTo>
                  <a:pt x="909918" y="796933"/>
                  <a:pt x="881117" y="798914"/>
                  <a:pt x="864704" y="805069"/>
                </a:cubicBezTo>
                <a:cubicBezTo>
                  <a:pt x="842867" y="813258"/>
                  <a:pt x="848262" y="814465"/>
                  <a:pt x="829917" y="824948"/>
                </a:cubicBezTo>
                <a:cubicBezTo>
                  <a:pt x="823485" y="828623"/>
                  <a:pt x="816665" y="831574"/>
                  <a:pt x="810039" y="834887"/>
                </a:cubicBezTo>
                <a:cubicBezTo>
                  <a:pt x="807822" y="837843"/>
                  <a:pt x="787987" y="863522"/>
                  <a:pt x="785191" y="869674"/>
                </a:cubicBezTo>
                <a:cubicBezTo>
                  <a:pt x="779334" y="882559"/>
                  <a:pt x="775726" y="896366"/>
                  <a:pt x="770282" y="909430"/>
                </a:cubicBezTo>
                <a:cubicBezTo>
                  <a:pt x="767433" y="916269"/>
                  <a:pt x="763656" y="922683"/>
                  <a:pt x="760343" y="929309"/>
                </a:cubicBezTo>
                <a:cubicBezTo>
                  <a:pt x="762000" y="970722"/>
                  <a:pt x="761444" y="1012283"/>
                  <a:pt x="765313" y="1053548"/>
                </a:cubicBezTo>
                <a:cubicBezTo>
                  <a:pt x="766439" y="1065555"/>
                  <a:pt x="772327" y="1076635"/>
                  <a:pt x="775252" y="1088335"/>
                </a:cubicBezTo>
                <a:cubicBezTo>
                  <a:pt x="777301" y="1096529"/>
                  <a:pt x="778173" y="1104988"/>
                  <a:pt x="780222" y="1113182"/>
                </a:cubicBezTo>
                <a:cubicBezTo>
                  <a:pt x="783147" y="1124882"/>
                  <a:pt x="787449" y="1136218"/>
                  <a:pt x="790161" y="1147969"/>
                </a:cubicBezTo>
                <a:cubicBezTo>
                  <a:pt x="792427" y="1157787"/>
                  <a:pt x="793705" y="1167812"/>
                  <a:pt x="795130" y="1177787"/>
                </a:cubicBezTo>
                <a:cubicBezTo>
                  <a:pt x="798550" y="1201727"/>
                  <a:pt x="802456" y="1238752"/>
                  <a:pt x="805069" y="1262269"/>
                </a:cubicBezTo>
                <a:cubicBezTo>
                  <a:pt x="803413" y="1326873"/>
                  <a:pt x="801379" y="1391469"/>
                  <a:pt x="800100" y="1456082"/>
                </a:cubicBezTo>
                <a:cubicBezTo>
                  <a:pt x="798066" y="1558780"/>
                  <a:pt x="801162" y="1661655"/>
                  <a:pt x="795130" y="1764196"/>
                </a:cubicBezTo>
                <a:cubicBezTo>
                  <a:pt x="794477" y="1775289"/>
                  <a:pt x="784735" y="1783859"/>
                  <a:pt x="780222" y="1794013"/>
                </a:cubicBezTo>
                <a:cubicBezTo>
                  <a:pt x="778094" y="1798800"/>
                  <a:pt x="778525" y="1804831"/>
                  <a:pt x="775252" y="1808922"/>
                </a:cubicBezTo>
                <a:cubicBezTo>
                  <a:pt x="771521" y="1813586"/>
                  <a:pt x="764566" y="1814638"/>
                  <a:pt x="760343" y="1818861"/>
                </a:cubicBezTo>
                <a:cubicBezTo>
                  <a:pt x="752843" y="1826361"/>
                  <a:pt x="748518" y="1836806"/>
                  <a:pt x="740465" y="1843709"/>
                </a:cubicBezTo>
                <a:cubicBezTo>
                  <a:pt x="736488" y="1847118"/>
                  <a:pt x="730461" y="1846839"/>
                  <a:pt x="725556" y="1848678"/>
                </a:cubicBezTo>
                <a:cubicBezTo>
                  <a:pt x="717204" y="1851810"/>
                  <a:pt x="709092" y="1855569"/>
                  <a:pt x="700709" y="1858617"/>
                </a:cubicBezTo>
                <a:cubicBezTo>
                  <a:pt x="690863" y="1862197"/>
                  <a:pt x="680701" y="1864877"/>
                  <a:pt x="670891" y="1868556"/>
                </a:cubicBezTo>
                <a:cubicBezTo>
                  <a:pt x="654186" y="1874821"/>
                  <a:pt x="638691" y="1884936"/>
                  <a:pt x="621196" y="1888435"/>
                </a:cubicBezTo>
                <a:cubicBezTo>
                  <a:pt x="586074" y="1895458"/>
                  <a:pt x="604361" y="1890733"/>
                  <a:pt x="566530" y="1903343"/>
                </a:cubicBezTo>
                <a:cubicBezTo>
                  <a:pt x="513521" y="1901687"/>
                  <a:pt x="460457" y="1901316"/>
                  <a:pt x="407504" y="1898374"/>
                </a:cubicBezTo>
                <a:cubicBezTo>
                  <a:pt x="400685" y="1897995"/>
                  <a:pt x="394403" y="1894251"/>
                  <a:pt x="387626" y="1893404"/>
                </a:cubicBezTo>
                <a:cubicBezTo>
                  <a:pt x="344120" y="1887966"/>
                  <a:pt x="324445" y="1890054"/>
                  <a:pt x="283265" y="1883465"/>
                </a:cubicBezTo>
                <a:cubicBezTo>
                  <a:pt x="256637" y="1879204"/>
                  <a:pt x="229913" y="1875096"/>
                  <a:pt x="203752" y="1868556"/>
                </a:cubicBezTo>
                <a:cubicBezTo>
                  <a:pt x="197126" y="1866900"/>
                  <a:pt x="190353" y="1865747"/>
                  <a:pt x="183874" y="1863587"/>
                </a:cubicBezTo>
                <a:cubicBezTo>
                  <a:pt x="175411" y="1860766"/>
                  <a:pt x="167178" y="1857271"/>
                  <a:pt x="159026" y="1853648"/>
                </a:cubicBezTo>
                <a:cubicBezTo>
                  <a:pt x="152256" y="1850639"/>
                  <a:pt x="145176" y="1848015"/>
                  <a:pt x="139148" y="1843709"/>
                </a:cubicBezTo>
                <a:cubicBezTo>
                  <a:pt x="127967" y="1835723"/>
                  <a:pt x="117160" y="1819362"/>
                  <a:pt x="109330" y="1808922"/>
                </a:cubicBezTo>
                <a:cubicBezTo>
                  <a:pt x="103799" y="1792326"/>
                  <a:pt x="103549" y="1792846"/>
                  <a:pt x="99391" y="1774135"/>
                </a:cubicBezTo>
                <a:cubicBezTo>
                  <a:pt x="97559" y="1765889"/>
                  <a:pt x="97093" y="1757300"/>
                  <a:pt x="94422" y="1749287"/>
                </a:cubicBezTo>
                <a:cubicBezTo>
                  <a:pt x="92079" y="1742259"/>
                  <a:pt x="87795" y="1736035"/>
                  <a:pt x="84482" y="1729409"/>
                </a:cubicBezTo>
                <a:cubicBezTo>
                  <a:pt x="80182" y="1686400"/>
                  <a:pt x="77717" y="1664509"/>
                  <a:pt x="74543" y="1620078"/>
                </a:cubicBezTo>
                <a:cubicBezTo>
                  <a:pt x="67545" y="1522107"/>
                  <a:pt x="74472" y="1569947"/>
                  <a:pt x="64604" y="1510748"/>
                </a:cubicBezTo>
                <a:cubicBezTo>
                  <a:pt x="62925" y="1468758"/>
                  <a:pt x="59818" y="1363492"/>
                  <a:pt x="54665" y="1311965"/>
                </a:cubicBezTo>
                <a:cubicBezTo>
                  <a:pt x="53825" y="1303560"/>
                  <a:pt x="51085" y="1295449"/>
                  <a:pt x="49696" y="1287117"/>
                </a:cubicBezTo>
                <a:cubicBezTo>
                  <a:pt x="47770" y="1275563"/>
                  <a:pt x="46652" y="1263884"/>
                  <a:pt x="44726" y="1252330"/>
                </a:cubicBezTo>
                <a:cubicBezTo>
                  <a:pt x="40902" y="1229387"/>
                  <a:pt x="35619" y="1210935"/>
                  <a:pt x="29817" y="1187726"/>
                </a:cubicBezTo>
                <a:lnTo>
                  <a:pt x="24848" y="1167848"/>
                </a:lnTo>
                <a:cubicBezTo>
                  <a:pt x="23191" y="1161222"/>
                  <a:pt x="21001" y="1154706"/>
                  <a:pt x="19878" y="1147969"/>
                </a:cubicBezTo>
                <a:cubicBezTo>
                  <a:pt x="15640" y="1122541"/>
                  <a:pt x="10920" y="1090266"/>
                  <a:pt x="4969" y="1063487"/>
                </a:cubicBezTo>
                <a:cubicBezTo>
                  <a:pt x="3487" y="1056820"/>
                  <a:pt x="1656" y="1050235"/>
                  <a:pt x="0" y="1043609"/>
                </a:cubicBezTo>
                <a:cubicBezTo>
                  <a:pt x="1656" y="1007165"/>
                  <a:pt x="1215" y="970566"/>
                  <a:pt x="4969" y="934278"/>
                </a:cubicBezTo>
                <a:cubicBezTo>
                  <a:pt x="6210" y="922282"/>
                  <a:pt x="12544" y="911317"/>
                  <a:pt x="14909" y="899491"/>
                </a:cubicBezTo>
                <a:cubicBezTo>
                  <a:pt x="17528" y="886395"/>
                  <a:pt x="17897" y="872942"/>
                  <a:pt x="19878" y="859735"/>
                </a:cubicBezTo>
                <a:cubicBezTo>
                  <a:pt x="22867" y="839805"/>
                  <a:pt x="27591" y="820129"/>
                  <a:pt x="29817" y="800100"/>
                </a:cubicBezTo>
                <a:cubicBezTo>
                  <a:pt x="31833" y="781957"/>
                  <a:pt x="38614" y="722433"/>
                  <a:pt x="39756" y="705678"/>
                </a:cubicBezTo>
                <a:cubicBezTo>
                  <a:pt x="43594" y="649390"/>
                  <a:pt x="45256" y="592957"/>
                  <a:pt x="49696" y="536713"/>
                </a:cubicBezTo>
                <a:cubicBezTo>
                  <a:pt x="50234" y="529904"/>
                  <a:pt x="53183" y="523502"/>
                  <a:pt x="54665" y="516835"/>
                </a:cubicBezTo>
                <a:cubicBezTo>
                  <a:pt x="69960" y="448006"/>
                  <a:pt x="45221" y="549647"/>
                  <a:pt x="69574" y="452230"/>
                </a:cubicBezTo>
                <a:lnTo>
                  <a:pt x="74543" y="432352"/>
                </a:lnTo>
                <a:cubicBezTo>
                  <a:pt x="76200" y="417443"/>
                  <a:pt x="77232" y="402452"/>
                  <a:pt x="79513" y="387626"/>
                </a:cubicBezTo>
                <a:cubicBezTo>
                  <a:pt x="80552" y="380876"/>
                  <a:pt x="83443" y="374498"/>
                  <a:pt x="84482" y="367748"/>
                </a:cubicBezTo>
                <a:cubicBezTo>
                  <a:pt x="95928" y="293347"/>
                  <a:pt x="83208" y="347995"/>
                  <a:pt x="94422" y="303143"/>
                </a:cubicBezTo>
                <a:cubicBezTo>
                  <a:pt x="96078" y="289891"/>
                  <a:pt x="96772" y="276483"/>
                  <a:pt x="99391" y="263387"/>
                </a:cubicBezTo>
                <a:cubicBezTo>
                  <a:pt x="107360" y="223542"/>
                  <a:pt x="108121" y="237194"/>
                  <a:pt x="119269" y="203752"/>
                </a:cubicBezTo>
                <a:cubicBezTo>
                  <a:pt x="122454" y="194198"/>
                  <a:pt x="124423" y="178537"/>
                  <a:pt x="129209" y="168965"/>
                </a:cubicBezTo>
                <a:cubicBezTo>
                  <a:pt x="131880" y="163623"/>
                  <a:pt x="135983" y="159121"/>
                  <a:pt x="139148" y="154056"/>
                </a:cubicBezTo>
                <a:cubicBezTo>
                  <a:pt x="144267" y="145865"/>
                  <a:pt x="149736" y="137848"/>
                  <a:pt x="154056" y="129209"/>
                </a:cubicBezTo>
                <a:cubicBezTo>
                  <a:pt x="156399" y="124524"/>
                  <a:pt x="155810" y="118435"/>
                  <a:pt x="159026" y="114300"/>
                </a:cubicBezTo>
                <a:cubicBezTo>
                  <a:pt x="167656" y="103205"/>
                  <a:pt x="178904" y="94421"/>
                  <a:pt x="188843" y="84482"/>
                </a:cubicBezTo>
                <a:cubicBezTo>
                  <a:pt x="193813" y="79512"/>
                  <a:pt x="198130" y="73791"/>
                  <a:pt x="203752" y="69574"/>
                </a:cubicBezTo>
                <a:cubicBezTo>
                  <a:pt x="210378" y="64604"/>
                  <a:pt x="230870" y="58687"/>
                  <a:pt x="223630" y="54665"/>
                </a:cubicBezTo>
                <a:cubicBezTo>
                  <a:pt x="204584" y="44084"/>
                  <a:pt x="180561" y="48039"/>
                  <a:pt x="203752" y="44726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Freeform: Shape 478">
            <a:extLst>
              <a:ext uri="{FF2B5EF4-FFF2-40B4-BE49-F238E27FC236}">
                <a16:creationId xmlns:a16="http://schemas.microsoft.com/office/drawing/2014/main" id="{908B4706-F98B-B673-0ACF-FA4296A5F205}"/>
              </a:ext>
            </a:extLst>
          </p:cNvPr>
          <p:cNvSpPr/>
          <p:nvPr/>
        </p:nvSpPr>
        <p:spPr>
          <a:xfrm>
            <a:off x="3311013" y="601722"/>
            <a:ext cx="473850" cy="688102"/>
          </a:xfrm>
          <a:custGeom>
            <a:avLst/>
            <a:gdLst>
              <a:gd name="connsiteX0" fmla="*/ 193675 w 382588"/>
              <a:gd name="connsiteY0" fmla="*/ 12700 h 541337"/>
              <a:gd name="connsiteX1" fmla="*/ 193675 w 382588"/>
              <a:gd name="connsiteY1" fmla="*/ 12700 h 541337"/>
              <a:gd name="connsiteX2" fmla="*/ 150813 w 382588"/>
              <a:gd name="connsiteY2" fmla="*/ 79375 h 541337"/>
              <a:gd name="connsiteX3" fmla="*/ 147638 w 382588"/>
              <a:gd name="connsiteY3" fmla="*/ 85725 h 541337"/>
              <a:gd name="connsiteX4" fmla="*/ 125413 w 382588"/>
              <a:gd name="connsiteY4" fmla="*/ 122237 h 541337"/>
              <a:gd name="connsiteX5" fmla="*/ 120650 w 382588"/>
              <a:gd name="connsiteY5" fmla="*/ 131762 h 541337"/>
              <a:gd name="connsiteX6" fmla="*/ 111125 w 382588"/>
              <a:gd name="connsiteY6" fmla="*/ 146050 h 541337"/>
              <a:gd name="connsiteX7" fmla="*/ 107950 w 382588"/>
              <a:gd name="connsiteY7" fmla="*/ 153987 h 541337"/>
              <a:gd name="connsiteX8" fmla="*/ 92075 w 382588"/>
              <a:gd name="connsiteY8" fmla="*/ 184150 h 541337"/>
              <a:gd name="connsiteX9" fmla="*/ 79375 w 382588"/>
              <a:gd name="connsiteY9" fmla="*/ 207962 h 541337"/>
              <a:gd name="connsiteX10" fmla="*/ 76200 w 382588"/>
              <a:gd name="connsiteY10" fmla="*/ 219075 h 541337"/>
              <a:gd name="connsiteX11" fmla="*/ 69850 w 382588"/>
              <a:gd name="connsiteY11" fmla="*/ 230187 h 541337"/>
              <a:gd name="connsiteX12" fmla="*/ 65088 w 382588"/>
              <a:gd name="connsiteY12" fmla="*/ 241300 h 541337"/>
              <a:gd name="connsiteX13" fmla="*/ 58738 w 382588"/>
              <a:gd name="connsiteY13" fmla="*/ 252412 h 541337"/>
              <a:gd name="connsiteX14" fmla="*/ 42863 w 382588"/>
              <a:gd name="connsiteY14" fmla="*/ 282575 h 541337"/>
              <a:gd name="connsiteX15" fmla="*/ 38100 w 382588"/>
              <a:gd name="connsiteY15" fmla="*/ 288925 h 541337"/>
              <a:gd name="connsiteX16" fmla="*/ 30163 w 382588"/>
              <a:gd name="connsiteY16" fmla="*/ 303212 h 541337"/>
              <a:gd name="connsiteX17" fmla="*/ 26988 w 382588"/>
              <a:gd name="connsiteY17" fmla="*/ 312737 h 541337"/>
              <a:gd name="connsiteX18" fmla="*/ 23813 w 382588"/>
              <a:gd name="connsiteY18" fmla="*/ 320675 h 541337"/>
              <a:gd name="connsiteX19" fmla="*/ 14288 w 382588"/>
              <a:gd name="connsiteY19" fmla="*/ 346075 h 541337"/>
              <a:gd name="connsiteX20" fmla="*/ 11113 w 382588"/>
              <a:gd name="connsiteY20" fmla="*/ 361950 h 541337"/>
              <a:gd name="connsiteX21" fmla="*/ 7938 w 382588"/>
              <a:gd name="connsiteY21" fmla="*/ 373062 h 541337"/>
              <a:gd name="connsiteX22" fmla="*/ 6350 w 382588"/>
              <a:gd name="connsiteY22" fmla="*/ 385762 h 541337"/>
              <a:gd name="connsiteX23" fmla="*/ 4763 w 382588"/>
              <a:gd name="connsiteY23" fmla="*/ 392112 h 541337"/>
              <a:gd name="connsiteX24" fmla="*/ 1588 w 382588"/>
              <a:gd name="connsiteY24" fmla="*/ 423862 h 541337"/>
              <a:gd name="connsiteX25" fmla="*/ 0 w 382588"/>
              <a:gd name="connsiteY25" fmla="*/ 430212 h 541337"/>
              <a:gd name="connsiteX26" fmla="*/ 6350 w 382588"/>
              <a:gd name="connsiteY26" fmla="*/ 479425 h 541337"/>
              <a:gd name="connsiteX27" fmla="*/ 11113 w 382588"/>
              <a:gd name="connsiteY27" fmla="*/ 488950 h 541337"/>
              <a:gd name="connsiteX28" fmla="*/ 15875 w 382588"/>
              <a:gd name="connsiteY28" fmla="*/ 493712 h 541337"/>
              <a:gd name="connsiteX29" fmla="*/ 22225 w 382588"/>
              <a:gd name="connsiteY29" fmla="*/ 501650 h 541337"/>
              <a:gd name="connsiteX30" fmla="*/ 31750 w 382588"/>
              <a:gd name="connsiteY30" fmla="*/ 512762 h 541337"/>
              <a:gd name="connsiteX31" fmla="*/ 36513 w 382588"/>
              <a:gd name="connsiteY31" fmla="*/ 519112 h 541337"/>
              <a:gd name="connsiteX32" fmla="*/ 50800 w 382588"/>
              <a:gd name="connsiteY32" fmla="*/ 528637 h 541337"/>
              <a:gd name="connsiteX33" fmla="*/ 55563 w 382588"/>
              <a:gd name="connsiteY33" fmla="*/ 531812 h 541337"/>
              <a:gd name="connsiteX34" fmla="*/ 60325 w 382588"/>
              <a:gd name="connsiteY34" fmla="*/ 533400 h 541337"/>
              <a:gd name="connsiteX35" fmla="*/ 66675 w 382588"/>
              <a:gd name="connsiteY35" fmla="*/ 536575 h 541337"/>
              <a:gd name="connsiteX36" fmla="*/ 77788 w 382588"/>
              <a:gd name="connsiteY36" fmla="*/ 538162 h 541337"/>
              <a:gd name="connsiteX37" fmla="*/ 84138 w 382588"/>
              <a:gd name="connsiteY37" fmla="*/ 539750 h 541337"/>
              <a:gd name="connsiteX38" fmla="*/ 93663 w 382588"/>
              <a:gd name="connsiteY38" fmla="*/ 541337 h 541337"/>
              <a:gd name="connsiteX39" fmla="*/ 119063 w 382588"/>
              <a:gd name="connsiteY39" fmla="*/ 538162 h 541337"/>
              <a:gd name="connsiteX40" fmla="*/ 136525 w 382588"/>
              <a:gd name="connsiteY40" fmla="*/ 528637 h 541337"/>
              <a:gd name="connsiteX41" fmla="*/ 141288 w 382588"/>
              <a:gd name="connsiteY41" fmla="*/ 523875 h 541337"/>
              <a:gd name="connsiteX42" fmla="*/ 147638 w 382588"/>
              <a:gd name="connsiteY42" fmla="*/ 519112 h 541337"/>
              <a:gd name="connsiteX43" fmla="*/ 158750 w 382588"/>
              <a:gd name="connsiteY43" fmla="*/ 509587 h 541337"/>
              <a:gd name="connsiteX44" fmla="*/ 163513 w 382588"/>
              <a:gd name="connsiteY44" fmla="*/ 506412 h 541337"/>
              <a:gd name="connsiteX45" fmla="*/ 169863 w 382588"/>
              <a:gd name="connsiteY45" fmla="*/ 498475 h 541337"/>
              <a:gd name="connsiteX46" fmla="*/ 185738 w 382588"/>
              <a:gd name="connsiteY46" fmla="*/ 484187 h 541337"/>
              <a:gd name="connsiteX47" fmla="*/ 193675 w 382588"/>
              <a:gd name="connsiteY47" fmla="*/ 473075 h 541337"/>
              <a:gd name="connsiteX48" fmla="*/ 201613 w 382588"/>
              <a:gd name="connsiteY48" fmla="*/ 465137 h 541337"/>
              <a:gd name="connsiteX49" fmla="*/ 223838 w 382588"/>
              <a:gd name="connsiteY49" fmla="*/ 433387 h 541337"/>
              <a:gd name="connsiteX50" fmla="*/ 228600 w 382588"/>
              <a:gd name="connsiteY50" fmla="*/ 422275 h 541337"/>
              <a:gd name="connsiteX51" fmla="*/ 234950 w 382588"/>
              <a:gd name="connsiteY51" fmla="*/ 411162 h 541337"/>
              <a:gd name="connsiteX52" fmla="*/ 238125 w 382588"/>
              <a:gd name="connsiteY52" fmla="*/ 401637 h 541337"/>
              <a:gd name="connsiteX53" fmla="*/ 246063 w 382588"/>
              <a:gd name="connsiteY53" fmla="*/ 390525 h 541337"/>
              <a:gd name="connsiteX54" fmla="*/ 249238 w 382588"/>
              <a:gd name="connsiteY54" fmla="*/ 382587 h 541337"/>
              <a:gd name="connsiteX55" fmla="*/ 260350 w 382588"/>
              <a:gd name="connsiteY55" fmla="*/ 363537 h 541337"/>
              <a:gd name="connsiteX56" fmla="*/ 274638 w 382588"/>
              <a:gd name="connsiteY56" fmla="*/ 334962 h 541337"/>
              <a:gd name="connsiteX57" fmla="*/ 287338 w 382588"/>
              <a:gd name="connsiteY57" fmla="*/ 307975 h 541337"/>
              <a:gd name="connsiteX58" fmla="*/ 298450 w 382588"/>
              <a:gd name="connsiteY58" fmla="*/ 292100 h 541337"/>
              <a:gd name="connsiteX59" fmla="*/ 314325 w 382588"/>
              <a:gd name="connsiteY59" fmla="*/ 263525 h 541337"/>
              <a:gd name="connsiteX60" fmla="*/ 323850 w 382588"/>
              <a:gd name="connsiteY60" fmla="*/ 250825 h 541337"/>
              <a:gd name="connsiteX61" fmla="*/ 330200 w 382588"/>
              <a:gd name="connsiteY61" fmla="*/ 238125 h 541337"/>
              <a:gd name="connsiteX62" fmla="*/ 338138 w 382588"/>
              <a:gd name="connsiteY62" fmla="*/ 219075 h 541337"/>
              <a:gd name="connsiteX63" fmla="*/ 341313 w 382588"/>
              <a:gd name="connsiteY63" fmla="*/ 211137 h 541337"/>
              <a:gd name="connsiteX64" fmla="*/ 344488 w 382588"/>
              <a:gd name="connsiteY64" fmla="*/ 201612 h 541337"/>
              <a:gd name="connsiteX65" fmla="*/ 346075 w 382588"/>
              <a:gd name="connsiteY65" fmla="*/ 195262 h 541337"/>
              <a:gd name="connsiteX66" fmla="*/ 350838 w 382588"/>
              <a:gd name="connsiteY66" fmla="*/ 188912 h 541337"/>
              <a:gd name="connsiteX67" fmla="*/ 354013 w 382588"/>
              <a:gd name="connsiteY67" fmla="*/ 182562 h 541337"/>
              <a:gd name="connsiteX68" fmla="*/ 358775 w 382588"/>
              <a:gd name="connsiteY68" fmla="*/ 169862 h 541337"/>
              <a:gd name="connsiteX69" fmla="*/ 361950 w 382588"/>
              <a:gd name="connsiteY69" fmla="*/ 165100 h 541337"/>
              <a:gd name="connsiteX70" fmla="*/ 365125 w 382588"/>
              <a:gd name="connsiteY70" fmla="*/ 155575 h 541337"/>
              <a:gd name="connsiteX71" fmla="*/ 368300 w 382588"/>
              <a:gd name="connsiteY71" fmla="*/ 147637 h 541337"/>
              <a:gd name="connsiteX72" fmla="*/ 371475 w 382588"/>
              <a:gd name="connsiteY72" fmla="*/ 141287 h 541337"/>
              <a:gd name="connsiteX73" fmla="*/ 376238 w 382588"/>
              <a:gd name="connsiteY73" fmla="*/ 128587 h 541337"/>
              <a:gd name="connsiteX74" fmla="*/ 379413 w 382588"/>
              <a:gd name="connsiteY74" fmla="*/ 109537 h 541337"/>
              <a:gd name="connsiteX75" fmla="*/ 382588 w 382588"/>
              <a:gd name="connsiteY75" fmla="*/ 93662 h 541337"/>
              <a:gd name="connsiteX76" fmla="*/ 377825 w 382588"/>
              <a:gd name="connsiteY76" fmla="*/ 61912 h 541337"/>
              <a:gd name="connsiteX77" fmla="*/ 366713 w 382588"/>
              <a:gd name="connsiteY77" fmla="*/ 41275 h 541337"/>
              <a:gd name="connsiteX78" fmla="*/ 360363 w 382588"/>
              <a:gd name="connsiteY78" fmla="*/ 31750 h 541337"/>
              <a:gd name="connsiteX79" fmla="*/ 355600 w 382588"/>
              <a:gd name="connsiteY79" fmla="*/ 26987 h 541337"/>
              <a:gd name="connsiteX80" fmla="*/ 342900 w 382588"/>
              <a:gd name="connsiteY80" fmla="*/ 19050 h 541337"/>
              <a:gd name="connsiteX81" fmla="*/ 333375 w 382588"/>
              <a:gd name="connsiteY81" fmla="*/ 15875 h 541337"/>
              <a:gd name="connsiteX82" fmla="*/ 319088 w 382588"/>
              <a:gd name="connsiteY82" fmla="*/ 9525 h 541337"/>
              <a:gd name="connsiteX83" fmla="*/ 312738 w 382588"/>
              <a:gd name="connsiteY83" fmla="*/ 7937 h 541337"/>
              <a:gd name="connsiteX84" fmla="*/ 307975 w 382588"/>
              <a:gd name="connsiteY84" fmla="*/ 4762 h 541337"/>
              <a:gd name="connsiteX85" fmla="*/ 292100 w 382588"/>
              <a:gd name="connsiteY85" fmla="*/ 1587 h 541337"/>
              <a:gd name="connsiteX86" fmla="*/ 285750 w 382588"/>
              <a:gd name="connsiteY86" fmla="*/ 0 h 541337"/>
              <a:gd name="connsiteX87" fmla="*/ 234950 w 382588"/>
              <a:gd name="connsiteY87" fmla="*/ 1587 h 541337"/>
              <a:gd name="connsiteX88" fmla="*/ 220663 w 382588"/>
              <a:gd name="connsiteY88" fmla="*/ 4762 h 541337"/>
              <a:gd name="connsiteX89" fmla="*/ 209550 w 382588"/>
              <a:gd name="connsiteY89" fmla="*/ 6350 h 541337"/>
              <a:gd name="connsiteX90" fmla="*/ 196850 w 382588"/>
              <a:gd name="connsiteY90" fmla="*/ 15875 h 541337"/>
              <a:gd name="connsiteX91" fmla="*/ 193675 w 382588"/>
              <a:gd name="connsiteY91" fmla="*/ 12700 h 54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382588" h="541337">
                <a:moveTo>
                  <a:pt x="193675" y="12700"/>
                </a:moveTo>
                <a:lnTo>
                  <a:pt x="193675" y="12700"/>
                </a:lnTo>
                <a:cubicBezTo>
                  <a:pt x="179388" y="34925"/>
                  <a:pt x="164903" y="57025"/>
                  <a:pt x="150813" y="79375"/>
                </a:cubicBezTo>
                <a:cubicBezTo>
                  <a:pt x="149551" y="81377"/>
                  <a:pt x="148844" y="83689"/>
                  <a:pt x="147638" y="85725"/>
                </a:cubicBezTo>
                <a:cubicBezTo>
                  <a:pt x="140374" y="97982"/>
                  <a:pt x="132619" y="109945"/>
                  <a:pt x="125413" y="122237"/>
                </a:cubicBezTo>
                <a:cubicBezTo>
                  <a:pt x="123618" y="125299"/>
                  <a:pt x="122476" y="128718"/>
                  <a:pt x="120650" y="131762"/>
                </a:cubicBezTo>
                <a:cubicBezTo>
                  <a:pt x="112676" y="145053"/>
                  <a:pt x="118837" y="130628"/>
                  <a:pt x="111125" y="146050"/>
                </a:cubicBezTo>
                <a:cubicBezTo>
                  <a:pt x="109851" y="148599"/>
                  <a:pt x="109163" y="151409"/>
                  <a:pt x="107950" y="153987"/>
                </a:cubicBezTo>
                <a:cubicBezTo>
                  <a:pt x="94020" y="183589"/>
                  <a:pt x="103448" y="162825"/>
                  <a:pt x="92075" y="184150"/>
                </a:cubicBezTo>
                <a:cubicBezTo>
                  <a:pt x="75570" y="215098"/>
                  <a:pt x="95507" y="179732"/>
                  <a:pt x="79375" y="207962"/>
                </a:cubicBezTo>
                <a:cubicBezTo>
                  <a:pt x="78317" y="211666"/>
                  <a:pt x="77718" y="215534"/>
                  <a:pt x="76200" y="219075"/>
                </a:cubicBezTo>
                <a:cubicBezTo>
                  <a:pt x="74519" y="222996"/>
                  <a:pt x="71758" y="226371"/>
                  <a:pt x="69850" y="230187"/>
                </a:cubicBezTo>
                <a:cubicBezTo>
                  <a:pt x="68048" y="233792"/>
                  <a:pt x="66890" y="237695"/>
                  <a:pt x="65088" y="241300"/>
                </a:cubicBezTo>
                <a:cubicBezTo>
                  <a:pt x="63180" y="245116"/>
                  <a:pt x="60725" y="248637"/>
                  <a:pt x="58738" y="252412"/>
                </a:cubicBezTo>
                <a:cubicBezTo>
                  <a:pt x="52758" y="263774"/>
                  <a:pt x="49458" y="272211"/>
                  <a:pt x="42863" y="282575"/>
                </a:cubicBezTo>
                <a:cubicBezTo>
                  <a:pt x="41442" y="284807"/>
                  <a:pt x="39385" y="286612"/>
                  <a:pt x="38100" y="288925"/>
                </a:cubicBezTo>
                <a:cubicBezTo>
                  <a:pt x="27701" y="307641"/>
                  <a:pt x="42429" y="286855"/>
                  <a:pt x="30163" y="303212"/>
                </a:cubicBezTo>
                <a:cubicBezTo>
                  <a:pt x="29105" y="306387"/>
                  <a:pt x="28132" y="309592"/>
                  <a:pt x="26988" y="312737"/>
                </a:cubicBezTo>
                <a:cubicBezTo>
                  <a:pt x="26014" y="315415"/>
                  <a:pt x="24761" y="317988"/>
                  <a:pt x="23813" y="320675"/>
                </a:cubicBezTo>
                <a:cubicBezTo>
                  <a:pt x="15296" y="344808"/>
                  <a:pt x="20958" y="332735"/>
                  <a:pt x="14288" y="346075"/>
                </a:cubicBezTo>
                <a:cubicBezTo>
                  <a:pt x="13230" y="351367"/>
                  <a:pt x="12820" y="356831"/>
                  <a:pt x="11113" y="361950"/>
                </a:cubicBezTo>
                <a:cubicBezTo>
                  <a:pt x="9853" y="365730"/>
                  <a:pt x="8604" y="369068"/>
                  <a:pt x="7938" y="373062"/>
                </a:cubicBezTo>
                <a:cubicBezTo>
                  <a:pt x="7237" y="377270"/>
                  <a:pt x="7051" y="381554"/>
                  <a:pt x="6350" y="385762"/>
                </a:cubicBezTo>
                <a:cubicBezTo>
                  <a:pt x="5991" y="387914"/>
                  <a:pt x="5153" y="389965"/>
                  <a:pt x="4763" y="392112"/>
                </a:cubicBezTo>
                <a:cubicBezTo>
                  <a:pt x="1953" y="407565"/>
                  <a:pt x="3915" y="404084"/>
                  <a:pt x="1588" y="423862"/>
                </a:cubicBezTo>
                <a:cubicBezTo>
                  <a:pt x="1333" y="426029"/>
                  <a:pt x="529" y="428095"/>
                  <a:pt x="0" y="430212"/>
                </a:cubicBezTo>
                <a:cubicBezTo>
                  <a:pt x="1705" y="451523"/>
                  <a:pt x="-584" y="462785"/>
                  <a:pt x="6350" y="479425"/>
                </a:cubicBezTo>
                <a:cubicBezTo>
                  <a:pt x="7715" y="482702"/>
                  <a:pt x="9144" y="485996"/>
                  <a:pt x="11113" y="488950"/>
                </a:cubicBezTo>
                <a:cubicBezTo>
                  <a:pt x="12358" y="490818"/>
                  <a:pt x="14397" y="492023"/>
                  <a:pt x="15875" y="493712"/>
                </a:cubicBezTo>
                <a:cubicBezTo>
                  <a:pt x="18106" y="496262"/>
                  <a:pt x="20192" y="498939"/>
                  <a:pt x="22225" y="501650"/>
                </a:cubicBezTo>
                <a:cubicBezTo>
                  <a:pt x="34964" y="518636"/>
                  <a:pt x="11650" y="489791"/>
                  <a:pt x="31750" y="512762"/>
                </a:cubicBezTo>
                <a:cubicBezTo>
                  <a:pt x="33492" y="514753"/>
                  <a:pt x="34480" y="517418"/>
                  <a:pt x="36513" y="519112"/>
                </a:cubicBezTo>
                <a:cubicBezTo>
                  <a:pt x="40910" y="522776"/>
                  <a:pt x="46038" y="525462"/>
                  <a:pt x="50800" y="528637"/>
                </a:cubicBezTo>
                <a:cubicBezTo>
                  <a:pt x="52388" y="529695"/>
                  <a:pt x="53753" y="531208"/>
                  <a:pt x="55563" y="531812"/>
                </a:cubicBezTo>
                <a:cubicBezTo>
                  <a:pt x="57150" y="532341"/>
                  <a:pt x="58787" y="532741"/>
                  <a:pt x="60325" y="533400"/>
                </a:cubicBezTo>
                <a:cubicBezTo>
                  <a:pt x="62500" y="534332"/>
                  <a:pt x="64392" y="535952"/>
                  <a:pt x="66675" y="536575"/>
                </a:cubicBezTo>
                <a:cubicBezTo>
                  <a:pt x="70285" y="537559"/>
                  <a:pt x="74106" y="537493"/>
                  <a:pt x="77788" y="538162"/>
                </a:cubicBezTo>
                <a:cubicBezTo>
                  <a:pt x="79935" y="538552"/>
                  <a:pt x="81999" y="539322"/>
                  <a:pt x="84138" y="539750"/>
                </a:cubicBezTo>
                <a:cubicBezTo>
                  <a:pt x="87294" y="540381"/>
                  <a:pt x="90488" y="540808"/>
                  <a:pt x="93663" y="541337"/>
                </a:cubicBezTo>
                <a:cubicBezTo>
                  <a:pt x="102130" y="540279"/>
                  <a:pt x="110785" y="540231"/>
                  <a:pt x="119063" y="538162"/>
                </a:cubicBezTo>
                <a:cubicBezTo>
                  <a:pt x="121132" y="537645"/>
                  <a:pt x="132798" y="531743"/>
                  <a:pt x="136525" y="528637"/>
                </a:cubicBezTo>
                <a:cubicBezTo>
                  <a:pt x="138250" y="527200"/>
                  <a:pt x="139583" y="525336"/>
                  <a:pt x="141288" y="523875"/>
                </a:cubicBezTo>
                <a:cubicBezTo>
                  <a:pt x="143297" y="522153"/>
                  <a:pt x="145590" y="520788"/>
                  <a:pt x="147638" y="519112"/>
                </a:cubicBezTo>
                <a:cubicBezTo>
                  <a:pt x="151414" y="516023"/>
                  <a:pt x="154940" y="512635"/>
                  <a:pt x="158750" y="509587"/>
                </a:cubicBezTo>
                <a:cubicBezTo>
                  <a:pt x="160240" y="508395"/>
                  <a:pt x="162164" y="507761"/>
                  <a:pt x="163513" y="506412"/>
                </a:cubicBezTo>
                <a:cubicBezTo>
                  <a:pt x="165909" y="504016"/>
                  <a:pt x="167467" y="500871"/>
                  <a:pt x="169863" y="498475"/>
                </a:cubicBezTo>
                <a:cubicBezTo>
                  <a:pt x="179301" y="489037"/>
                  <a:pt x="175197" y="498944"/>
                  <a:pt x="185738" y="484187"/>
                </a:cubicBezTo>
                <a:cubicBezTo>
                  <a:pt x="188384" y="480483"/>
                  <a:pt x="190761" y="476572"/>
                  <a:pt x="193675" y="473075"/>
                </a:cubicBezTo>
                <a:cubicBezTo>
                  <a:pt x="196071" y="470200"/>
                  <a:pt x="199275" y="468059"/>
                  <a:pt x="201613" y="465137"/>
                </a:cubicBezTo>
                <a:cubicBezTo>
                  <a:pt x="204043" y="462100"/>
                  <a:pt x="219296" y="442472"/>
                  <a:pt x="223838" y="433387"/>
                </a:cubicBezTo>
                <a:cubicBezTo>
                  <a:pt x="225640" y="429783"/>
                  <a:pt x="226798" y="425879"/>
                  <a:pt x="228600" y="422275"/>
                </a:cubicBezTo>
                <a:cubicBezTo>
                  <a:pt x="230508" y="418459"/>
                  <a:pt x="233162" y="415036"/>
                  <a:pt x="234950" y="411162"/>
                </a:cubicBezTo>
                <a:cubicBezTo>
                  <a:pt x="236352" y="408123"/>
                  <a:pt x="236538" y="404584"/>
                  <a:pt x="238125" y="401637"/>
                </a:cubicBezTo>
                <a:cubicBezTo>
                  <a:pt x="240283" y="397629"/>
                  <a:pt x="243769" y="394457"/>
                  <a:pt x="246063" y="390525"/>
                </a:cubicBezTo>
                <a:cubicBezTo>
                  <a:pt x="247499" y="388063"/>
                  <a:pt x="247905" y="385106"/>
                  <a:pt x="249238" y="382587"/>
                </a:cubicBezTo>
                <a:cubicBezTo>
                  <a:pt x="252677" y="376090"/>
                  <a:pt x="257062" y="370112"/>
                  <a:pt x="260350" y="363537"/>
                </a:cubicBezTo>
                <a:cubicBezTo>
                  <a:pt x="265113" y="354012"/>
                  <a:pt x="270313" y="344693"/>
                  <a:pt x="274638" y="334962"/>
                </a:cubicBezTo>
                <a:cubicBezTo>
                  <a:pt x="277246" y="329095"/>
                  <a:pt x="283802" y="313762"/>
                  <a:pt x="287338" y="307975"/>
                </a:cubicBezTo>
                <a:cubicBezTo>
                  <a:pt x="290706" y="302463"/>
                  <a:pt x="295098" y="297621"/>
                  <a:pt x="298450" y="292100"/>
                </a:cubicBezTo>
                <a:cubicBezTo>
                  <a:pt x="304105" y="282786"/>
                  <a:pt x="307787" y="272242"/>
                  <a:pt x="314325" y="263525"/>
                </a:cubicBezTo>
                <a:cubicBezTo>
                  <a:pt x="317500" y="259292"/>
                  <a:pt x="321045" y="255312"/>
                  <a:pt x="323850" y="250825"/>
                </a:cubicBezTo>
                <a:cubicBezTo>
                  <a:pt x="326358" y="246811"/>
                  <a:pt x="328258" y="242441"/>
                  <a:pt x="330200" y="238125"/>
                </a:cubicBezTo>
                <a:cubicBezTo>
                  <a:pt x="333023" y="231852"/>
                  <a:pt x="335519" y="225436"/>
                  <a:pt x="338138" y="219075"/>
                </a:cubicBezTo>
                <a:cubicBezTo>
                  <a:pt x="339223" y="216440"/>
                  <a:pt x="340412" y="213841"/>
                  <a:pt x="341313" y="211137"/>
                </a:cubicBezTo>
                <a:cubicBezTo>
                  <a:pt x="342371" y="207962"/>
                  <a:pt x="343526" y="204818"/>
                  <a:pt x="344488" y="201612"/>
                </a:cubicBezTo>
                <a:cubicBezTo>
                  <a:pt x="345115" y="199522"/>
                  <a:pt x="345099" y="197213"/>
                  <a:pt x="346075" y="195262"/>
                </a:cubicBezTo>
                <a:cubicBezTo>
                  <a:pt x="347258" y="192895"/>
                  <a:pt x="349436" y="191156"/>
                  <a:pt x="350838" y="188912"/>
                </a:cubicBezTo>
                <a:cubicBezTo>
                  <a:pt x="352092" y="186905"/>
                  <a:pt x="352955" y="184679"/>
                  <a:pt x="354013" y="182562"/>
                </a:cubicBezTo>
                <a:cubicBezTo>
                  <a:pt x="355749" y="175617"/>
                  <a:pt x="355085" y="176319"/>
                  <a:pt x="358775" y="169862"/>
                </a:cubicBezTo>
                <a:cubicBezTo>
                  <a:pt x="359722" y="168206"/>
                  <a:pt x="361175" y="166843"/>
                  <a:pt x="361950" y="165100"/>
                </a:cubicBezTo>
                <a:cubicBezTo>
                  <a:pt x="363309" y="162042"/>
                  <a:pt x="363882" y="158682"/>
                  <a:pt x="365125" y="155575"/>
                </a:cubicBezTo>
                <a:cubicBezTo>
                  <a:pt x="366183" y="152929"/>
                  <a:pt x="367143" y="150241"/>
                  <a:pt x="368300" y="147637"/>
                </a:cubicBezTo>
                <a:cubicBezTo>
                  <a:pt x="369261" y="145474"/>
                  <a:pt x="370514" y="143450"/>
                  <a:pt x="371475" y="141287"/>
                </a:cubicBezTo>
                <a:cubicBezTo>
                  <a:pt x="372815" y="138272"/>
                  <a:pt x="375192" y="132250"/>
                  <a:pt x="376238" y="128587"/>
                </a:cubicBezTo>
                <a:cubicBezTo>
                  <a:pt x="379094" y="118591"/>
                  <a:pt x="377096" y="123437"/>
                  <a:pt x="379413" y="109537"/>
                </a:cubicBezTo>
                <a:cubicBezTo>
                  <a:pt x="380300" y="104214"/>
                  <a:pt x="382588" y="93662"/>
                  <a:pt x="382588" y="93662"/>
                </a:cubicBezTo>
                <a:cubicBezTo>
                  <a:pt x="381826" y="84525"/>
                  <a:pt x="381731" y="71027"/>
                  <a:pt x="377825" y="61912"/>
                </a:cubicBezTo>
                <a:cubicBezTo>
                  <a:pt x="371559" y="47291"/>
                  <a:pt x="375299" y="54154"/>
                  <a:pt x="366713" y="41275"/>
                </a:cubicBezTo>
                <a:lnTo>
                  <a:pt x="360363" y="31750"/>
                </a:lnTo>
                <a:cubicBezTo>
                  <a:pt x="358775" y="30162"/>
                  <a:pt x="357325" y="28424"/>
                  <a:pt x="355600" y="26987"/>
                </a:cubicBezTo>
                <a:cubicBezTo>
                  <a:pt x="353766" y="25459"/>
                  <a:pt x="343586" y="19362"/>
                  <a:pt x="342900" y="19050"/>
                </a:cubicBezTo>
                <a:cubicBezTo>
                  <a:pt x="339853" y="17665"/>
                  <a:pt x="336368" y="17372"/>
                  <a:pt x="333375" y="15875"/>
                </a:cubicBezTo>
                <a:cubicBezTo>
                  <a:pt x="327843" y="13109"/>
                  <a:pt x="325169" y="11552"/>
                  <a:pt x="319088" y="9525"/>
                </a:cubicBezTo>
                <a:cubicBezTo>
                  <a:pt x="317018" y="8835"/>
                  <a:pt x="314855" y="8466"/>
                  <a:pt x="312738" y="7937"/>
                </a:cubicBezTo>
                <a:cubicBezTo>
                  <a:pt x="311150" y="6879"/>
                  <a:pt x="309682" y="5615"/>
                  <a:pt x="307975" y="4762"/>
                </a:cubicBezTo>
                <a:cubicBezTo>
                  <a:pt x="303320" y="2435"/>
                  <a:pt x="296692" y="2422"/>
                  <a:pt x="292100" y="1587"/>
                </a:cubicBezTo>
                <a:cubicBezTo>
                  <a:pt x="289953" y="1197"/>
                  <a:pt x="287867" y="529"/>
                  <a:pt x="285750" y="0"/>
                </a:cubicBezTo>
                <a:cubicBezTo>
                  <a:pt x="268817" y="529"/>
                  <a:pt x="251846" y="351"/>
                  <a:pt x="234950" y="1587"/>
                </a:cubicBezTo>
                <a:cubicBezTo>
                  <a:pt x="230084" y="1943"/>
                  <a:pt x="225458" y="3863"/>
                  <a:pt x="220663" y="4762"/>
                </a:cubicBezTo>
                <a:cubicBezTo>
                  <a:pt x="216985" y="5452"/>
                  <a:pt x="213254" y="5821"/>
                  <a:pt x="209550" y="6350"/>
                </a:cubicBezTo>
                <a:cubicBezTo>
                  <a:pt x="202868" y="10359"/>
                  <a:pt x="201480" y="10319"/>
                  <a:pt x="196850" y="15875"/>
                </a:cubicBezTo>
                <a:cubicBezTo>
                  <a:pt x="192515" y="21077"/>
                  <a:pt x="194204" y="13229"/>
                  <a:pt x="193675" y="127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2014981" y="580688"/>
            <a:ext cx="1751303" cy="1864565"/>
            <a:chOff x="2023362" y="791446"/>
            <a:chExt cx="1414009" cy="1466873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4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23362" y="791446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9726"/>
              <a:chOff x="3933" y="748269"/>
              <a:chExt cx="1387916" cy="1429726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>
                <a:off x="1011278" y="838445"/>
                <a:ext cx="189005" cy="50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9726"/>
                <a:chOff x="3933" y="748269"/>
                <a:chExt cx="1387916" cy="1429726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76102" y="59029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88685" y="193177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78434"/>
              <a:ext cx="319341" cy="1934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Rectangle 154">
            <a:extLst>
              <a:ext uri="{FF2B5EF4-FFF2-40B4-BE49-F238E27FC236}">
                <a16:creationId xmlns:a16="http://schemas.microsoft.com/office/drawing/2014/main" id="{35497BE1-B80F-BF57-015E-08D1A93A2941}"/>
              </a:ext>
            </a:extLst>
          </p:cNvPr>
          <p:cNvSpPr/>
          <p:nvPr/>
        </p:nvSpPr>
        <p:spPr>
          <a:xfrm>
            <a:off x="3975404" y="2001503"/>
            <a:ext cx="1689946" cy="5163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A5C5CE2-DBF7-9564-CB80-4ABBF0A474DD}"/>
              </a:ext>
            </a:extLst>
          </p:cNvPr>
          <p:cNvSpPr/>
          <p:nvPr/>
        </p:nvSpPr>
        <p:spPr>
          <a:xfrm>
            <a:off x="3980217" y="1170756"/>
            <a:ext cx="1689945" cy="780333"/>
          </a:xfrm>
          <a:prstGeom prst="rect">
            <a:avLst/>
          </a:prstGeom>
          <a:solidFill>
            <a:srgbClr val="F4E2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CD1A5F0-D4C9-A082-2BD9-6924B0CF0B4B}"/>
              </a:ext>
            </a:extLst>
          </p:cNvPr>
          <p:cNvSpPr/>
          <p:nvPr/>
        </p:nvSpPr>
        <p:spPr>
          <a:xfrm>
            <a:off x="3980217" y="522403"/>
            <a:ext cx="1689945" cy="5960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3767352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232739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872264" y="2579485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Detecting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098073" y="2583739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115082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8" name="TextBox 447">
            <a:extLst>
              <a:ext uri="{FF2B5EF4-FFF2-40B4-BE49-F238E27FC236}">
                <a16:creationId xmlns:a16="http://schemas.microsoft.com/office/drawing/2014/main" id="{005C5231-FE91-C582-C183-B062F87EB598}"/>
              </a:ext>
            </a:extLst>
          </p:cNvPr>
          <p:cNvSpPr txBox="1"/>
          <p:nvPr/>
        </p:nvSpPr>
        <p:spPr>
          <a:xfrm>
            <a:off x="5320801" y="1147713"/>
            <a:ext cx="61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 Tree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3F838097-3890-3372-C992-344C253E7698}"/>
              </a:ext>
            </a:extLst>
          </p:cNvPr>
          <p:cNvSpPr txBox="1"/>
          <p:nvPr/>
        </p:nvSpPr>
        <p:spPr>
          <a:xfrm>
            <a:off x="5094821" y="1961424"/>
            <a:ext cx="7850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7EA077C5-1C5C-8163-5823-30D3C976F84B}"/>
              </a:ext>
            </a:extLst>
          </p:cNvPr>
          <p:cNvSpPr txBox="1"/>
          <p:nvPr/>
        </p:nvSpPr>
        <p:spPr>
          <a:xfrm>
            <a:off x="5094660" y="-94044"/>
            <a:ext cx="5150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6" name="Straight Arrow Connector 625">
            <a:extLst>
              <a:ext uri="{FF2B5EF4-FFF2-40B4-BE49-F238E27FC236}">
                <a16:creationId xmlns:a16="http://schemas.microsoft.com/office/drawing/2014/main" id="{D5D453D3-C6D5-A791-1518-CC28BF32AE0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177660" y="943740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Straight Arrow Connector 626">
            <a:extLst>
              <a:ext uri="{FF2B5EF4-FFF2-40B4-BE49-F238E27FC236}">
                <a16:creationId xmlns:a16="http://schemas.microsoft.com/office/drawing/2014/main" id="{FEAE9090-7374-E482-A27F-5307AD3B85C5}"/>
              </a:ext>
            </a:extLst>
          </p:cNvPr>
          <p:cNvCxnSpPr>
            <a:cxnSpLocks/>
            <a:stCxn id="36" idx="0"/>
            <a:endCxn id="631" idx="6"/>
          </p:cNvCxnSpPr>
          <p:nvPr/>
        </p:nvCxnSpPr>
        <p:spPr>
          <a:xfrm flipH="1" flipV="1">
            <a:off x="4427642" y="682606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1" name="Oval 630">
            <a:extLst>
              <a:ext uri="{FF2B5EF4-FFF2-40B4-BE49-F238E27FC236}">
                <a16:creationId xmlns:a16="http://schemas.microsoft.com/office/drawing/2014/main" id="{D23F60F7-D842-5993-2117-DD566C3FDE7D}"/>
              </a:ext>
            </a:extLst>
          </p:cNvPr>
          <p:cNvSpPr/>
          <p:nvPr/>
        </p:nvSpPr>
        <p:spPr>
          <a:xfrm>
            <a:off x="4208186" y="577450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7A8FAEA0-8B19-710D-E488-745237A8E82B}"/>
              </a:ext>
            </a:extLst>
          </p:cNvPr>
          <p:cNvCxnSpPr>
            <a:cxnSpLocks/>
            <a:stCxn id="13" idx="0"/>
            <a:endCxn id="631" idx="2"/>
          </p:cNvCxnSpPr>
          <p:nvPr/>
        </p:nvCxnSpPr>
        <p:spPr>
          <a:xfrm flipV="1">
            <a:off x="4093060" y="682606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0AED34E7-464D-FF5F-6CA4-6A8C9FBAFC16}"/>
              </a:ext>
            </a:extLst>
          </p:cNvPr>
          <p:cNvGrpSpPr/>
          <p:nvPr/>
        </p:nvGrpSpPr>
        <p:grpSpPr>
          <a:xfrm>
            <a:off x="5032086" y="838584"/>
            <a:ext cx="640807" cy="210313"/>
            <a:chOff x="5265087" y="1192523"/>
            <a:chExt cx="640807" cy="210313"/>
          </a:xfrm>
        </p:grpSpPr>
        <p:cxnSp>
          <p:nvCxnSpPr>
            <p:cNvPr id="659" name="Straight Arrow Connector 658">
              <a:extLst>
                <a:ext uri="{FF2B5EF4-FFF2-40B4-BE49-F238E27FC236}">
                  <a16:creationId xmlns:a16="http://schemas.microsoft.com/office/drawing/2014/main" id="{7049BCC1-F828-9B95-9DB0-EBEED0863F08}"/>
                </a:ext>
              </a:extLst>
            </p:cNvPr>
            <p:cNvCxnSpPr>
              <a:cxnSpLocks/>
              <a:stCxn id="661" idx="6"/>
              <a:endCxn id="662" idx="2"/>
            </p:cNvCxnSpPr>
            <p:nvPr/>
          </p:nvCxnSpPr>
          <p:spPr>
            <a:xfrm>
              <a:off x="5589892" y="1297679"/>
              <a:ext cx="96546" cy="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8B4DF4A7-2433-8C1D-853A-653203AFE053}"/>
                </a:ext>
              </a:extLst>
            </p:cNvPr>
            <p:cNvSpPr/>
            <p:nvPr/>
          </p:nvSpPr>
          <p:spPr>
            <a:xfrm>
              <a:off x="5370436" y="1192523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634DEF1A-6B01-1EAD-3A8D-D151A87F5933}"/>
                </a:ext>
              </a:extLst>
            </p:cNvPr>
            <p:cNvSpPr/>
            <p:nvPr/>
          </p:nvSpPr>
          <p:spPr>
            <a:xfrm>
              <a:off x="5686438" y="1192524"/>
              <a:ext cx="219456" cy="21031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headEnd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3" name="Straight Arrow Connector 662">
              <a:extLst>
                <a:ext uri="{FF2B5EF4-FFF2-40B4-BE49-F238E27FC236}">
                  <a16:creationId xmlns:a16="http://schemas.microsoft.com/office/drawing/2014/main" id="{969CDDDE-2513-2145-FB21-066E492D5C80}"/>
                </a:ext>
              </a:extLst>
            </p:cNvPr>
            <p:cNvCxnSpPr>
              <a:cxnSpLocks/>
              <a:endCxn id="661" idx="2"/>
            </p:cNvCxnSpPr>
            <p:nvPr/>
          </p:nvCxnSpPr>
          <p:spPr>
            <a:xfrm flipV="1">
              <a:off x="5265087" y="1297679"/>
              <a:ext cx="105349" cy="69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36" idx="0"/>
            <a:endCxn id="56" idx="2"/>
          </p:cNvCxnSpPr>
          <p:nvPr/>
        </p:nvCxnSpPr>
        <p:spPr>
          <a:xfrm flipV="1">
            <a:off x="4546517" y="684347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5077007" y="8248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405164" y="82195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7162F-52FD-000A-191D-66DBE0740A44}"/>
              </a:ext>
            </a:extLst>
          </p:cNvPr>
          <p:cNvSpPr txBox="1"/>
          <p:nvPr/>
        </p:nvSpPr>
        <p:spPr>
          <a:xfrm>
            <a:off x="5220288" y="484435"/>
            <a:ext cx="5918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1DDD9CC3-F368-9FAB-4F99-0AB24FDF2F9C}"/>
              </a:ext>
            </a:extLst>
          </p:cNvPr>
          <p:cNvSpPr txBox="1"/>
          <p:nvPr/>
        </p:nvSpPr>
        <p:spPr>
          <a:xfrm>
            <a:off x="4030784" y="120874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3B4447DB-6151-A549-E9BB-BBD49AC1F481}"/>
              </a:ext>
            </a:extLst>
          </p:cNvPr>
          <p:cNvSpPr/>
          <p:nvPr/>
        </p:nvSpPr>
        <p:spPr>
          <a:xfrm>
            <a:off x="4181885" y="1431766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B634D6D1-6FDD-60E7-4FD3-893AE885FF4E}"/>
              </a:ext>
            </a:extLst>
          </p:cNvPr>
          <p:cNvSpPr/>
          <p:nvPr/>
        </p:nvSpPr>
        <p:spPr>
          <a:xfrm>
            <a:off x="4361417" y="119648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2F98F013-DB57-418F-A15C-1FC0FE690F36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366445" y="1376122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9CA68629-5B5F-A121-8226-EB371A6DAD40}"/>
              </a:ext>
            </a:extLst>
          </p:cNvPr>
          <p:cNvCxnSpPr>
            <a:cxnSpLocks/>
            <a:stCxn id="459" idx="5"/>
            <a:endCxn id="12" idx="0"/>
          </p:cNvCxnSpPr>
          <p:nvPr/>
        </p:nvCxnSpPr>
        <p:spPr>
          <a:xfrm>
            <a:off x="4545977" y="1376122"/>
            <a:ext cx="37844" cy="10915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F09366A-3D63-AE18-F0DF-66BD9072F9FD}"/>
              </a:ext>
            </a:extLst>
          </p:cNvPr>
          <p:cNvCxnSpPr>
            <a:cxnSpLocks/>
            <a:stCxn id="458" idx="4"/>
            <a:endCxn id="11" idx="0"/>
          </p:cNvCxnSpPr>
          <p:nvPr/>
        </p:nvCxnSpPr>
        <p:spPr>
          <a:xfrm flipH="1">
            <a:off x="4255902" y="1642221"/>
            <a:ext cx="34096" cy="6383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EE66B955-2433-33F5-3ED3-2CF020132B11}"/>
              </a:ext>
            </a:extLst>
          </p:cNvPr>
          <p:cNvSpPr/>
          <p:nvPr/>
        </p:nvSpPr>
        <p:spPr>
          <a:xfrm>
            <a:off x="4843040" y="145355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F2B2E72-5052-FFB0-3569-3C4DDE33AB1E}"/>
              </a:ext>
            </a:extLst>
          </p:cNvPr>
          <p:cNvSpPr/>
          <p:nvPr/>
        </p:nvSpPr>
        <p:spPr>
          <a:xfrm>
            <a:off x="5059214" y="120227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85AC522-D983-95F1-34E8-075FD01B227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027600" y="1381909"/>
            <a:ext cx="63280" cy="10247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AF2464-C866-349B-2890-C614ED263A3D}"/>
              </a:ext>
            </a:extLst>
          </p:cNvPr>
          <p:cNvSpPr txBox="1"/>
          <p:nvPr/>
        </p:nvSpPr>
        <p:spPr>
          <a:xfrm>
            <a:off x="4728460" y="121152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59C5E918-1D4F-704F-6C0C-B5EB9BE9079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159135" y="2229153"/>
            <a:ext cx="39267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E73E6C55-0A7A-BE06-FDEA-3777B97C3568}"/>
              </a:ext>
            </a:extLst>
          </p:cNvPr>
          <p:cNvSpPr/>
          <p:nvPr/>
        </p:nvSpPr>
        <p:spPr>
          <a:xfrm>
            <a:off x="4391556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DACBE46F-E43B-5CDF-1BCB-867A50C704AC}"/>
              </a:ext>
            </a:extLst>
          </p:cNvPr>
          <p:cNvSpPr/>
          <p:nvPr/>
        </p:nvSpPr>
        <p:spPr>
          <a:xfrm>
            <a:off x="3974575" y="228092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E5779CB-C663-F517-F5F9-9131F1F0F417}"/>
              </a:ext>
            </a:extLst>
          </p:cNvPr>
          <p:cNvSpPr/>
          <p:nvPr/>
        </p:nvSpPr>
        <p:spPr>
          <a:xfrm>
            <a:off x="4166736" y="204951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52C93131-EB82-8B03-4CB4-46836D4F2C9F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190801" y="2386157"/>
            <a:ext cx="200755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7954419-60D6-FF3B-C7EF-535198DA8337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4351296" y="2229153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DCEE0212-AA85-1C1F-DBE7-1839F4D17F12}"/>
              </a:ext>
            </a:extLst>
          </p:cNvPr>
          <p:cNvSpPr/>
          <p:nvPr/>
        </p:nvSpPr>
        <p:spPr>
          <a:xfrm>
            <a:off x="4692507" y="229062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5F51FC-B027-F606-405F-2731FD50433E}"/>
              </a:ext>
            </a:extLst>
          </p:cNvPr>
          <p:cNvSpPr/>
          <p:nvPr/>
        </p:nvSpPr>
        <p:spPr>
          <a:xfrm>
            <a:off x="4912397" y="206665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68DB706-4C3B-E4AE-F8E8-36E7395B23A6}"/>
              </a:ext>
            </a:extLst>
          </p:cNvPr>
          <p:cNvSpPr/>
          <p:nvPr/>
        </p:nvSpPr>
        <p:spPr>
          <a:xfrm>
            <a:off x="5157819" y="2285057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183C523-C116-9440-BB12-35BF5F7BB2D8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4877067" y="2246286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0E0184-2FAD-49EC-D9DA-CFFF9665EDBD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4908733" y="2390285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9FAC9B85-CBFA-CF5E-6A35-2E945C6DEA0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096957" y="2246286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Arrow: Right 107">
            <a:extLst>
              <a:ext uri="{FF2B5EF4-FFF2-40B4-BE49-F238E27FC236}">
                <a16:creationId xmlns:a16="http://schemas.microsoft.com/office/drawing/2014/main" id="{39CC6593-F6C9-B078-6326-BCF25FD987C7}"/>
              </a:ext>
            </a:extLst>
          </p:cNvPr>
          <p:cNvSpPr/>
          <p:nvPr/>
        </p:nvSpPr>
        <p:spPr>
          <a:xfrm rot="2194629">
            <a:off x="4630350" y="1110257"/>
            <a:ext cx="358490" cy="60663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9CD5C61E-4A33-9DC1-9B74-867C9B816EF5}"/>
              </a:ext>
            </a:extLst>
          </p:cNvPr>
          <p:cNvSpPr txBox="1"/>
          <p:nvPr/>
        </p:nvSpPr>
        <p:spPr>
          <a:xfrm>
            <a:off x="5346471" y="1462793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833B0BA-9D2D-B255-15F7-42DC94ABE803}"/>
              </a:ext>
            </a:extLst>
          </p:cNvPr>
          <p:cNvSpPr txBox="1"/>
          <p:nvPr/>
        </p:nvSpPr>
        <p:spPr>
          <a:xfrm>
            <a:off x="5377084" y="2182620"/>
            <a:ext cx="339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6" name="Arrow: Right 107">
            <a:extLst>
              <a:ext uri="{FF2B5EF4-FFF2-40B4-BE49-F238E27FC236}">
                <a16:creationId xmlns:a16="http://schemas.microsoft.com/office/drawing/2014/main" id="{4C98CDB5-2F7E-4110-C6DF-89F4EF9C8F56}"/>
              </a:ext>
            </a:extLst>
          </p:cNvPr>
          <p:cNvSpPr/>
          <p:nvPr/>
        </p:nvSpPr>
        <p:spPr>
          <a:xfrm rot="2207328">
            <a:off x="4206537" y="1084045"/>
            <a:ext cx="250599" cy="54539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107">
            <a:extLst>
              <a:ext uri="{FF2B5EF4-FFF2-40B4-BE49-F238E27FC236}">
                <a16:creationId xmlns:a16="http://schemas.microsoft.com/office/drawing/2014/main" id="{9C23216D-C961-07BD-7DAC-330799A479A8}"/>
              </a:ext>
            </a:extLst>
          </p:cNvPr>
          <p:cNvSpPr/>
          <p:nvPr/>
        </p:nvSpPr>
        <p:spPr>
          <a:xfrm rot="4264973">
            <a:off x="4190540" y="1948984"/>
            <a:ext cx="132385" cy="57265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107">
            <a:extLst>
              <a:ext uri="{FF2B5EF4-FFF2-40B4-BE49-F238E27FC236}">
                <a16:creationId xmlns:a16="http://schemas.microsoft.com/office/drawing/2014/main" id="{ED0AC79A-7072-1CDB-2733-C7A2D0AE3DB0}"/>
              </a:ext>
            </a:extLst>
          </p:cNvPr>
          <p:cNvSpPr/>
          <p:nvPr/>
        </p:nvSpPr>
        <p:spPr>
          <a:xfrm rot="3503374">
            <a:off x="4612970" y="1835999"/>
            <a:ext cx="460682" cy="59676"/>
          </a:xfrm>
          <a:prstGeom prst="rightArrow">
            <a:avLst/>
          </a:prstGeom>
          <a:solidFill>
            <a:schemeClr val="bg2">
              <a:alpha val="40000"/>
            </a:schemeClr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CB7350-B9D0-6B8A-0425-6D82AD079551}"/>
              </a:ext>
            </a:extLst>
          </p:cNvPr>
          <p:cNvSpPr/>
          <p:nvPr/>
        </p:nvSpPr>
        <p:spPr>
          <a:xfrm>
            <a:off x="4171302" y="1706058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8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B2AC11-14A5-BB24-254D-B74F82E20EBF}"/>
              </a:ext>
            </a:extLst>
          </p:cNvPr>
          <p:cNvSpPr/>
          <p:nvPr/>
        </p:nvSpPr>
        <p:spPr>
          <a:xfrm>
            <a:off x="4499221" y="1485276"/>
            <a:ext cx="169200" cy="1687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8F6BF-EE59-A20E-6C2F-8CD82F1F1EC5}"/>
              </a:ext>
            </a:extLst>
          </p:cNvPr>
          <p:cNvSpPr/>
          <p:nvPr/>
        </p:nvSpPr>
        <p:spPr>
          <a:xfrm>
            <a:off x="4008460" y="859362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A7FE81-37CA-D49B-8133-F9B245DF5A1B}"/>
              </a:ext>
            </a:extLst>
          </p:cNvPr>
          <p:cNvSpPr/>
          <p:nvPr/>
        </p:nvSpPr>
        <p:spPr>
          <a:xfrm>
            <a:off x="4461917" y="85936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BAB94A-A956-40CF-B55A-2FA8AE1E8818}"/>
              </a:ext>
            </a:extLst>
          </p:cNvPr>
          <p:cNvSpPr/>
          <p:nvPr/>
        </p:nvSpPr>
        <p:spPr>
          <a:xfrm>
            <a:off x="5014583" y="59822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688E47-B445-9745-56C5-8C201C125276}"/>
              </a:ext>
            </a:extLst>
          </p:cNvPr>
          <p:cNvSpPr/>
          <p:nvPr/>
        </p:nvSpPr>
        <p:spPr>
          <a:xfrm>
            <a:off x="4871689" y="85409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8EEE88C1-6F57-F6D4-C94A-6D4AF969CFC7}"/>
              </a:ext>
            </a:extLst>
          </p:cNvPr>
          <p:cNvSpPr txBox="1"/>
          <p:nvPr/>
        </p:nvSpPr>
        <p:spPr>
          <a:xfrm>
            <a:off x="3942571" y="83463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" name="TextBox 451">
            <a:extLst>
              <a:ext uri="{FF2B5EF4-FFF2-40B4-BE49-F238E27FC236}">
                <a16:creationId xmlns:a16="http://schemas.microsoft.com/office/drawing/2014/main" id="{7EBC5420-CC80-08A3-1C13-2E4D3FF4DE3E}"/>
              </a:ext>
            </a:extLst>
          </p:cNvPr>
          <p:cNvSpPr txBox="1"/>
          <p:nvPr/>
        </p:nvSpPr>
        <p:spPr>
          <a:xfrm>
            <a:off x="4405215" y="828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48873FC2-9D9A-8DD7-4050-92212AAE0917}"/>
              </a:ext>
            </a:extLst>
          </p:cNvPr>
          <p:cNvSpPr txBox="1"/>
          <p:nvPr/>
        </p:nvSpPr>
        <p:spPr>
          <a:xfrm>
            <a:off x="4936680" y="5640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BEB91212-A5DB-735B-3363-C572EFBE25F3}"/>
              </a:ext>
            </a:extLst>
          </p:cNvPr>
          <p:cNvSpPr txBox="1"/>
          <p:nvPr/>
        </p:nvSpPr>
        <p:spPr>
          <a:xfrm>
            <a:off x="4786397" y="82201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D831ED-D847-FC22-8B78-B5F7DA74D83B}"/>
              </a:ext>
            </a:extLst>
          </p:cNvPr>
          <p:cNvSpPr txBox="1"/>
          <p:nvPr/>
        </p:nvSpPr>
        <p:spPr>
          <a:xfrm>
            <a:off x="4103256" y="16664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4C0DB2-AB0F-59C0-0680-998A3E3FC6E8}"/>
              </a:ext>
            </a:extLst>
          </p:cNvPr>
          <p:cNvSpPr txBox="1"/>
          <p:nvPr/>
        </p:nvSpPr>
        <p:spPr>
          <a:xfrm>
            <a:off x="4436343" y="146035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8465B7D-D933-B8A9-A86C-4A6CD859C754}"/>
              </a:ext>
            </a:extLst>
          </p:cNvPr>
          <p:cNvSpPr/>
          <p:nvPr/>
        </p:nvSpPr>
        <p:spPr>
          <a:xfrm>
            <a:off x="4643234" y="57919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474" name="Straight Arrow Connector 473">
            <a:extLst>
              <a:ext uri="{FF2B5EF4-FFF2-40B4-BE49-F238E27FC236}">
                <a16:creationId xmlns:a16="http://schemas.microsoft.com/office/drawing/2014/main" id="{EBFFDB63-A1E9-BC04-48E8-85478324931F}"/>
              </a:ext>
            </a:extLst>
          </p:cNvPr>
          <p:cNvCxnSpPr>
            <a:cxnSpLocks/>
            <a:stCxn id="56" idx="6"/>
            <a:endCxn id="37" idx="1"/>
          </p:cNvCxnSpPr>
          <p:nvPr/>
        </p:nvCxnSpPr>
        <p:spPr>
          <a:xfrm flipV="1">
            <a:off x="4862690" y="682606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Arrow: Right 107">
            <a:extLst>
              <a:ext uri="{FF2B5EF4-FFF2-40B4-BE49-F238E27FC236}">
                <a16:creationId xmlns:a16="http://schemas.microsoft.com/office/drawing/2014/main" id="{1255CBC3-0411-4BA9-5506-0CB0C70C7967}"/>
              </a:ext>
            </a:extLst>
          </p:cNvPr>
          <p:cNvSpPr/>
          <p:nvPr/>
        </p:nvSpPr>
        <p:spPr>
          <a:xfrm>
            <a:off x="5801879" y="13914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37E25674-8DC2-80E9-DD27-4456B29F067C}"/>
              </a:ext>
            </a:extLst>
          </p:cNvPr>
          <p:cNvGrpSpPr/>
          <p:nvPr/>
        </p:nvGrpSpPr>
        <p:grpSpPr>
          <a:xfrm>
            <a:off x="6100367" y="533046"/>
            <a:ext cx="1181150" cy="1910258"/>
            <a:chOff x="6501599" y="594182"/>
            <a:chExt cx="1181150" cy="1910258"/>
          </a:xfrm>
        </p:grpSpPr>
        <p:sp>
          <p:nvSpPr>
            <p:cNvPr id="537" name="Rectangle 536">
              <a:extLst>
                <a:ext uri="{FF2B5EF4-FFF2-40B4-BE49-F238E27FC236}">
                  <a16:creationId xmlns:a16="http://schemas.microsoft.com/office/drawing/2014/main" id="{A477E217-4B0A-2D2F-2D6F-A2E4AC1CA12F}"/>
                </a:ext>
              </a:extLst>
            </p:cNvPr>
            <p:cNvSpPr/>
            <p:nvPr/>
          </p:nvSpPr>
          <p:spPr>
            <a:xfrm>
              <a:off x="6502607" y="594182"/>
              <a:ext cx="1180142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538" name="Rectangle 537">
              <a:extLst>
                <a:ext uri="{FF2B5EF4-FFF2-40B4-BE49-F238E27FC236}">
                  <a16:creationId xmlns:a16="http://schemas.microsoft.com/office/drawing/2014/main" id="{DA46426E-66F3-2F5A-22EA-FCA978B92DD5}"/>
                </a:ext>
              </a:extLst>
            </p:cNvPr>
            <p:cNvSpPr/>
            <p:nvPr/>
          </p:nvSpPr>
          <p:spPr>
            <a:xfrm>
              <a:off x="6502607" y="838798"/>
              <a:ext cx="574621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539" name="Rectangle 538">
              <a:extLst>
                <a:ext uri="{FF2B5EF4-FFF2-40B4-BE49-F238E27FC236}">
                  <a16:creationId xmlns:a16="http://schemas.microsoft.com/office/drawing/2014/main" id="{7699101C-D3D3-96B2-57E1-E2FDA4379FFF}"/>
                </a:ext>
              </a:extLst>
            </p:cNvPr>
            <p:cNvSpPr/>
            <p:nvPr/>
          </p:nvSpPr>
          <p:spPr>
            <a:xfrm>
              <a:off x="7077228" y="837446"/>
              <a:ext cx="60551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DFS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0" name="Rectangle 539">
              <a:extLst>
                <a:ext uri="{FF2B5EF4-FFF2-40B4-BE49-F238E27FC236}">
                  <a16:creationId xmlns:a16="http://schemas.microsoft.com/office/drawing/2014/main" id="{F2F8FBEF-DED7-B28F-585C-74D8065A2A57}"/>
                </a:ext>
              </a:extLst>
            </p:cNvPr>
            <p:cNvSpPr/>
            <p:nvPr/>
          </p:nvSpPr>
          <p:spPr>
            <a:xfrm>
              <a:off x="6501599" y="1291269"/>
              <a:ext cx="576635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F398F673-CE4C-F4E8-FCA5-C954965AE551}"/>
                </a:ext>
              </a:extLst>
            </p:cNvPr>
            <p:cNvSpPr/>
            <p:nvPr/>
          </p:nvSpPr>
          <p:spPr>
            <a:xfrm>
              <a:off x="7077600" y="1292473"/>
              <a:ext cx="60514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42" name="Rectangle 541">
              <a:extLst>
                <a:ext uri="{FF2B5EF4-FFF2-40B4-BE49-F238E27FC236}">
                  <a16:creationId xmlns:a16="http://schemas.microsoft.com/office/drawing/2014/main" id="{3A7E4241-1129-90B4-794C-704F84801E14}"/>
                </a:ext>
              </a:extLst>
            </p:cNvPr>
            <p:cNvSpPr/>
            <p:nvPr/>
          </p:nvSpPr>
          <p:spPr>
            <a:xfrm>
              <a:off x="6501600" y="1750295"/>
              <a:ext cx="575628" cy="463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550" name="Rectangle 549">
              <a:extLst>
                <a:ext uri="{FF2B5EF4-FFF2-40B4-BE49-F238E27FC236}">
                  <a16:creationId xmlns:a16="http://schemas.microsoft.com/office/drawing/2014/main" id="{78C1D6E2-A083-D223-605E-DF00DE0439D5}"/>
                </a:ext>
              </a:extLst>
            </p:cNvPr>
            <p:cNvSpPr/>
            <p:nvPr/>
          </p:nvSpPr>
          <p:spPr>
            <a:xfrm>
              <a:off x="7077599" y="1749200"/>
              <a:ext cx="605149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2E071667-050F-A51F-71C0-6C0D05219F6E}"/>
                </a:ext>
              </a:extLst>
            </p:cNvPr>
            <p:cNvSpPr/>
            <p:nvPr/>
          </p:nvSpPr>
          <p:spPr>
            <a:xfrm>
              <a:off x="6501600" y="2205990"/>
              <a:ext cx="1181149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559" name="TextBox 558">
            <a:extLst>
              <a:ext uri="{FF2B5EF4-FFF2-40B4-BE49-F238E27FC236}">
                <a16:creationId xmlns:a16="http://schemas.microsoft.com/office/drawing/2014/main" id="{CD4E7A61-D98B-C7FC-A74F-D512868736A2}"/>
              </a:ext>
            </a:extLst>
          </p:cNvPr>
          <p:cNvSpPr txBox="1"/>
          <p:nvPr/>
        </p:nvSpPr>
        <p:spPr>
          <a:xfrm>
            <a:off x="6010854" y="2583739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E7DE13-3D2C-759C-B1E6-28F77FC7864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>
            <a:off x="372763" y="1819431"/>
            <a:ext cx="284257" cy="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74C900-9930-E441-223E-C166448439F2}"/>
              </a:ext>
            </a:extLst>
          </p:cNvPr>
          <p:cNvCxnSpPr>
            <a:cxnSpLocks/>
            <a:stCxn id="54" idx="0"/>
            <a:endCxn id="12" idx="6"/>
          </p:cNvCxnSpPr>
          <p:nvPr/>
        </p:nvCxnSpPr>
        <p:spPr>
          <a:xfrm flipH="1" flipV="1">
            <a:off x="622745" y="1558297"/>
            <a:ext cx="118875" cy="1767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DC4E6267-2E16-25D9-7F84-3639C96FAD71}"/>
              </a:ext>
            </a:extLst>
          </p:cNvPr>
          <p:cNvSpPr/>
          <p:nvPr/>
        </p:nvSpPr>
        <p:spPr>
          <a:xfrm>
            <a:off x="403289" y="1453141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CD06FA-4E4B-2DA1-6542-498EF6A0F57B}"/>
              </a:ext>
            </a:extLst>
          </p:cNvPr>
          <p:cNvCxnSpPr>
            <a:cxnSpLocks/>
            <a:stCxn id="53" idx="0"/>
            <a:endCxn id="12" idx="2"/>
          </p:cNvCxnSpPr>
          <p:nvPr/>
        </p:nvCxnSpPr>
        <p:spPr>
          <a:xfrm flipV="1">
            <a:off x="288163" y="1558297"/>
            <a:ext cx="115126" cy="17675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D0620F-0534-2ACC-44B5-2224D8128E57}"/>
              </a:ext>
            </a:extLst>
          </p:cNvPr>
          <p:cNvCxnSpPr>
            <a:cxnSpLocks/>
            <a:stCxn id="54" idx="0"/>
            <a:endCxn id="63" idx="2"/>
          </p:cNvCxnSpPr>
          <p:nvPr/>
        </p:nvCxnSpPr>
        <p:spPr>
          <a:xfrm flipV="1">
            <a:off x="741620" y="1560038"/>
            <a:ext cx="96717" cy="17501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34971-BD42-1F89-3D30-48BC52DC6054}"/>
              </a:ext>
            </a:extLst>
          </p:cNvPr>
          <p:cNvSpPr/>
          <p:nvPr/>
        </p:nvSpPr>
        <p:spPr>
          <a:xfrm>
            <a:off x="203563" y="1735053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6CB3DA8-D770-D5CE-E2EF-2F1F7BDF2B9A}"/>
              </a:ext>
            </a:extLst>
          </p:cNvPr>
          <p:cNvSpPr/>
          <p:nvPr/>
        </p:nvSpPr>
        <p:spPr>
          <a:xfrm>
            <a:off x="657020" y="173505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1E4439B-7FEA-1380-5F06-F680DC59E52F}"/>
              </a:ext>
            </a:extLst>
          </p:cNvPr>
          <p:cNvSpPr/>
          <p:nvPr/>
        </p:nvSpPr>
        <p:spPr>
          <a:xfrm>
            <a:off x="1209686" y="147391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DEEA07-BB40-6556-EC5A-1BB4D8E1813A}"/>
              </a:ext>
            </a:extLst>
          </p:cNvPr>
          <p:cNvSpPr txBox="1"/>
          <p:nvPr/>
        </p:nvSpPr>
        <p:spPr>
          <a:xfrm>
            <a:off x="137674" y="171032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3DC006-8A86-8376-3598-6D128A83C2AD}"/>
              </a:ext>
            </a:extLst>
          </p:cNvPr>
          <p:cNvSpPr txBox="1"/>
          <p:nvPr/>
        </p:nvSpPr>
        <p:spPr>
          <a:xfrm>
            <a:off x="600318" y="17040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A4A4F2-1D1C-E036-E903-D655196A0861}"/>
              </a:ext>
            </a:extLst>
          </p:cNvPr>
          <p:cNvSpPr txBox="1"/>
          <p:nvPr/>
        </p:nvSpPr>
        <p:spPr>
          <a:xfrm>
            <a:off x="1131783" y="143971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462BC39-CA7A-D1A2-21DB-EA69AE4E3101}"/>
              </a:ext>
            </a:extLst>
          </p:cNvPr>
          <p:cNvSpPr/>
          <p:nvPr/>
        </p:nvSpPr>
        <p:spPr>
          <a:xfrm>
            <a:off x="838337" y="1454882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0A62CA4-73F8-9525-79EF-2D2BD4C7DABD}"/>
              </a:ext>
            </a:extLst>
          </p:cNvPr>
          <p:cNvCxnSpPr>
            <a:cxnSpLocks/>
            <a:stCxn id="63" idx="6"/>
            <a:endCxn id="55" idx="1"/>
          </p:cNvCxnSpPr>
          <p:nvPr/>
        </p:nvCxnSpPr>
        <p:spPr>
          <a:xfrm flipV="1">
            <a:off x="1057793" y="1558297"/>
            <a:ext cx="151893" cy="174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BD9EA03-D978-16F4-E4FC-2832FFAFC468}"/>
              </a:ext>
            </a:extLst>
          </p:cNvPr>
          <p:cNvCxnSpPr>
            <a:cxnSpLocks/>
            <a:stCxn id="80" idx="2"/>
            <a:endCxn id="68" idx="0"/>
          </p:cNvCxnSpPr>
          <p:nvPr/>
        </p:nvCxnSpPr>
        <p:spPr>
          <a:xfrm flipH="1">
            <a:off x="2543571" y="162080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4194F5DF-BD42-ED6F-87A6-7C9406DCDD6D}"/>
              </a:ext>
            </a:extLst>
          </p:cNvPr>
          <p:cNvSpPr/>
          <p:nvPr/>
        </p:nvSpPr>
        <p:spPr>
          <a:xfrm>
            <a:off x="2433843" y="173231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A36CC5E-483F-B8A3-4CFF-E48830464C28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>
            <a:off x="2759222" y="132295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C2AC322-A4A6-6D7D-C7CF-4C887FFE3EA7}"/>
              </a:ext>
            </a:extLst>
          </p:cNvPr>
          <p:cNvSpPr/>
          <p:nvPr/>
        </p:nvSpPr>
        <p:spPr>
          <a:xfrm>
            <a:off x="2674622" y="115419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4A75AF9-603B-85F2-0548-84F7A7107F58}"/>
              </a:ext>
            </a:extLst>
          </p:cNvPr>
          <p:cNvSpPr/>
          <p:nvPr/>
        </p:nvSpPr>
        <p:spPr>
          <a:xfrm>
            <a:off x="2674622" y="145204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59212C-36A0-7910-9AF3-3C3CB36995D8}"/>
              </a:ext>
            </a:extLst>
          </p:cNvPr>
          <p:cNvSpPr/>
          <p:nvPr/>
        </p:nvSpPr>
        <p:spPr>
          <a:xfrm>
            <a:off x="2867311" y="207334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91AF33-1D67-70D5-0261-54FBD6CD4EB6}"/>
              </a:ext>
            </a:extLst>
          </p:cNvPr>
          <p:cNvSpPr txBox="1"/>
          <p:nvPr/>
        </p:nvSpPr>
        <p:spPr>
          <a:xfrm>
            <a:off x="2613306" y="111249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1FBE0C-351C-24D3-F64B-C6C1390CADB0}"/>
              </a:ext>
            </a:extLst>
          </p:cNvPr>
          <p:cNvSpPr txBox="1"/>
          <p:nvPr/>
        </p:nvSpPr>
        <p:spPr>
          <a:xfrm>
            <a:off x="2601133" y="1416606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F6388F-FA40-5797-2A84-A7D9192D6FA4}"/>
              </a:ext>
            </a:extLst>
          </p:cNvPr>
          <p:cNvSpPr txBox="1"/>
          <p:nvPr/>
        </p:nvSpPr>
        <p:spPr>
          <a:xfrm>
            <a:off x="2802814" y="2035383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DE5DF02-4ACF-077F-24E2-38E050FF5568}"/>
              </a:ext>
            </a:extLst>
          </p:cNvPr>
          <p:cNvSpPr/>
          <p:nvPr/>
        </p:nvSpPr>
        <p:spPr>
          <a:xfrm>
            <a:off x="2842183" y="173505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EE9FCE-0E8C-4A12-CC4B-D64A23D89847}"/>
              </a:ext>
            </a:extLst>
          </p:cNvPr>
          <p:cNvCxnSpPr>
            <a:cxnSpLocks/>
            <a:stCxn id="87" idx="4"/>
            <a:endCxn id="81" idx="0"/>
          </p:cNvCxnSpPr>
          <p:nvPr/>
        </p:nvCxnSpPr>
        <p:spPr>
          <a:xfrm>
            <a:off x="2951911" y="194536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707B9BB-2457-D04E-1260-A536E6C12FF5}"/>
              </a:ext>
            </a:extLst>
          </p:cNvPr>
          <p:cNvSpPr/>
          <p:nvPr/>
        </p:nvSpPr>
        <p:spPr>
          <a:xfrm rot="8988447">
            <a:off x="4648601" y="1343993"/>
            <a:ext cx="582912" cy="967775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62F2518-E35D-72C6-6623-0A8C74545707}"/>
              </a:ext>
            </a:extLst>
          </p:cNvPr>
          <p:cNvCxnSpPr/>
          <p:nvPr/>
        </p:nvCxnSpPr>
        <p:spPr>
          <a:xfrm flipV="1">
            <a:off x="2152810" y="1384162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AFFC6EC-CFB2-B609-315F-D0BB85401B2C}"/>
              </a:ext>
            </a:extLst>
          </p:cNvPr>
          <p:cNvCxnSpPr/>
          <p:nvPr/>
        </p:nvCxnSpPr>
        <p:spPr>
          <a:xfrm flipV="1">
            <a:off x="2153158" y="166098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20C5265-F4E6-1B81-A95E-BB3BA4581C09}"/>
              </a:ext>
            </a:extLst>
          </p:cNvPr>
          <p:cNvCxnSpPr/>
          <p:nvPr/>
        </p:nvCxnSpPr>
        <p:spPr>
          <a:xfrm flipV="1">
            <a:off x="2152810" y="1969727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2FAE3E8-BA2C-E48C-D717-469E31E93F7B}"/>
              </a:ext>
            </a:extLst>
          </p:cNvPr>
          <p:cNvCxnSpPr/>
          <p:nvPr/>
        </p:nvCxnSpPr>
        <p:spPr>
          <a:xfrm flipV="1">
            <a:off x="2146842" y="2271984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D2CFE71-A935-F8F8-BE90-F931434ED707}"/>
              </a:ext>
            </a:extLst>
          </p:cNvPr>
          <p:cNvSpPr txBox="1"/>
          <p:nvPr/>
        </p:nvSpPr>
        <p:spPr>
          <a:xfrm>
            <a:off x="4797990" y="2700563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57669D-B69D-D85C-7E03-2A5C8695186C}"/>
              </a:ext>
            </a:extLst>
          </p:cNvPr>
          <p:cNvSpPr txBox="1"/>
          <p:nvPr/>
        </p:nvSpPr>
        <p:spPr>
          <a:xfrm>
            <a:off x="3671509" y="935768"/>
            <a:ext cx="103458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lang="en-US" altLang="zh-CN" sz="1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149" name="Connector: Curved 148">
            <a:extLst>
              <a:ext uri="{FF2B5EF4-FFF2-40B4-BE49-F238E27FC236}">
                <a16:creationId xmlns:a16="http://schemas.microsoft.com/office/drawing/2014/main" id="{A3C40902-5024-A90A-0206-A8F7CFEEBD12}"/>
              </a:ext>
            </a:extLst>
          </p:cNvPr>
          <p:cNvCxnSpPr>
            <a:cxnSpLocks/>
            <a:stCxn id="229" idx="4"/>
            <a:endCxn id="233" idx="1"/>
          </p:cNvCxnSpPr>
          <p:nvPr/>
        </p:nvCxnSpPr>
        <p:spPr>
          <a:xfrm rot="16200000" flipH="1">
            <a:off x="4636660" y="1894117"/>
            <a:ext cx="215098" cy="32374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Curved 150">
            <a:extLst>
              <a:ext uri="{FF2B5EF4-FFF2-40B4-BE49-F238E27FC236}">
                <a16:creationId xmlns:a16="http://schemas.microsoft.com/office/drawing/2014/main" id="{019E8CE7-28CE-0FA8-E52C-ED91622CBF04}"/>
              </a:ext>
            </a:extLst>
          </p:cNvPr>
          <p:cNvCxnSpPr>
            <a:cxnSpLocks/>
            <a:stCxn id="233" idx="3"/>
            <a:endCxn id="232" idx="3"/>
          </p:cNvCxnSpPr>
          <p:nvPr/>
        </p:nvCxnSpPr>
        <p:spPr>
          <a:xfrm flipH="1" flipV="1">
            <a:off x="4882590" y="1542237"/>
            <a:ext cx="192689" cy="621299"/>
          </a:xfrm>
          <a:prstGeom prst="curvedConnector3">
            <a:avLst>
              <a:gd name="adj1" fmla="val -118637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Multiplication Sign 152">
            <a:extLst>
              <a:ext uri="{FF2B5EF4-FFF2-40B4-BE49-F238E27FC236}">
                <a16:creationId xmlns:a16="http://schemas.microsoft.com/office/drawing/2014/main" id="{52666632-AE97-2305-4479-8A8EF72B1B33}"/>
              </a:ext>
            </a:extLst>
          </p:cNvPr>
          <p:cNvSpPr/>
          <p:nvPr/>
        </p:nvSpPr>
        <p:spPr>
          <a:xfrm>
            <a:off x="4544074" y="2011680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Arrow: Right 107">
            <a:extLst>
              <a:ext uri="{FF2B5EF4-FFF2-40B4-BE49-F238E27FC236}">
                <a16:creationId xmlns:a16="http://schemas.microsoft.com/office/drawing/2014/main" id="{B6693090-45B5-E79C-ADEE-81D7F7FCC5D9}"/>
              </a:ext>
            </a:extLst>
          </p:cNvPr>
          <p:cNvSpPr/>
          <p:nvPr/>
        </p:nvSpPr>
        <p:spPr>
          <a:xfrm>
            <a:off x="3851897" y="16347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CBC79C5-7B43-13EF-4A5F-C609641DCA62}"/>
              </a:ext>
            </a:extLst>
          </p:cNvPr>
          <p:cNvCxnSpPr>
            <a:cxnSpLocks/>
            <a:stCxn id="80" idx="2"/>
            <a:endCxn id="87" idx="0"/>
          </p:cNvCxnSpPr>
          <p:nvPr/>
        </p:nvCxnSpPr>
        <p:spPr>
          <a:xfrm>
            <a:off x="2759222" y="162080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42AD556-39C1-5267-4EDE-9E979B1B076A}"/>
              </a:ext>
            </a:extLst>
          </p:cNvPr>
          <p:cNvCxnSpPr>
            <a:cxnSpLocks/>
            <a:stCxn id="232" idx="2"/>
            <a:endCxn id="229" idx="0"/>
          </p:cNvCxnSpPr>
          <p:nvPr/>
        </p:nvCxnSpPr>
        <p:spPr>
          <a:xfrm flipH="1">
            <a:off x="4582339" y="1626615"/>
            <a:ext cx="215651" cy="11151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228">
            <a:extLst>
              <a:ext uri="{FF2B5EF4-FFF2-40B4-BE49-F238E27FC236}">
                <a16:creationId xmlns:a16="http://schemas.microsoft.com/office/drawing/2014/main" id="{9FCB8E90-3570-5D74-E0FB-629C43BE17E8}"/>
              </a:ext>
            </a:extLst>
          </p:cNvPr>
          <p:cNvSpPr/>
          <p:nvPr/>
        </p:nvSpPr>
        <p:spPr>
          <a:xfrm>
            <a:off x="4472611" y="1738126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4718E3E-968E-9F66-FACB-61964B93AD93}"/>
              </a:ext>
            </a:extLst>
          </p:cNvPr>
          <p:cNvCxnSpPr>
            <a:cxnSpLocks/>
            <a:stCxn id="231" idx="2"/>
            <a:endCxn id="232" idx="0"/>
          </p:cNvCxnSpPr>
          <p:nvPr/>
        </p:nvCxnSpPr>
        <p:spPr>
          <a:xfrm>
            <a:off x="4797990" y="1328762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Rectangle 230">
            <a:extLst>
              <a:ext uri="{FF2B5EF4-FFF2-40B4-BE49-F238E27FC236}">
                <a16:creationId xmlns:a16="http://schemas.microsoft.com/office/drawing/2014/main" id="{8960F3C4-1E47-B1EA-827D-5AE4CE56168A}"/>
              </a:ext>
            </a:extLst>
          </p:cNvPr>
          <p:cNvSpPr/>
          <p:nvPr/>
        </p:nvSpPr>
        <p:spPr>
          <a:xfrm>
            <a:off x="4713390" y="1160006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0ED4813B-3F28-AA65-7D25-357CC946DD31}"/>
              </a:ext>
            </a:extLst>
          </p:cNvPr>
          <p:cNvSpPr/>
          <p:nvPr/>
        </p:nvSpPr>
        <p:spPr>
          <a:xfrm>
            <a:off x="4713390" y="1457859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2E6DBCB7-7B11-6A0D-3897-4ED3BE3A9F4A}"/>
              </a:ext>
            </a:extLst>
          </p:cNvPr>
          <p:cNvSpPr/>
          <p:nvPr/>
        </p:nvSpPr>
        <p:spPr>
          <a:xfrm>
            <a:off x="4906079" y="2079158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9F90C55-C788-BA60-EAC7-5F202BBC9FC7}"/>
              </a:ext>
            </a:extLst>
          </p:cNvPr>
          <p:cNvSpPr txBox="1"/>
          <p:nvPr/>
        </p:nvSpPr>
        <p:spPr>
          <a:xfrm>
            <a:off x="4652074" y="1118307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5FABC1-2219-AAED-657C-3BE011075FB3}"/>
              </a:ext>
            </a:extLst>
          </p:cNvPr>
          <p:cNvSpPr txBox="1"/>
          <p:nvPr/>
        </p:nvSpPr>
        <p:spPr>
          <a:xfrm>
            <a:off x="4660715" y="142344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D0F5BDBF-0DC3-A3A3-274C-D2CBA5FFD723}"/>
              </a:ext>
            </a:extLst>
          </p:cNvPr>
          <p:cNvSpPr txBox="1"/>
          <p:nvPr/>
        </p:nvSpPr>
        <p:spPr>
          <a:xfrm>
            <a:off x="4828591" y="205508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D7C549F7-FE26-1C79-053F-D630740B38C3}"/>
              </a:ext>
            </a:extLst>
          </p:cNvPr>
          <p:cNvSpPr/>
          <p:nvPr/>
        </p:nvSpPr>
        <p:spPr>
          <a:xfrm>
            <a:off x="4880951" y="1740864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EDCB100D-227F-5257-186D-EFB925E72182}"/>
              </a:ext>
            </a:extLst>
          </p:cNvPr>
          <p:cNvCxnSpPr>
            <a:cxnSpLocks/>
            <a:stCxn id="237" idx="4"/>
            <a:endCxn id="233" idx="0"/>
          </p:cNvCxnSpPr>
          <p:nvPr/>
        </p:nvCxnSpPr>
        <p:spPr>
          <a:xfrm>
            <a:off x="4990679" y="1951176"/>
            <a:ext cx="0" cy="12798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DECC2D73-9136-392C-07B5-0F0FA48A832A}"/>
              </a:ext>
            </a:extLst>
          </p:cNvPr>
          <p:cNvCxnSpPr>
            <a:cxnSpLocks/>
            <a:stCxn id="232" idx="2"/>
            <a:endCxn id="237" idx="0"/>
          </p:cNvCxnSpPr>
          <p:nvPr/>
        </p:nvCxnSpPr>
        <p:spPr>
          <a:xfrm>
            <a:off x="4797990" y="1626615"/>
            <a:ext cx="192689" cy="11424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9F9C944B-ADC8-02D3-6F78-08696B247F8F}"/>
              </a:ext>
            </a:extLst>
          </p:cNvPr>
          <p:cNvCxnSpPr>
            <a:cxnSpLocks/>
            <a:stCxn id="253" idx="2"/>
            <a:endCxn id="250" idx="0"/>
          </p:cNvCxnSpPr>
          <p:nvPr/>
        </p:nvCxnSpPr>
        <p:spPr>
          <a:xfrm flipH="1">
            <a:off x="6415890" y="1662293"/>
            <a:ext cx="440" cy="1378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>
            <a:extLst>
              <a:ext uri="{FF2B5EF4-FFF2-40B4-BE49-F238E27FC236}">
                <a16:creationId xmlns:a16="http://schemas.microsoft.com/office/drawing/2014/main" id="{A4C2C420-9D42-CD5B-788C-EF37CD3698BF}"/>
              </a:ext>
            </a:extLst>
          </p:cNvPr>
          <p:cNvSpPr/>
          <p:nvPr/>
        </p:nvSpPr>
        <p:spPr>
          <a:xfrm>
            <a:off x="6306162" y="1800153"/>
            <a:ext cx="219456" cy="21031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07C0D616-094F-D20F-4F42-2B9E66D9B283}"/>
              </a:ext>
            </a:extLst>
          </p:cNvPr>
          <p:cNvCxnSpPr>
            <a:cxnSpLocks/>
            <a:stCxn id="252" idx="2"/>
            <a:endCxn id="253" idx="0"/>
          </p:cNvCxnSpPr>
          <p:nvPr/>
        </p:nvCxnSpPr>
        <p:spPr>
          <a:xfrm>
            <a:off x="6416330" y="1364440"/>
            <a:ext cx="0" cy="12909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0D27EDBA-6CA3-7D15-EDD3-9FC78E5FBCBE}"/>
              </a:ext>
            </a:extLst>
          </p:cNvPr>
          <p:cNvSpPr/>
          <p:nvPr/>
        </p:nvSpPr>
        <p:spPr>
          <a:xfrm>
            <a:off x="6331730" y="1195684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2E886A6-E94D-737F-8161-642DA289077C}"/>
              </a:ext>
            </a:extLst>
          </p:cNvPr>
          <p:cNvSpPr/>
          <p:nvPr/>
        </p:nvSpPr>
        <p:spPr>
          <a:xfrm>
            <a:off x="6331730" y="1493537"/>
            <a:ext cx="169200" cy="16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7B9FDCC-C378-F98E-C1C7-557710DEAD75}"/>
              </a:ext>
            </a:extLst>
          </p:cNvPr>
          <p:cNvSpPr txBox="1"/>
          <p:nvPr/>
        </p:nvSpPr>
        <p:spPr>
          <a:xfrm>
            <a:off x="6270414" y="1153985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C4543B44-2A91-6DB9-AC7C-108341CF89F5}"/>
              </a:ext>
            </a:extLst>
          </p:cNvPr>
          <p:cNvSpPr txBox="1"/>
          <p:nvPr/>
        </p:nvSpPr>
        <p:spPr>
          <a:xfrm>
            <a:off x="6258241" y="1458094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Arrow: Right 107">
            <a:extLst>
              <a:ext uri="{FF2B5EF4-FFF2-40B4-BE49-F238E27FC236}">
                <a16:creationId xmlns:a16="http://schemas.microsoft.com/office/drawing/2014/main" id="{62A3B262-8EE4-ADDB-4795-CA6893CDD932}"/>
              </a:ext>
            </a:extLst>
          </p:cNvPr>
          <p:cNvSpPr/>
          <p:nvPr/>
        </p:nvSpPr>
        <p:spPr>
          <a:xfrm>
            <a:off x="5662652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3" name="Arrow: Right 107">
            <a:extLst>
              <a:ext uri="{FF2B5EF4-FFF2-40B4-BE49-F238E27FC236}">
                <a16:creationId xmlns:a16="http://schemas.microsoft.com/office/drawing/2014/main" id="{A3C5B915-F6AD-F654-9631-BB3BCB7D7E37}"/>
              </a:ext>
            </a:extLst>
          </p:cNvPr>
          <p:cNvSpPr/>
          <p:nvPr/>
        </p:nvSpPr>
        <p:spPr>
          <a:xfrm>
            <a:off x="1618407" y="1634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BEE90AE-733E-3BA9-24EB-BF323ACDCC46}"/>
              </a:ext>
            </a:extLst>
          </p:cNvPr>
          <p:cNvSpPr txBox="1"/>
          <p:nvPr/>
        </p:nvSpPr>
        <p:spPr>
          <a:xfrm>
            <a:off x="245995" y="268014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A9749707-CAFF-A921-66A8-83D54EF0D88C}"/>
              </a:ext>
            </a:extLst>
          </p:cNvPr>
          <p:cNvSpPr txBox="1"/>
          <p:nvPr/>
        </p:nvSpPr>
        <p:spPr>
          <a:xfrm>
            <a:off x="1818610" y="268178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N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FB4E0467-21A7-4B26-F3FF-22AB0056F6D3}"/>
              </a:ext>
            </a:extLst>
          </p:cNvPr>
          <p:cNvSpPr txBox="1"/>
          <p:nvPr/>
        </p:nvSpPr>
        <p:spPr>
          <a:xfrm>
            <a:off x="1947591" y="1164416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0 </a:t>
            </a:r>
            <a:endParaRPr lang="zh-CN" altLang="en-US" sz="10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E64972EE-9166-130A-CB42-F763DD1EE655}"/>
              </a:ext>
            </a:extLst>
          </p:cNvPr>
          <p:cNvSpPr txBox="1"/>
          <p:nvPr/>
        </p:nvSpPr>
        <p:spPr>
          <a:xfrm>
            <a:off x="1947591" y="1435141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</a:t>
            </a:r>
            <a:endParaRPr lang="zh-CN" altLang="en-US" sz="10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A31613F-FFCE-991B-69A4-C2CE6A6561E8}"/>
              </a:ext>
            </a:extLst>
          </p:cNvPr>
          <p:cNvSpPr txBox="1"/>
          <p:nvPr/>
        </p:nvSpPr>
        <p:spPr>
          <a:xfrm>
            <a:off x="1935357" y="1706913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2</a:t>
            </a:r>
            <a:endParaRPr lang="zh-CN" altLang="en-US" sz="1000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A8C5582-5DAA-6A9C-541E-51479AF9F324}"/>
              </a:ext>
            </a:extLst>
          </p:cNvPr>
          <p:cNvSpPr txBox="1"/>
          <p:nvPr/>
        </p:nvSpPr>
        <p:spPr>
          <a:xfrm>
            <a:off x="1939605" y="1993145"/>
            <a:ext cx="12596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3 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4044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B29A4-69A0-07A3-B4A2-A2E595798441}"/>
              </a:ext>
            </a:extLst>
          </p:cNvPr>
          <p:cNvSpPr txBox="1"/>
          <p:nvPr/>
        </p:nvSpPr>
        <p:spPr>
          <a:xfrm>
            <a:off x="1572249" y="188699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B4320C-073D-B95F-8272-8AF57F0F2075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51DC2C-45AC-5655-3285-7A62250C6125}"/>
              </a:ext>
            </a:extLst>
          </p:cNvPr>
          <p:cNvSpPr/>
          <p:nvPr/>
        </p:nvSpPr>
        <p:spPr>
          <a:xfrm>
            <a:off x="4122196" y="596330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5E65E5-298B-B7D1-EB8C-7DB9FE2E3992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F2F210-4B4F-743B-E422-B0BD10B1A9BC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FE7022F-0C93-D277-22FC-291708C00B2B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FDAA10-7B6A-1DD5-2D86-5ED012683AD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2086F4B-C4EF-38C8-EB0E-DDC8C99A1E87}"/>
              </a:ext>
            </a:extLst>
          </p:cNvPr>
          <p:cNvSpPr/>
          <p:nvPr/>
        </p:nvSpPr>
        <p:spPr>
          <a:xfrm>
            <a:off x="5324991" y="606003"/>
            <a:ext cx="770626" cy="12119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ED7D81-8B99-E69F-68F6-285EB2CB1CA4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2E876C-00C0-3E85-C29B-B6C5613A83B2}"/>
              </a:ext>
            </a:extLst>
          </p:cNvPr>
          <p:cNvSpPr txBox="1"/>
          <p:nvPr/>
        </p:nvSpPr>
        <p:spPr>
          <a:xfrm>
            <a:off x="4202135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FCCD065-2C7E-7F62-FC59-B0DC2F3D0EAF}"/>
              </a:ext>
            </a:extLst>
          </p:cNvPr>
          <p:cNvSpPr txBox="1"/>
          <p:nvPr/>
        </p:nvSpPr>
        <p:spPr>
          <a:xfrm>
            <a:off x="5282543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6D21245-AD91-CE30-D7AC-7615AC2EA844}"/>
              </a:ext>
            </a:extLst>
          </p:cNvPr>
          <p:cNvSpPr/>
          <p:nvPr/>
        </p:nvSpPr>
        <p:spPr>
          <a:xfrm>
            <a:off x="5576042" y="860582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4FBA321-9055-EB47-EDCA-D29BD72B9ADE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710304" y="1107469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A1A1D4C-748C-8D29-804A-41468C530340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199FC93-16C2-B8D8-FC89-9CC29C59326F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B9FE38CD-95A9-7501-7DE2-D689CDD0B206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D4E80E8-1AE1-663D-6C01-1ABCA95A7640}"/>
              </a:ext>
            </a:extLst>
          </p:cNvPr>
          <p:cNvSpPr/>
          <p:nvPr/>
        </p:nvSpPr>
        <p:spPr>
          <a:xfrm>
            <a:off x="5602191" y="121325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0656638-ABDD-6036-1D9E-F6748B119C0E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9A8B525C-97EE-B2C3-5117-C19CF572BB43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1DAA295B-51BE-10C7-C9B2-374CD002CBDA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CF85391-F383-4247-065F-C221067FD3FE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441CC619-0315-990C-ECED-18F9FA423407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1BFA2FF-24F6-AFF2-71EC-301F396EC87E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16FC62-767A-7DCD-E60C-518FADDCB34A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A6951D-F0AE-F315-01AF-A6436B900D4A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7E837A29-B7DB-6A07-9F0F-5963CE8D2C3B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8C7314F-5E20-2475-4E7A-57ECBE6067A4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E3A5F7-9BCA-A359-931D-ADB1D2A3AA70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582500-E6D9-0D89-13B5-B836C8C90A62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BB83BC6-F0EC-05F5-4D41-A0DBB358DC95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7AF79-0AFA-825D-E648-84BDAF9D341F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E2CCC8-EE10-8350-9FCC-9B0970A7578B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0C845A-DEFA-4CC2-7DE5-8419C6F9B07E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8B089CF-7330-7637-E197-286CD0D9B113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E3B484-B0E4-6381-367F-8BE2CED9ADBC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9AEE8A0-052D-36AD-E84C-AFA6C1F49BC6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9C33B9E-5F22-6BCB-29B1-96358DBC9960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44F50F8-D591-9C82-9BD7-E1BE53F22155}"/>
              </a:ext>
            </a:extLst>
          </p:cNvPr>
          <p:cNvSpPr txBox="1"/>
          <p:nvPr/>
        </p:nvSpPr>
        <p:spPr>
          <a:xfrm>
            <a:off x="5565108" y="11784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26A74500-0217-8957-DEA4-D7E83E37D3C1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1E55F4FA-E167-4DB7-89C3-739AE96EC85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42B5B13-86E5-D878-485F-90A86CCC2A62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827F5B24-ADDA-E6ED-4DFB-2850D5C51360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E35683-ED86-DBAC-FA97-E51B5FF7DD2A}"/>
              </a:ext>
            </a:extLst>
          </p:cNvPr>
          <p:cNvSpPr txBox="1"/>
          <p:nvPr/>
        </p:nvSpPr>
        <p:spPr>
          <a:xfrm>
            <a:off x="5565108" y="84938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2304F3-CB2C-9DF7-C67D-16C6E8BDE4CB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DD389A2-8570-07E5-81BC-3F9B75F48179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E7E2186D-ECE5-200A-88B5-4E56F094684F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2F24C5E-0B13-C874-2B97-5007DA791FC1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3C15A1F-1061-CB06-2E32-67A5D81F907D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250F617-381C-28EA-9154-C342927A445D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53EC4A3-955D-7620-60E9-90F4064C0CC9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C1995A8-6B35-4368-A59F-339FAB06FC08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FF5ADB-3E95-A408-D0B2-FAB5A6FB5B4C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5DAE397-A8D3-DAB6-8DD7-D74005B419D6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7BBF385-C7DA-06C8-98FB-53AD346BF014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270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7B058E-E573-DA22-113D-2516871D6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46087D-9083-52A6-6C20-9F276CC3FD03}"/>
              </a:ext>
            </a:extLst>
          </p:cNvPr>
          <p:cNvSpPr txBox="1"/>
          <p:nvPr/>
        </p:nvSpPr>
        <p:spPr>
          <a:xfrm>
            <a:off x="78779" y="1855549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BFAFB9-5B05-A319-AC15-24258C7C0D4D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333799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A3C5D76-014C-3F5C-6371-EA5E96A071D5}"/>
              </a:ext>
            </a:extLst>
          </p:cNvPr>
          <p:cNvSpPr/>
          <p:nvPr/>
        </p:nvSpPr>
        <p:spPr>
          <a:xfrm>
            <a:off x="642306" y="674846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7D36B2-9A02-05D5-C7E7-B41268402D27}"/>
              </a:ext>
            </a:extLst>
          </p:cNvPr>
          <p:cNvSpPr/>
          <p:nvPr/>
        </p:nvSpPr>
        <p:spPr>
          <a:xfrm>
            <a:off x="225686" y="143501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E913A3-EDD3-56DD-CB06-849EFDEA8B1A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750418" y="885300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A560F56-648E-1296-BA65-7985E10C497E}"/>
              </a:ext>
            </a:extLst>
          </p:cNvPr>
          <p:cNvSpPr/>
          <p:nvPr/>
        </p:nvSpPr>
        <p:spPr>
          <a:xfrm>
            <a:off x="1058925" y="103088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03B81E-BBCB-E769-B49A-F1B1F61D63E2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333799" y="1241342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55AB4D-4E99-8688-32BD-BC2BAAE80CFE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826864" y="854483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3324D0-DEA9-8F31-48BD-1FEA3A82F27C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1167036" y="1241342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2EED9B0-FA77-B4E6-C01A-DB8ADC4E56EC}"/>
              </a:ext>
            </a:extLst>
          </p:cNvPr>
          <p:cNvSpPr/>
          <p:nvPr/>
        </p:nvSpPr>
        <p:spPr>
          <a:xfrm>
            <a:off x="22568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CA8FFF-9554-076C-D355-019868107ECD}"/>
              </a:ext>
            </a:extLst>
          </p:cNvPr>
          <p:cNvSpPr/>
          <p:nvPr/>
        </p:nvSpPr>
        <p:spPr>
          <a:xfrm>
            <a:off x="642306" y="1030885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F0702D-6DCA-0646-07E7-05CBB81A3AB5}"/>
              </a:ext>
            </a:extLst>
          </p:cNvPr>
          <p:cNvSpPr/>
          <p:nvPr/>
        </p:nvSpPr>
        <p:spPr>
          <a:xfrm>
            <a:off x="1058925" y="1417744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464BE-D487-26C2-AC67-226EDBA0A0EA}"/>
              </a:ext>
            </a:extLst>
          </p:cNvPr>
          <p:cNvSpPr txBox="1"/>
          <p:nvPr/>
        </p:nvSpPr>
        <p:spPr>
          <a:xfrm>
            <a:off x="518597" y="455086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B2AD8-76C4-941D-627F-4FBFC5D1CC76}"/>
              </a:ext>
            </a:extLst>
          </p:cNvPr>
          <p:cNvSpPr txBox="1"/>
          <p:nvPr/>
        </p:nvSpPr>
        <p:spPr>
          <a:xfrm>
            <a:off x="1028202" y="1410844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4C37F8-8338-7D18-104D-34CC20F08CC5}"/>
              </a:ext>
            </a:extLst>
          </p:cNvPr>
          <p:cNvSpPr txBox="1"/>
          <p:nvPr/>
        </p:nvSpPr>
        <p:spPr>
          <a:xfrm>
            <a:off x="17984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54AA7-C735-5796-5879-23E6524CDDC0}"/>
              </a:ext>
            </a:extLst>
          </p:cNvPr>
          <p:cNvSpPr txBox="1"/>
          <p:nvPr/>
        </p:nvSpPr>
        <p:spPr>
          <a:xfrm>
            <a:off x="601556" y="103088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105560-9DC9-4E13-F2D0-0198D24DD3BE}"/>
              </a:ext>
            </a:extLst>
          </p:cNvPr>
          <p:cNvSpPr txBox="1"/>
          <p:nvPr/>
        </p:nvSpPr>
        <p:spPr>
          <a:xfrm>
            <a:off x="187742" y="1433917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0C0BE0-9A3A-BC08-9114-FE91C20148AC}"/>
              </a:ext>
            </a:extLst>
          </p:cNvPr>
          <p:cNvSpPr txBox="1"/>
          <p:nvPr/>
        </p:nvSpPr>
        <p:spPr>
          <a:xfrm>
            <a:off x="613393" y="65825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F661E-4255-0B5B-A337-DE01FC25BB63}"/>
              </a:ext>
            </a:extLst>
          </p:cNvPr>
          <p:cNvSpPr txBox="1"/>
          <p:nvPr/>
        </p:nvSpPr>
        <p:spPr>
          <a:xfrm>
            <a:off x="1015370" y="1017025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F29CC9A-A4A4-12C1-038E-998169435151}"/>
              </a:ext>
            </a:extLst>
          </p:cNvPr>
          <p:cNvSpPr txBox="1"/>
          <p:nvPr/>
        </p:nvSpPr>
        <p:spPr>
          <a:xfrm>
            <a:off x="4173592" y="188179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workflow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E02B66-8974-3AC6-AC19-47FFD6E57472}"/>
              </a:ext>
            </a:extLst>
          </p:cNvPr>
          <p:cNvSpPr/>
          <p:nvPr/>
        </p:nvSpPr>
        <p:spPr>
          <a:xfrm>
            <a:off x="4126991" y="601434"/>
            <a:ext cx="1080408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4AC67A-8A48-60EE-528A-42A15D8C9320}"/>
              </a:ext>
            </a:extLst>
          </p:cNvPr>
          <p:cNvSpPr/>
          <p:nvPr/>
        </p:nvSpPr>
        <p:spPr>
          <a:xfrm>
            <a:off x="3185114" y="600853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0F70BA4-0F02-592A-0BBC-A5EF3C8EC192}"/>
              </a:ext>
            </a:extLst>
          </p:cNvPr>
          <p:cNvSpPr/>
          <p:nvPr/>
        </p:nvSpPr>
        <p:spPr>
          <a:xfrm>
            <a:off x="4170773" y="1187970"/>
            <a:ext cx="270000" cy="24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9C02D29-1376-0268-805D-C1A1C22E648D}"/>
              </a:ext>
            </a:extLst>
          </p:cNvPr>
          <p:cNvSpPr/>
          <p:nvPr/>
        </p:nvSpPr>
        <p:spPr>
          <a:xfrm>
            <a:off x="4542581" y="118973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5778359-C9CB-734B-170B-C8F5A6134C94}"/>
              </a:ext>
            </a:extLst>
          </p:cNvPr>
          <p:cNvSpPr/>
          <p:nvPr/>
        </p:nvSpPr>
        <p:spPr>
          <a:xfrm>
            <a:off x="4897277" y="1196245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38D0CE-4669-C988-596B-B3B5BE0C68C0}"/>
              </a:ext>
            </a:extLst>
          </p:cNvPr>
          <p:cNvSpPr/>
          <p:nvPr/>
        </p:nvSpPr>
        <p:spPr>
          <a:xfrm>
            <a:off x="5371457" y="614735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61B946A-EE31-3D94-73D6-D6D3D6DF2070}"/>
              </a:ext>
            </a:extLst>
          </p:cNvPr>
          <p:cNvSpPr txBox="1"/>
          <p:nvPr/>
        </p:nvSpPr>
        <p:spPr>
          <a:xfrm>
            <a:off x="3118635" y="565274"/>
            <a:ext cx="963372" cy="338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 nodes by BFS on BC+ Tree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EC4CE4-2900-E018-E9B0-FE560C70B8B9}"/>
              </a:ext>
            </a:extLst>
          </p:cNvPr>
          <p:cNvSpPr txBox="1"/>
          <p:nvPr/>
        </p:nvSpPr>
        <p:spPr>
          <a:xfrm>
            <a:off x="4218594" y="60433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 BFS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49B55C-D461-8D29-5687-8F54B5098F4F}"/>
              </a:ext>
            </a:extLst>
          </p:cNvPr>
          <p:cNvSpPr txBox="1"/>
          <p:nvPr/>
        </p:nvSpPr>
        <p:spPr>
          <a:xfrm>
            <a:off x="5371457" y="601434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59EC734-E599-CBD8-89FD-5F2CEBDA7D45}"/>
              </a:ext>
            </a:extLst>
          </p:cNvPr>
          <p:cNvSpPr/>
          <p:nvPr/>
        </p:nvSpPr>
        <p:spPr>
          <a:xfrm>
            <a:off x="5401686" y="8754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DE0949-2B3C-0BB9-2297-F0849034A07B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5535948" y="112237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184341-BEAC-16A9-F93C-C7519405362A}"/>
              </a:ext>
            </a:extLst>
          </p:cNvPr>
          <p:cNvSpPr/>
          <p:nvPr/>
        </p:nvSpPr>
        <p:spPr>
          <a:xfrm>
            <a:off x="5705808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C1B5930-FB4A-CA80-0039-A6F4F584FD5B}"/>
              </a:ext>
            </a:extLst>
          </p:cNvPr>
          <p:cNvSpPr/>
          <p:nvPr/>
        </p:nvSpPr>
        <p:spPr>
          <a:xfrm>
            <a:off x="6020803" y="874591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8B078AC-4E46-1F7A-6000-C41C14E589A2}"/>
              </a:ext>
            </a:extLst>
          </p:cNvPr>
          <p:cNvSpPr/>
          <p:nvPr/>
        </p:nvSpPr>
        <p:spPr>
          <a:xfrm>
            <a:off x="4194887" y="867720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5E05565-24FA-A215-3254-144EA476E498}"/>
              </a:ext>
            </a:extLst>
          </p:cNvPr>
          <p:cNvSpPr/>
          <p:nvPr/>
        </p:nvSpPr>
        <p:spPr>
          <a:xfrm>
            <a:off x="4568730" y="86205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754C8CA-4C02-CB38-8E79-2D0F3A9A9372}"/>
              </a:ext>
            </a:extLst>
          </p:cNvPr>
          <p:cNvSpPr/>
          <p:nvPr/>
        </p:nvSpPr>
        <p:spPr>
          <a:xfrm>
            <a:off x="4923427" y="862058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27DF5B5-29D9-C82A-73C0-2944E748FBB1}"/>
              </a:ext>
            </a:extLst>
          </p:cNvPr>
          <p:cNvSpPr/>
          <p:nvPr/>
        </p:nvSpPr>
        <p:spPr>
          <a:xfrm>
            <a:off x="5427835" y="122816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EBFF5C-4623-428F-8522-FD801A106C26}"/>
              </a:ext>
            </a:extLst>
          </p:cNvPr>
          <p:cNvSpPr txBox="1"/>
          <p:nvPr/>
        </p:nvSpPr>
        <p:spPr>
          <a:xfrm>
            <a:off x="1505976" y="187714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BFS traversal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3F6403D-DF2E-80EA-2F95-855E42B5A62B}"/>
              </a:ext>
            </a:extLst>
          </p:cNvPr>
          <p:cNvCxnSpPr>
            <a:cxnSpLocks/>
            <a:stCxn id="67" idx="3"/>
            <a:endCxn id="74" idx="0"/>
          </p:cNvCxnSpPr>
          <p:nvPr/>
        </p:nvCxnSpPr>
        <p:spPr>
          <a:xfrm flipH="1">
            <a:off x="1760996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9DD4E26-06A9-2E75-DA86-A047CD25E0C2}"/>
              </a:ext>
            </a:extLst>
          </p:cNvPr>
          <p:cNvSpPr/>
          <p:nvPr/>
        </p:nvSpPr>
        <p:spPr>
          <a:xfrm>
            <a:off x="2069503" y="696441"/>
            <a:ext cx="216226" cy="210456"/>
          </a:xfrm>
          <a:prstGeom prst="ellipse">
            <a:avLst/>
          </a:prstGeom>
          <a:solidFill>
            <a:srgbClr val="FFD8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EFFAF89-9FD7-23B2-837A-974DC5335A54}"/>
              </a:ext>
            </a:extLst>
          </p:cNvPr>
          <p:cNvSpPr/>
          <p:nvPr/>
        </p:nvSpPr>
        <p:spPr>
          <a:xfrm>
            <a:off x="1652883" y="145661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72496A3-5182-5CC2-72F8-8C75D534CF31}"/>
              </a:ext>
            </a:extLst>
          </p:cNvPr>
          <p:cNvCxnSpPr>
            <a:cxnSpLocks/>
            <a:stCxn id="67" idx="4"/>
            <a:endCxn id="75" idx="0"/>
          </p:cNvCxnSpPr>
          <p:nvPr/>
        </p:nvCxnSpPr>
        <p:spPr>
          <a:xfrm>
            <a:off x="2177615" y="906895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2D431218-4B8B-C5A8-5974-3D4D742191E3}"/>
              </a:ext>
            </a:extLst>
          </p:cNvPr>
          <p:cNvSpPr/>
          <p:nvPr/>
        </p:nvSpPr>
        <p:spPr>
          <a:xfrm>
            <a:off x="2486122" y="1052480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908335D-B7B7-D048-D067-A559FED393C2}"/>
              </a:ext>
            </a:extLst>
          </p:cNvPr>
          <p:cNvCxnSpPr>
            <a:cxnSpLocks/>
            <a:stCxn id="74" idx="2"/>
            <a:endCxn id="68" idx="0"/>
          </p:cNvCxnSpPr>
          <p:nvPr/>
        </p:nvCxnSpPr>
        <p:spPr>
          <a:xfrm>
            <a:off x="1760996" y="1262937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24DE686-4018-F48C-91A0-453E896271D6}"/>
              </a:ext>
            </a:extLst>
          </p:cNvPr>
          <p:cNvCxnSpPr>
            <a:cxnSpLocks/>
            <a:stCxn id="67" idx="5"/>
            <a:endCxn id="70" idx="0"/>
          </p:cNvCxnSpPr>
          <p:nvPr/>
        </p:nvCxnSpPr>
        <p:spPr>
          <a:xfrm>
            <a:off x="2254061" y="876078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DEE634B-4BD5-CA13-4382-9676E3B23089}"/>
              </a:ext>
            </a:extLst>
          </p:cNvPr>
          <p:cNvCxnSpPr>
            <a:cxnSpLocks/>
            <a:stCxn id="70" idx="4"/>
            <a:endCxn id="76" idx="0"/>
          </p:cNvCxnSpPr>
          <p:nvPr/>
        </p:nvCxnSpPr>
        <p:spPr>
          <a:xfrm>
            <a:off x="2594233" y="1262937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BFECE98-9CB9-B4B8-0D6A-D364F92173B7}"/>
              </a:ext>
            </a:extLst>
          </p:cNvPr>
          <p:cNvSpPr/>
          <p:nvPr/>
        </p:nvSpPr>
        <p:spPr>
          <a:xfrm>
            <a:off x="165288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60EAE-B3B2-C642-F802-8E74E06B28F6}"/>
              </a:ext>
            </a:extLst>
          </p:cNvPr>
          <p:cNvSpPr/>
          <p:nvPr/>
        </p:nvSpPr>
        <p:spPr>
          <a:xfrm>
            <a:off x="2069503" y="1052480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F51DFA9-A9A7-91AF-5169-C2018755BF84}"/>
              </a:ext>
            </a:extLst>
          </p:cNvPr>
          <p:cNvSpPr/>
          <p:nvPr/>
        </p:nvSpPr>
        <p:spPr>
          <a:xfrm>
            <a:off x="2486122" y="1439339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B2F8DF-686F-BC93-68F4-7CD6A5764234}"/>
              </a:ext>
            </a:extLst>
          </p:cNvPr>
          <p:cNvSpPr txBox="1"/>
          <p:nvPr/>
        </p:nvSpPr>
        <p:spPr>
          <a:xfrm>
            <a:off x="1945794" y="476681"/>
            <a:ext cx="623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DBBD498-D637-7041-48D4-5D5F6B22FEFB}"/>
              </a:ext>
            </a:extLst>
          </p:cNvPr>
          <p:cNvSpPr txBox="1"/>
          <p:nvPr/>
        </p:nvSpPr>
        <p:spPr>
          <a:xfrm>
            <a:off x="2452921" y="143814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8D660C2-F57C-1B9E-E42A-D0C772E6A8C2}"/>
              </a:ext>
            </a:extLst>
          </p:cNvPr>
          <p:cNvSpPr txBox="1"/>
          <p:nvPr/>
        </p:nvSpPr>
        <p:spPr>
          <a:xfrm>
            <a:off x="160704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889BB0-12C1-5468-FE73-4BD828F8C6F4}"/>
              </a:ext>
            </a:extLst>
          </p:cNvPr>
          <p:cNvSpPr txBox="1"/>
          <p:nvPr/>
        </p:nvSpPr>
        <p:spPr>
          <a:xfrm>
            <a:off x="2028753" y="105248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8B67C51-0506-95DC-A0E6-C3D0E3F5DF61}"/>
              </a:ext>
            </a:extLst>
          </p:cNvPr>
          <p:cNvSpPr txBox="1"/>
          <p:nvPr/>
        </p:nvSpPr>
        <p:spPr>
          <a:xfrm>
            <a:off x="1614939" y="145551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B729F9-14FE-8743-3935-6863C1E7F32F}"/>
              </a:ext>
            </a:extLst>
          </p:cNvPr>
          <p:cNvSpPr txBox="1"/>
          <p:nvPr/>
        </p:nvSpPr>
        <p:spPr>
          <a:xfrm>
            <a:off x="2040590" y="67984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39E124-16F5-5B05-BCD1-DCA72EDD96AE}"/>
              </a:ext>
            </a:extLst>
          </p:cNvPr>
          <p:cNvSpPr txBox="1"/>
          <p:nvPr/>
        </p:nvSpPr>
        <p:spPr>
          <a:xfrm>
            <a:off x="2452921" y="101935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BAF9811-3772-F253-93FD-FDBBD7BF065E}"/>
              </a:ext>
            </a:extLst>
          </p:cNvPr>
          <p:cNvCxnSpPr>
            <a:cxnSpLocks/>
          </p:cNvCxnSpPr>
          <p:nvPr/>
        </p:nvCxnSpPr>
        <p:spPr>
          <a:xfrm flipV="1">
            <a:off x="1534635" y="98643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E316144-614B-42B5-CCB1-E8F5938664B5}"/>
              </a:ext>
            </a:extLst>
          </p:cNvPr>
          <p:cNvCxnSpPr>
            <a:cxnSpLocks/>
          </p:cNvCxnSpPr>
          <p:nvPr/>
        </p:nvCxnSpPr>
        <p:spPr>
          <a:xfrm flipV="1">
            <a:off x="1515136" y="13615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486B71C-16E5-EF07-8979-CAE8383C1B2C}"/>
              </a:ext>
            </a:extLst>
          </p:cNvPr>
          <p:cNvSpPr txBox="1"/>
          <p:nvPr/>
        </p:nvSpPr>
        <p:spPr>
          <a:xfrm>
            <a:off x="5390752" y="119335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1FA0B8B-3440-06B2-7D11-F9A1BF48CAD5}"/>
              </a:ext>
            </a:extLst>
          </p:cNvPr>
          <p:cNvCxnSpPr>
            <a:cxnSpLocks/>
            <a:stCxn id="61" idx="4"/>
            <a:endCxn id="47" idx="0"/>
          </p:cNvCxnSpPr>
          <p:nvPr/>
        </p:nvCxnSpPr>
        <p:spPr>
          <a:xfrm>
            <a:off x="4303000" y="1078176"/>
            <a:ext cx="2773" cy="10979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CDCB91FE-E2C8-6297-1E25-B2552F0DF304}"/>
              </a:ext>
            </a:extLst>
          </p:cNvPr>
          <p:cNvCxnSpPr>
            <a:cxnSpLocks/>
            <a:stCxn id="62" idx="4"/>
            <a:endCxn id="48" idx="0"/>
          </p:cNvCxnSpPr>
          <p:nvPr/>
        </p:nvCxnSpPr>
        <p:spPr>
          <a:xfrm>
            <a:off x="4676843" y="1072514"/>
            <a:ext cx="0" cy="11722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874A3D1-67B1-14EA-EF9D-F3BFB3C1AB16}"/>
              </a:ext>
            </a:extLst>
          </p:cNvPr>
          <p:cNvCxnSpPr>
            <a:cxnSpLocks/>
            <a:stCxn id="63" idx="4"/>
            <a:endCxn id="49" idx="0"/>
          </p:cNvCxnSpPr>
          <p:nvPr/>
        </p:nvCxnSpPr>
        <p:spPr>
          <a:xfrm>
            <a:off x="5031540" y="1072514"/>
            <a:ext cx="0" cy="12373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096017D-2029-C0A7-A291-5DF6FBD7FE89}"/>
              </a:ext>
            </a:extLst>
          </p:cNvPr>
          <p:cNvSpPr txBox="1"/>
          <p:nvPr/>
        </p:nvSpPr>
        <p:spPr>
          <a:xfrm>
            <a:off x="4154933" y="850160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0E063F-CBB8-E390-0939-017667DA8B27}"/>
              </a:ext>
            </a:extLst>
          </p:cNvPr>
          <p:cNvSpPr txBox="1"/>
          <p:nvPr/>
        </p:nvSpPr>
        <p:spPr>
          <a:xfrm>
            <a:off x="5390752" y="864291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7C374B9-5F21-82B3-7F1F-DF400B7A7D59}"/>
              </a:ext>
            </a:extLst>
          </p:cNvPr>
          <p:cNvSpPr txBox="1"/>
          <p:nvPr/>
        </p:nvSpPr>
        <p:spPr>
          <a:xfrm>
            <a:off x="4876892" y="838336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CCC02553-ED6E-A889-CC4D-8AEB921E8763}"/>
              </a:ext>
            </a:extLst>
          </p:cNvPr>
          <p:cNvSpPr/>
          <p:nvPr/>
        </p:nvSpPr>
        <p:spPr>
          <a:xfrm>
            <a:off x="3454495" y="941718"/>
            <a:ext cx="216226" cy="210456"/>
          </a:xfrm>
          <a:prstGeom prst="ellipse">
            <a:avLst/>
          </a:prstGeom>
          <a:solidFill>
            <a:srgbClr val="F8D9FF"/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2BCC5D2-E6E4-571D-7729-21543D43E838}"/>
              </a:ext>
            </a:extLst>
          </p:cNvPr>
          <p:cNvSpPr/>
          <p:nvPr/>
        </p:nvSpPr>
        <p:spPr>
          <a:xfrm>
            <a:off x="3457043" y="123295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0FBDA68-EA4A-1115-A4B8-AC4734B84817}"/>
              </a:ext>
            </a:extLst>
          </p:cNvPr>
          <p:cNvSpPr/>
          <p:nvPr/>
        </p:nvSpPr>
        <p:spPr>
          <a:xfrm>
            <a:off x="3466412" y="152297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3F4D951-A3F6-2E8F-7281-786704D8BDAF}"/>
              </a:ext>
            </a:extLst>
          </p:cNvPr>
          <p:cNvSpPr txBox="1"/>
          <p:nvPr/>
        </p:nvSpPr>
        <p:spPr>
          <a:xfrm>
            <a:off x="4536801" y="852962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2150131-95C6-47FC-0DEA-4A3E0F01577F}"/>
              </a:ext>
            </a:extLst>
          </p:cNvPr>
          <p:cNvSpPr txBox="1"/>
          <p:nvPr/>
        </p:nvSpPr>
        <p:spPr>
          <a:xfrm>
            <a:off x="4154933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AE03707-65C1-49D3-BE3C-A4D5272672D0}"/>
              </a:ext>
            </a:extLst>
          </p:cNvPr>
          <p:cNvSpPr txBox="1"/>
          <p:nvPr/>
        </p:nvSpPr>
        <p:spPr>
          <a:xfrm>
            <a:off x="4523414" y="119016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D53660B-0C6F-47EC-5CE7-99C807D48B33}"/>
              </a:ext>
            </a:extLst>
          </p:cNvPr>
          <p:cNvSpPr txBox="1"/>
          <p:nvPr/>
        </p:nvSpPr>
        <p:spPr>
          <a:xfrm>
            <a:off x="4878630" y="1195003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61264CB-4AFC-0C49-908E-08FA7FD19715}"/>
              </a:ext>
            </a:extLst>
          </p:cNvPr>
          <p:cNvSpPr txBox="1"/>
          <p:nvPr/>
        </p:nvSpPr>
        <p:spPr>
          <a:xfrm>
            <a:off x="5688201" y="864291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F183865-2A66-AB48-1E82-12133EC81AE1}"/>
              </a:ext>
            </a:extLst>
          </p:cNvPr>
          <p:cNvSpPr txBox="1"/>
          <p:nvPr/>
        </p:nvSpPr>
        <p:spPr>
          <a:xfrm>
            <a:off x="6020803" y="867628"/>
            <a:ext cx="34980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0766025-EDEB-45DF-CBC8-E9B34F476563}"/>
              </a:ext>
            </a:extLst>
          </p:cNvPr>
          <p:cNvSpPr txBox="1"/>
          <p:nvPr/>
        </p:nvSpPr>
        <p:spPr>
          <a:xfrm>
            <a:off x="3415341" y="121020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9B1B83A-62EB-EB92-DBFA-067A2BC9FD04}"/>
              </a:ext>
            </a:extLst>
          </p:cNvPr>
          <p:cNvSpPr txBox="1"/>
          <p:nvPr/>
        </p:nvSpPr>
        <p:spPr>
          <a:xfrm>
            <a:off x="3428051" y="1494579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AD50DE-70E3-16FC-378A-97D78093CF8F}"/>
              </a:ext>
            </a:extLst>
          </p:cNvPr>
          <p:cNvSpPr txBox="1"/>
          <p:nvPr/>
        </p:nvSpPr>
        <p:spPr>
          <a:xfrm>
            <a:off x="3411592" y="923558"/>
            <a:ext cx="349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786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4C9B76-8F93-0E91-D310-2AF534A2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B3D42F98-A2D9-B806-6B0E-895D82B1BA73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6F481D3-C5D7-B1A3-2621-FD20065DD9C1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221FAE05-804E-751C-320F-973CAEE27C70}"/>
              </a:ext>
            </a:extLst>
          </p:cNvPr>
          <p:cNvSpPr/>
          <p:nvPr/>
        </p:nvSpPr>
        <p:spPr>
          <a:xfrm>
            <a:off x="4102054" y="449685"/>
            <a:ext cx="2051592" cy="6431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E30A8EE-585D-E7B2-C8E2-BA73CCC5E29B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037E5C55-82EC-6959-E51A-E0D93598CB4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C376-6B89-0230-1AC9-F04E40C6D538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97BB657C-FE0B-D890-53D3-FF7BE2653A98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9F62FE8-C8D5-C6BA-70FC-760FF9E96B01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31F50558-278F-9DB5-2FE2-6019FB739930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C4F3B08A-239A-29B4-D473-C37691063048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EB2AB709-A302-DB1C-723D-1B3CE2F23C5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96D479C3-9C25-870F-7439-65B1FCC5D996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E809FB6-1B2A-7233-C69D-91242DDE7F35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A526D9B-7CC3-2919-215C-11EF7F8EAE48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24B98FF-433E-129E-F883-6A135009F149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89273CBC-97EF-26CB-9ACE-7D4F0B0AC713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BB9D4989-1CF4-F72D-AD06-07E49D46651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665FD48C-06A0-2E91-B81F-F3B36086E52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D40A1AFD-D87D-79E3-D141-5933516F4F19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59163A7-B1DE-CACE-C057-1E0B55AF4637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FD19194-52A6-AEBD-CBF0-9FA016F841DC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FD69DC6F-34DE-60BC-7FD8-68D6AAB34394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D7C0935F-D9EE-335E-3880-8C2F8915F89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6B9323C-0B46-00E3-31E6-E32E2FA8E827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75093845-C7F4-F405-2891-5931AEAC0AB0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15BD920D-4250-C401-EE9B-DB4C2FB1A0E8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76605C5-FE40-5F19-EE43-790678459A50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5051D6C-8F53-F280-95BF-5BEA4EBD427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79FFFEC-EE32-A712-32FD-1E2FA7798ECE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D8DCC5D7-5413-A398-A40A-B970A2AA749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05C294-B085-1F77-0433-D342A0BD427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3E08E57-81D9-C618-0468-C54A1A4E578A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49DF462-AC3D-A4A9-B09A-47233750FFC8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B6DBCCAD-A073-4A71-FD09-A2DAC1EF00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3DF91FA-7C0B-DA37-1FF7-5B6BE05A2DE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340C7AB-E201-0A5A-6975-0B799256132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F3468F4-D9CD-68BA-5024-E41D21D287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E38C15E3-4EEE-0DE6-3E14-FF7161F796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1393EB20-0D32-6302-EAFF-457E3C3160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1A1A5C9D-9EE1-5BE3-2676-49014088855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63E9A24-E5A2-9E7C-B228-22C921F62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1C7DB63-F580-C828-5D32-E511BC27B2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723AB5AE-4636-44B8-724D-EC74647E2A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626EA37C-D6A0-DE30-8C15-1C3A5FC320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9A64067B-63E5-81B9-B012-1496CE90F7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84F4131-0290-199A-4562-0AB6E94A2E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D45EB141-7227-0A5B-67BB-889531278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7F062033-4C47-3D84-98CF-CC5456EFB6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2EC30BEA-64C4-889A-1425-74803A3095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759A9167-6FE5-1F92-A251-A58DA5D526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A87D813-45E7-00E3-8C05-AFB81DD54C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247D10-6E34-0E65-18D9-8070C82372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F396F6C8-31DA-133E-E529-66004038E6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67571BAC-C82A-B5EC-CCD5-D0E1AEF5749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5F03652-E4E2-A265-56A9-D161483F095D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65983A0-81EF-1C88-C2B6-7235BCB2C2A5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A588B1D-CB4B-9BAD-A79C-5CFB1EA11856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E9CAF81-746A-43AB-BC53-EF6AF5C3CE4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CADE34-43C6-51B4-8D22-73467E1703A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2CE198C-CECD-BC41-0E1B-D3DBDCDB2C2B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B74C0665-F5FD-8B6B-068D-26DEDF0D1072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8EB776-E805-A428-4993-E22BE1C70BF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6F883BB-46DB-8A9C-8B7A-E5A15D0D2F6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EFA62DBC-C22A-F0A3-643D-E70B005D8D4D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687A68F-8052-CC33-D897-E33C0FB124B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9B03194-BB4E-2FFB-9C8E-4FDE4EC60A19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4FF48A3-0269-CDB7-BCAC-EE61DA58534C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EC0CC3-0A66-7F71-B4B8-8BA62C935541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96DD093-0945-8F50-9B6D-D4D4A9F920A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19F687DA-64DD-3B9B-B737-778861E9C3EB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8F4E609E-552C-C3BF-6150-A45D93789737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6240FCF6-25EB-A001-A488-AEAD46FDBE9C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A1AA7F0-CC53-FC72-6EC9-074C7994880F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DD4E3903-D68B-8431-3F9B-62C93A894332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E312F3DE-2E74-A6F3-BBE6-AFAFC41DE20F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E0C86B69-CABE-3FC5-FBCD-D7941A8E5A72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B1C59BA-23DF-FFC6-A3A0-FDCC3AE1881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891B03D-495B-56CC-B04C-3AA6333911B0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A15B23E-A2E6-AC2C-D32F-103E50B5AD7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B62D2C49-67D8-94DE-5317-F25A3369365F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6CC2AF79-3AA7-35B6-FAFF-9B4D96BF7935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8808F78-824D-116C-162C-5B6E33865456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475F62DE-69D6-FF19-FA1C-B3665042FADB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5442E05C-4681-BCF9-0847-6AAFCE81F6ED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148DE54-C1E2-90F7-76FD-69C579B62622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A8599CB-7502-57AD-6571-0D38841AB9E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76DDD448-4CCC-40C4-182E-3E3FAE587C0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8EE8C36-8DBE-E532-E66C-3945DEC32070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904C772E-4061-8EA5-9CC5-C18C9679EC8B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E7B31C4C-4CC6-A193-5239-958B01CBBA1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CBAA4B5E-72E7-8D45-D722-30A23E37C940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F1B472D-D1D8-216E-D1D3-ECAF7E331C9C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0E8A445D-5090-62B9-D5E5-2317344D0F88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CEEA6D17-8E08-77F9-FEED-140A47322710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745661-6FAA-787E-FE2E-F55F5BDCB7B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CF907E2-5C30-87BD-8B3D-0C3DC30F59A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3421E16-90D6-661A-F559-029F28E3BE0B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93CDFA0B-93A8-54E1-612B-3DA0B7AC68C6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702E6B5-484B-B778-A430-41EA9E1259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64945296-A85A-03A6-488F-FA24A1481A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199A9D14-F888-E6FC-98FC-C1221CFED1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805CE2E-19A5-772E-C82D-0272F9FE91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159D2BC9-30A6-2B58-24CB-AB6D7F6884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CF13F27-56E9-2B58-8D2A-6A6C82FAF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99EF48A5-D1F1-C9C3-9F2A-DC83EC878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0BF31A96-6850-1A8E-E276-57CCC7B4FE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2E6AF7E-B5A2-FF8A-808B-B5C2A02C6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DDA558E1-9150-4F74-51AC-FAB56AFCA8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74A4BA42-8C9F-3901-AA51-0CBE82002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53EB023C-7570-9375-81F0-B64B7794FB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649CBB1A-BEA5-813F-DF06-C2C46A0E88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F96B546-FA48-01B9-0E97-E779B2279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ECA7BDB6-207D-D850-9F84-B749DC08DF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7BFBF134-3958-8A7E-F3FD-6222AF2B5F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A45AA743-622C-77A7-0DBA-271B5EF38D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7279E9FA-4834-7769-1871-7A71DAE978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A481955-8510-E40F-85B3-AC755448015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1DEAC655-C908-55E8-2B85-BB7720CBF4D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6C4B601-E01D-B0A1-1550-82FDE12D67F1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13A7ACC-0F45-0435-556D-24645C4DC881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C8219022-A4BF-E6CF-8ABA-459495AE9F4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9F2584A1-90A6-9D90-E825-651E0AA1EBF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F17A6751-062C-3BFC-6EF0-9C2B13A6BEA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922A8BF0-EB26-B0B1-A7B7-8AA3BD5FD33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92F7B4E3-55BE-D9E0-7E0A-1ABE446E21AB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733EC6C-DA7C-0FCA-46B0-012A4EF11263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4D78557B-93A9-A112-7CED-1209AB53D185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2A74CC7-BF61-0C76-E474-FEC2A5093DA1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DA30EE5-00FF-09F8-603C-E78ABA6AF85E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04FC38-5FAA-DD1D-5743-C435BDB29CDD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D71FEC17-7EAE-36D1-F8BE-39E49C808C8B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24079AF4-5858-4B17-E283-86B408E74932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BB5D711A-16A6-9620-5ACB-AE281E6F0120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704A46C7-60D1-62C9-7204-6ED2B88E4836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00A72E25-EAD2-9C23-3621-57243A07E4B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DB23B64A-370F-8315-0585-4E2E76400C58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2DFE9E01-B1E0-BB97-511E-0C692F33ACB5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6056D8D-F336-D85B-0F0D-6153EB827679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9FDD035E-789A-8181-89AA-8A2E7B296048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4689092B-36E9-B29C-B2F6-B122CC3C3EA7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BC+T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0C3B301-1598-9574-4199-873CBC2083D6}"/>
              </a:ext>
            </a:extLst>
          </p:cNvPr>
          <p:cNvSpPr txBox="1"/>
          <p:nvPr/>
        </p:nvSpPr>
        <p:spPr>
          <a:xfrm>
            <a:off x="4028174" y="1893795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Subgraph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3CB7E9C2-3CFF-5086-4BB2-CCB2C63CB141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A97FC44-3FC3-4288-EAC3-BE022AC61839}"/>
                </a:ext>
              </a:extLst>
            </p:cNvPr>
            <p:cNvGrpSpPr/>
            <p:nvPr/>
          </p:nvGrpSpPr>
          <p:grpSpPr>
            <a:xfrm>
              <a:off x="4613188" y="99170"/>
              <a:ext cx="1777989" cy="1218336"/>
              <a:chOff x="4960433" y="592357"/>
              <a:chExt cx="1777989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D53F6179-F99F-7D7B-A1A9-773CE2EA1C28}"/>
                  </a:ext>
                </a:extLst>
              </p:cNvPr>
              <p:cNvGrpSpPr/>
              <p:nvPr/>
            </p:nvGrpSpPr>
            <p:grpSpPr>
              <a:xfrm>
                <a:off x="4960433" y="592357"/>
                <a:ext cx="1647774" cy="1218336"/>
                <a:chOff x="5429891" y="521896"/>
                <a:chExt cx="1647774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F7E89937-84AC-0D5E-7700-04C883F7B6D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9DC7705F-D75B-169F-6AA1-8142BA02ACD6}"/>
                    </a:ext>
                  </a:extLst>
                </p:cNvPr>
                <p:cNvCxnSpPr>
                  <a:cxnSpLocks/>
                  <a:stCxn id="630" idx="6"/>
                  <a:endCxn id="629" idx="2"/>
                </p:cNvCxnSpPr>
                <p:nvPr/>
              </p:nvCxnSpPr>
              <p:spPr>
                <a:xfrm flipV="1">
                  <a:off x="5599066" y="1480433"/>
                  <a:ext cx="252184" cy="884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AB18C8DE-3B58-E08C-16A8-1B18A605CC4B}"/>
                    </a:ext>
                  </a:extLst>
                </p:cNvPr>
                <p:cNvCxnSpPr>
                  <a:cxnSpLocks/>
                  <a:stCxn id="629" idx="0"/>
                </p:cNvCxnSpPr>
                <p:nvPr/>
              </p:nvCxnSpPr>
              <p:spPr>
                <a:xfrm flipV="1">
                  <a:off x="5935838" y="1269978"/>
                  <a:ext cx="0" cy="12607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0C8FC086-51F6-8524-5C50-8AD6E21CD5C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029019" y="1175479"/>
                  <a:ext cx="283625" cy="620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E41A79D2-7151-89AC-B283-7369387BD9C4}"/>
                    </a:ext>
                  </a:extLst>
                </p:cNvPr>
                <p:cNvSpPr/>
                <p:nvPr/>
              </p:nvSpPr>
              <p:spPr>
                <a:xfrm>
                  <a:off x="5851250" y="1396054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DB78CD8F-B61E-56C9-B396-FEF1FDCAD846}"/>
                    </a:ext>
                  </a:extLst>
                </p:cNvPr>
                <p:cNvSpPr/>
                <p:nvPr/>
              </p:nvSpPr>
              <p:spPr>
                <a:xfrm>
                  <a:off x="5429891" y="1404895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D253BCFF-8000-2412-8BE7-22826F22DFFD}"/>
                    </a:ext>
                  </a:extLst>
                </p:cNvPr>
                <p:cNvSpPr/>
                <p:nvPr/>
              </p:nvSpPr>
              <p:spPr>
                <a:xfrm>
                  <a:off x="5859844" y="109730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D44B2E59-24DA-DA1F-034E-88FA6930BE20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4F93FBD6-ECA6-598F-8008-4D1932305E2F}"/>
                    </a:ext>
                  </a:extLst>
                </p:cNvPr>
                <p:cNvCxnSpPr>
                  <a:cxnSpLocks/>
                  <a:stCxn id="630" idx="7"/>
                  <a:endCxn id="631" idx="2"/>
                </p:cNvCxnSpPr>
                <p:nvPr/>
              </p:nvCxnSpPr>
              <p:spPr>
                <a:xfrm flipV="1">
                  <a:off x="5574291" y="1181679"/>
                  <a:ext cx="285553" cy="24793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B114AC73-367E-FBF5-73FC-7B06B7C0A141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EF9CE665-EE1F-2111-3437-B2443F447CDF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CFD269E9-2D0E-3DA8-1E6E-3D38DC73CA29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7B9F08E-8F07-60B1-E16A-E88B04F9A0BC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88632189-4749-4194-A759-E3BDD484A839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636B9FE2-3F70-3E53-CFB6-090FFCC899FB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2E114781-A658-0F4A-5752-46C89EB291D4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574291" y="1548939"/>
                  <a:ext cx="312420" cy="191293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F0CDCBA2-4B7D-3C44-D893-9E1EB6A29AE0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550967" y="1305605"/>
                <a:ext cx="316994" cy="2452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763B98-1B54-9B52-7385-8E0F8BAF558E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35673C-DED2-B84C-1008-ADDFED6B1496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DB58AC3A-C66F-EFF1-F1A3-F58A36D695BF}"/>
                </a:ext>
              </a:extLst>
            </p:cNvPr>
            <p:cNvGrpSpPr/>
            <p:nvPr/>
          </p:nvGrpSpPr>
          <p:grpSpPr>
            <a:xfrm>
              <a:off x="4179432" y="576423"/>
              <a:ext cx="1611509" cy="635480"/>
              <a:chOff x="4179432" y="576423"/>
              <a:chExt cx="1611509" cy="63548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CAFC9F-3FA6-7A1E-2778-AF0D4C6B265C}"/>
                  </a:ext>
                </a:extLst>
              </p:cNvPr>
              <p:cNvSpPr txBox="1"/>
              <p:nvPr/>
            </p:nvSpPr>
            <p:spPr>
              <a:xfrm>
                <a:off x="4179432" y="576423"/>
                <a:ext cx="591838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DAG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54F5003E-AACD-0C0E-5F33-1329FCA3ECA4}"/>
                  </a:ext>
                </a:extLst>
              </p:cNvPr>
              <p:cNvSpPr txBox="1"/>
              <p:nvPr/>
            </p:nvSpPr>
            <p:spPr>
              <a:xfrm>
                <a:off x="4550475" y="942116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C4CB82B8-C690-EB9F-FDBA-30A9D86F82F6}"/>
                  </a:ext>
                </a:extLst>
              </p:cNvPr>
              <p:cNvSpPr txBox="1"/>
              <p:nvPr/>
            </p:nvSpPr>
            <p:spPr>
              <a:xfrm>
                <a:off x="4959239" y="93239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F16CA514-C6CE-1F2A-DDDA-6958B17F224B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E2CB40B-1DBC-8946-0D91-421F8BC64BEF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FFCAED12-22F4-B8C8-7BC6-D673D90F1E70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E01EFFE8-BA15-329C-5EDA-79C3CDF0395C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9383FBCF-321F-5FF1-3775-31BD2E9D6702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D9517D13-6E55-AF72-FC3A-BE5F02C37A07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24BD8730-0124-D8CE-2831-F28B33FE2C17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39C9CCB3-8FFE-00EC-0D98-FD98404980E5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1817A8C9-B566-95FF-D8A7-A005092D22FC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3FBF953-671F-9E6E-8484-2BABFAFF55A6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923AB6EC-05FB-11FC-B8E2-820B1379FED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A5F3546-85D2-74B5-FFF0-BB67E3183745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C773F983-4937-66CC-1330-88431BDE83AA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38C678ED-46DC-F25B-CA80-F1131A709CEB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451F5BB-0280-7F9D-D975-9BFDE6391F7E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49805E44-7E8D-9EAF-99FD-8D40DD287BEF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FD577ACA-F863-7961-E5B3-0E79770AF87E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A3886263-EB4E-A1FE-BEBF-B8814B0E9F63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F439CFC9-58A1-450F-C201-61F796C02B9E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F644301-1BFE-D6B4-C568-5199284F510E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0BFE77B-2C80-C1A9-69BF-A0825795CA98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833524F-B660-9F37-A82A-4E07CDA3F24A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9C17D4AD-17D2-33D8-7B7B-21AD79E37877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FCDD1FA1-A9E0-3A0C-BF13-3A3824BA53F1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21AFCB9-9E9A-A1A5-A878-686E3B28FDD6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6A4AEFB-B7C4-1D08-4D77-DE496D52C573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8BA766B-AD4F-A96C-F49A-308A00172CAB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26B15AF-1F4A-7058-764C-2D153E571449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086591-2AAF-EA43-2745-E31AB0B027E4}"/>
              </a:ext>
            </a:extLst>
          </p:cNvPr>
          <p:cNvCxnSpPr>
            <a:cxnSpLocks/>
            <a:stCxn id="544" idx="0"/>
            <a:endCxn id="629" idx="5"/>
          </p:cNvCxnSpPr>
          <p:nvPr/>
        </p:nvCxnSpPr>
        <p:spPr>
          <a:xfrm flipH="1" flipV="1">
            <a:off x="5035673" y="924158"/>
            <a:ext cx="664019" cy="20794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27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898206"/>
                <a:chOff x="4281295" y="2128157"/>
                <a:chExt cx="832114" cy="898206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472263" y="2780142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 flipV="1">
                <a:off x="5422260" y="1493983"/>
                <a:ext cx="206198" cy="61195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7EDB1F-D75E-CF9E-CDB8-621F57FE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54">
            <a:extLst>
              <a:ext uri="{FF2B5EF4-FFF2-40B4-BE49-F238E27FC236}">
                <a16:creationId xmlns:a16="http://schemas.microsoft.com/office/drawing/2014/main" id="{15DBADEC-FFE7-D62E-210B-1607BC156C35}"/>
              </a:ext>
            </a:extLst>
          </p:cNvPr>
          <p:cNvSpPr/>
          <p:nvPr/>
        </p:nvSpPr>
        <p:spPr>
          <a:xfrm>
            <a:off x="4101551" y="1877826"/>
            <a:ext cx="2051593" cy="5678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A128AEE-E414-C06E-05F6-359C17A08E75}"/>
              </a:ext>
            </a:extLst>
          </p:cNvPr>
          <p:cNvSpPr/>
          <p:nvPr/>
        </p:nvSpPr>
        <p:spPr>
          <a:xfrm>
            <a:off x="4101552" y="880601"/>
            <a:ext cx="2051591" cy="9972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F7D161F0-C584-090C-4C5C-0DDD160D836E}"/>
              </a:ext>
            </a:extLst>
          </p:cNvPr>
          <p:cNvSpPr/>
          <p:nvPr/>
        </p:nvSpPr>
        <p:spPr>
          <a:xfrm>
            <a:off x="4101552" y="431343"/>
            <a:ext cx="2051592" cy="6014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AC3AD0E9-C66A-CE8D-EF87-B27524EE74B1}"/>
              </a:ext>
            </a:extLst>
          </p:cNvPr>
          <p:cNvSpPr/>
          <p:nvPr/>
        </p:nvSpPr>
        <p:spPr>
          <a:xfrm>
            <a:off x="3849169" y="14189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9CD95B4-9024-E69C-AEB5-E64CD70105EB}"/>
              </a:ext>
            </a:extLst>
          </p:cNvPr>
          <p:cNvSpPr/>
          <p:nvPr/>
        </p:nvSpPr>
        <p:spPr>
          <a:xfrm>
            <a:off x="1732856" y="1422421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57253-FF11-C065-8160-8BC51FF94FC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4413020-B868-36DD-8AA5-C5A87CA9611E}"/>
              </a:ext>
            </a:extLst>
          </p:cNvPr>
          <p:cNvSpPr txBox="1"/>
          <p:nvPr/>
        </p:nvSpPr>
        <p:spPr>
          <a:xfrm>
            <a:off x="1797904" y="2575509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63A535-EC44-F162-D7F0-505E5A091A27}"/>
              </a:ext>
            </a:extLst>
          </p:cNvPr>
          <p:cNvSpPr txBox="1"/>
          <p:nvPr/>
        </p:nvSpPr>
        <p:spPr>
          <a:xfrm>
            <a:off x="4335638" y="258963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2737602-A002-0D0E-8F1A-668ED399692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238D4EF-BF9B-8201-41A7-5CFD03C18FA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7936B49-D001-6428-35B5-4C00445D7FDF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64286327-EF87-FCDC-1653-7B89591499EA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9A1DDE6-F03F-C93D-80FB-8F010FBAC4C9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EE89DEC-DF0B-DDA3-338D-9F1BB4F8953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C32E9676-B4DB-AFC7-1881-4D4C28C12874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AAA713F-FE97-5C08-C9F4-49E39563B990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54D5712-8FFC-7BA4-D64C-2234F576E83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54E7AA2D-498A-8B47-C2BA-F6F56AA7C7BA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53135BE4-4E91-7C49-B1CF-145C8B505B10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FC720017-3A42-30C1-CDBA-C4C069F04435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4FB9459-8660-48F7-FFC1-0297671D8D79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BB60BBBF-82DB-471B-B95F-C8B6FC2E1FA9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08F0681-99A5-B69F-CAA2-4926378BD25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A68EC766-37A3-56D4-4B95-695ECBDFC392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3D8D034B-4C20-B7D7-4B33-96C034DFFE99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40BA0903-906E-1E57-5C78-99F6DEC3E7AB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26E82FC-80B5-97E9-BFB2-1C88B7EC95C2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34EFDF9-4DB5-C983-7291-C3799E214B1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2079DD22-3C40-188D-AD28-145D9D0A445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740944C-3E27-538A-93A3-6E5A44C7B87D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75819D1-8581-9721-9911-3D73FB355BA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D7040E70-0E58-0312-4C71-46D158E2FB6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7B12F91-E4D7-1DF9-94D2-95A7CA68D3CA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45593677-6216-2459-3577-D031FCD7024E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DE985DE2-63F2-21B6-DDD7-3503D5A3122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8E17CF0-F61B-26A5-219A-6E903B3A4A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94F6867D-A2AE-0610-1FE8-8EA3E184F3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7DF37858-9772-5CB3-ADB5-002ABEF1A9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03C2DE16-386B-872B-99E9-54DD2CAE0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FDF8696-EC29-CB8B-EB6B-DEBD9A60B1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6E78667E-A3FD-0384-F86E-12EBCD2DA0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EBDE125F-9A09-9E51-7B32-A26181D61E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1D529676-98C0-9DEC-EBD8-5E4314887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A8CDA7AA-B35B-2E89-48D1-CFEF8FBA7F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79EDEDFB-C3DB-80C1-BD0F-5E06774A3A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8D0A082-848F-F8FB-08E0-B82DEC598D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76D199D6-36D2-0189-6DAA-5BB2419D89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5CDC8AAD-1C07-2D70-477E-E09855DB20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F913ACF-2038-F94E-0E29-D1F2D530EE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50BCA0DA-0EB5-8873-D85D-715C394C8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EDDBDD37-853A-EE1E-30D6-BFBDDC2A25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59E5BC91-1081-2B02-B7C6-6756EDC0A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11C252AB-7290-4335-1DC5-84A1693FC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92FBF33-1846-A039-D6FD-E0FDBD419C0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58DE1E0-4312-1B54-AF57-EFC1A175DDB0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F26F14C-B924-6B42-1B57-EA9B1A99C9A2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E99483C-66DF-3D06-94FA-3BD576E265FE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232AB65-458D-888E-3082-2ED7F239D59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54F5F24-BB03-3704-09C8-CF94C1A6BBDC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7E16685-B73D-362A-CABD-90BF0978CB71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080F444-CCC7-A7EE-AA2A-BB14FAD517B3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20D4A59-843D-98C4-0617-5C4D5D1C4B78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5FCAA5-F09F-7BF8-1B73-DE33D9F8995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73452A1D-B7FE-0805-6BDD-BFB590C3F17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5D03BCD-45F2-8F1B-32FE-2C845359C6FE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0B06ABC9-99E2-E713-FE50-8CEA95DDAAF6}"/>
              </a:ext>
            </a:extLst>
          </p:cNvPr>
          <p:cNvGrpSpPr/>
          <p:nvPr/>
        </p:nvGrpSpPr>
        <p:grpSpPr>
          <a:xfrm>
            <a:off x="1955551" y="558764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DC52DDB2-1592-4F5E-2A1B-50B38191FEFE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315F154-56AD-034B-BD26-4544DF526C2E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894DE85-3BCD-AB80-9409-1CBB7B3D16F9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99A55A0-753F-01D2-DBDE-0CA7E34BA2DA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0C37B0E5-79A3-51B6-5CAF-0F295380B0A9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70976428-76DF-096A-9CEB-F258413EC046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0371D56F-431D-C891-7F7E-8E119DE985D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03A7DB3-94BB-9719-D1F5-9465F6B94DBD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00A62EBF-A179-38A8-9AD9-A41D8BFBF388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0F2AFED2-9CB8-30F6-6C33-E3CA8622EAE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835198A0-D2AB-71CC-1064-CFD3B1797A67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8C4AF835-F63C-B738-9A8E-7C2FC1E5292C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2F18ED63-93A7-F35B-3E5E-A670A43021E6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781FE496-FE1F-C150-E1B2-700191B82FB1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ECBC9423-836F-A74D-12E2-840CD0ED683C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0296AA0-0C1D-568D-5602-16011600FBA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5952E50-2EE4-E064-0525-3C47F48CD22D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6810B28D-45A6-C715-0B7D-7A4E2153B830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8CBE6AC8-D567-6743-B87C-B5CF3F5CA0BD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1698CF4D-D23F-D067-7217-1E1AA7CAEE3C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0672F496-5725-C807-8026-796BCCE206A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25FF6FC-C051-9334-1ABE-3951C3DFADB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06F67B77-1075-3743-E119-A583D5AD1CE1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59E6BB0D-16FC-B1F0-E077-77212E62BA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A638D632-3939-A2DF-BAA4-F8D66E7EFB8D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F2118AEC-A24E-2E82-9B6D-4A84917FCEB0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29DFC0FD-D5D2-FC11-ECAB-75CCBA4FBD01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7CF8AD3D-283F-8B96-66BF-3562DFBCEC3B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63945EDE-1FE5-E88A-37F6-52A51E7495B8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A6DF55C-0780-150D-533B-9EB14B1B972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394E08F5-6498-CC79-03EB-C86608B969E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364FF2A4-047F-B935-D115-4DFA54C91AD7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AFCB7B87-E617-3EF6-710A-476EEFB903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4CFB3CE-87C9-CC55-3353-A94ACDC11B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91120DBD-2129-C83A-123F-52F5B447C4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A0261E63-2BBB-3566-B7E6-287C1F09AB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CC9B9B72-8F37-B304-6F93-CC30A9A6A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7EA7A437-0D83-E43A-1D96-2875865A33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794C00-D069-CD07-56DB-A019EF0ED7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E572BF5-A077-46DB-4AE5-00833DA4AC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E903125-B781-F9E9-7580-B5F67DC524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F5830301-9CB8-8947-1B7D-F4653765D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60BAB1EE-6E21-E483-CBB4-CBBEA08446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DE21E20D-EE00-EE41-5125-79494021D2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C3B617E7-AB69-C980-5F7C-18178C359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817E90A3-7124-E33F-F979-581FF3767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CF7B55B-6AAD-300E-5544-D910129B7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DF8BA102-2E81-E735-BEA6-D86371983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45D847B-B15F-3D99-2596-198C1CFC20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5D8976C1-6B0C-6B5E-23B3-ED7099CF3D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375B56D4-7A94-297F-F432-ECF1FB993159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AB9E9672-2C30-F755-6454-126136F1A49B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7225EC22-5CFC-A5F2-4135-157E0B6B9F16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D576405A-28D7-BF9C-96F6-7A1AD5CB739B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DC91DBD8-57FA-3C81-DD5F-CB0A431D8B31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BCFFF06A-52E8-FE18-F1C6-24DFF819039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E02D5AEF-1122-EF12-47A0-1789D760610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E993D4C3-5A31-DB94-ECED-72DDFA7C1B6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C1D14D1E-FFBC-5FEB-64FE-8103CC799061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F9ED05F-7284-2F8A-C775-BCBCFF502A77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7163B86D-05A5-5224-5B93-F1AA0BF1D6E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C2256CDC-804C-1D76-A5CC-5CD6F78C35D4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F75CDB8-C282-9B74-4ACC-7386FE452716}"/>
              </a:ext>
            </a:extLst>
          </p:cNvPr>
          <p:cNvSpPr/>
          <p:nvPr/>
        </p:nvSpPr>
        <p:spPr>
          <a:xfrm>
            <a:off x="6195123" y="13850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FE10533-83BA-FBDD-41E0-AF8F96BAD072}"/>
              </a:ext>
            </a:extLst>
          </p:cNvPr>
          <p:cNvGrpSpPr/>
          <p:nvPr/>
        </p:nvGrpSpPr>
        <p:grpSpPr>
          <a:xfrm>
            <a:off x="6493612" y="526628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63383F7C-7944-5C83-B752-E78885A3262D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9C9F812A-8E92-9A4C-B597-3084AD954086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FA3BEE25-BAA2-60E9-2B0B-0395CBB3ABAB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5AB676EA-20AA-B566-0D30-C40ADAA6E1E5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C5AF1B96-64FB-5DE4-467F-5ED820A5C50C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C0B0ED91-D5E2-504D-55F7-7A015865F5B2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C351A695-4EFB-15C0-958C-87B0D468445F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55300E1D-8443-0816-8DBD-6733BE75B74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E419985E-DDD0-3287-16D4-04D54B7266C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1E8BF5-E70C-270A-396D-467B52216E2D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0613C4-3839-9E0B-6AB0-A90BBD2BF9AB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62DB265F-0A8D-00F9-5594-56408EB4F968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36364-D508-DC5F-299C-910A0CE3D0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12B8E0-FF7D-F388-A3B4-BB2195EC11A6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AC8934C-3888-7EE8-F31E-AC20BE6D25CA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0D4E62-8238-488C-AF2C-6A04DAF4171E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2FBF9D-CE67-FCA6-5214-080AD995ABED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B4105E-FB94-F87B-57D7-A7983261B4BB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5E8BB-6217-024C-D159-94FD7826CCFF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44D7B18-F0E9-72D6-1087-88ECCDD28C1D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17D2DF-7F71-B6B2-D260-F7A83AF9557C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6D4C7A-7662-92E1-DAD0-956AE34F407A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183255A-7CFD-7CD1-0FDC-A117A7E7F941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1B7AFF-EF51-9D61-5832-DB3398D83190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711EC545-59FD-AB54-CC18-594F73603C64}"/>
              </a:ext>
            </a:extLst>
          </p:cNvPr>
          <p:cNvSpPr txBox="1"/>
          <p:nvPr/>
        </p:nvSpPr>
        <p:spPr>
          <a:xfrm>
            <a:off x="4023901" y="130446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D34E749E-9EB4-ED49-1FA9-3EB4332D6172}"/>
              </a:ext>
            </a:extLst>
          </p:cNvPr>
          <p:cNvSpPr txBox="1"/>
          <p:nvPr/>
        </p:nvSpPr>
        <p:spPr>
          <a:xfrm>
            <a:off x="4028174" y="2020341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</a:p>
        </p:txBody>
      </p: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7652A53A-F6F3-A4CE-FED6-84E72D3259F2}"/>
              </a:ext>
            </a:extLst>
          </p:cNvPr>
          <p:cNvGrpSpPr/>
          <p:nvPr/>
        </p:nvGrpSpPr>
        <p:grpSpPr>
          <a:xfrm>
            <a:off x="4036158" y="-94044"/>
            <a:ext cx="2211745" cy="1218336"/>
            <a:chOff x="4179432" y="99170"/>
            <a:chExt cx="2211745" cy="12183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3206051-57F1-D8A5-0261-25FCF51812EF}"/>
                </a:ext>
              </a:extLst>
            </p:cNvPr>
            <p:cNvGrpSpPr/>
            <p:nvPr/>
          </p:nvGrpSpPr>
          <p:grpSpPr>
            <a:xfrm>
              <a:off x="4795927" y="99170"/>
              <a:ext cx="1595250" cy="1218336"/>
              <a:chOff x="5143172" y="592357"/>
              <a:chExt cx="1595250" cy="1218336"/>
            </a:xfrm>
          </p:grpSpPr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A7AD0E6C-4AF6-8ADE-5552-9CE4EEA818F1}"/>
                  </a:ext>
                </a:extLst>
              </p:cNvPr>
              <p:cNvGrpSpPr/>
              <p:nvPr/>
            </p:nvGrpSpPr>
            <p:grpSpPr>
              <a:xfrm>
                <a:off x="5143172" y="592357"/>
                <a:ext cx="1465035" cy="1218336"/>
                <a:chOff x="5612630" y="521896"/>
                <a:chExt cx="1465035" cy="1218336"/>
              </a:xfrm>
            </p:grpSpPr>
            <p:sp>
              <p:nvSpPr>
                <p:cNvPr id="835" name="TextBox 834">
                  <a:extLst>
                    <a:ext uri="{FF2B5EF4-FFF2-40B4-BE49-F238E27FC236}">
                      <a16:creationId xmlns:a16="http://schemas.microsoft.com/office/drawing/2014/main" id="{E72E78F6-0983-29AF-AD1E-AAAC91E3BDB2}"/>
                    </a:ext>
                  </a:extLst>
                </p:cNvPr>
                <p:cNvSpPr txBox="1"/>
                <p:nvPr/>
              </p:nvSpPr>
              <p:spPr>
                <a:xfrm>
                  <a:off x="6054637" y="521896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26" name="Straight Arrow Connector 625">
                  <a:extLst>
                    <a:ext uri="{FF2B5EF4-FFF2-40B4-BE49-F238E27FC236}">
                      <a16:creationId xmlns:a16="http://schemas.microsoft.com/office/drawing/2014/main" id="{41A926EB-B906-1C36-7F9A-A21223CE2B23}"/>
                    </a:ext>
                  </a:extLst>
                </p:cNvPr>
                <p:cNvCxnSpPr>
                  <a:cxnSpLocks/>
                  <a:stCxn id="630" idx="4"/>
                  <a:endCxn id="629" idx="0"/>
                </p:cNvCxnSpPr>
                <p:nvPr/>
              </p:nvCxnSpPr>
              <p:spPr>
                <a:xfrm>
                  <a:off x="5697218" y="1262981"/>
                  <a:ext cx="15828" cy="164379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Arrow Connector 626">
                  <a:extLst>
                    <a:ext uri="{FF2B5EF4-FFF2-40B4-BE49-F238E27FC236}">
                      <a16:creationId xmlns:a16="http://schemas.microsoft.com/office/drawing/2014/main" id="{EE9F3D05-D5D5-F2FC-101D-16D826F18163}"/>
                    </a:ext>
                  </a:extLst>
                </p:cNvPr>
                <p:cNvCxnSpPr>
                  <a:cxnSpLocks/>
                  <a:stCxn id="629" idx="7"/>
                  <a:endCxn id="631" idx="3"/>
                </p:cNvCxnSpPr>
                <p:nvPr/>
              </p:nvCxnSpPr>
              <p:spPr>
                <a:xfrm flipV="1">
                  <a:off x="5772858" y="1235742"/>
                  <a:ext cx="221966" cy="216332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8" name="Straight Arrow Connector 627">
                  <a:extLst>
                    <a:ext uri="{FF2B5EF4-FFF2-40B4-BE49-F238E27FC236}">
                      <a16:creationId xmlns:a16="http://schemas.microsoft.com/office/drawing/2014/main" id="{789ADA49-D259-93B4-FDEB-E380728AFC50}"/>
                    </a:ext>
                  </a:extLst>
                </p:cNvPr>
                <p:cNvCxnSpPr>
                  <a:cxnSpLocks/>
                  <a:stCxn id="631" idx="6"/>
                  <a:endCxn id="632" idx="2"/>
                </p:cNvCxnSpPr>
                <p:nvPr/>
              </p:nvCxnSpPr>
              <p:spPr>
                <a:xfrm flipV="1">
                  <a:off x="6139224" y="1175479"/>
                  <a:ext cx="173420" cy="598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9" name="Oval 628">
                  <a:extLst>
                    <a:ext uri="{FF2B5EF4-FFF2-40B4-BE49-F238E27FC236}">
                      <a16:creationId xmlns:a16="http://schemas.microsoft.com/office/drawing/2014/main" id="{0EE81BC4-17FC-7AC8-7F35-A12816661ED5}"/>
                    </a:ext>
                  </a:extLst>
                </p:cNvPr>
                <p:cNvSpPr/>
                <p:nvPr/>
              </p:nvSpPr>
              <p:spPr>
                <a:xfrm>
                  <a:off x="5628458" y="142736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0" name="Oval 629">
                  <a:extLst>
                    <a:ext uri="{FF2B5EF4-FFF2-40B4-BE49-F238E27FC236}">
                      <a16:creationId xmlns:a16="http://schemas.microsoft.com/office/drawing/2014/main" id="{A0CCADD3-5E78-5CCF-78BE-A0533F7CB1A3}"/>
                    </a:ext>
                  </a:extLst>
                </p:cNvPr>
                <p:cNvSpPr/>
                <p:nvPr/>
              </p:nvSpPr>
              <p:spPr>
                <a:xfrm>
                  <a:off x="5612630" y="1094223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1" name="Oval 630">
                  <a:extLst>
                    <a:ext uri="{FF2B5EF4-FFF2-40B4-BE49-F238E27FC236}">
                      <a16:creationId xmlns:a16="http://schemas.microsoft.com/office/drawing/2014/main" id="{5767AB4B-4576-5FB1-13E9-12FE86995DC5}"/>
                    </a:ext>
                  </a:extLst>
                </p:cNvPr>
                <p:cNvSpPr/>
                <p:nvPr/>
              </p:nvSpPr>
              <p:spPr>
                <a:xfrm>
                  <a:off x="5970049" y="109169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632" name="Oval 631">
                  <a:extLst>
                    <a:ext uri="{FF2B5EF4-FFF2-40B4-BE49-F238E27FC236}">
                      <a16:creationId xmlns:a16="http://schemas.microsoft.com/office/drawing/2014/main" id="{E07B57F6-26FE-25D2-681F-7B779BFE098E}"/>
                    </a:ext>
                  </a:extLst>
                </p:cNvPr>
                <p:cNvSpPr/>
                <p:nvPr/>
              </p:nvSpPr>
              <p:spPr>
                <a:xfrm>
                  <a:off x="6312644" y="1091100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36" name="Straight Arrow Connector 635">
                  <a:extLst>
                    <a:ext uri="{FF2B5EF4-FFF2-40B4-BE49-F238E27FC236}">
                      <a16:creationId xmlns:a16="http://schemas.microsoft.com/office/drawing/2014/main" id="{67ED4F8B-EEE3-E1BC-2AF1-D0DA3B086F91}"/>
                    </a:ext>
                  </a:extLst>
                </p:cNvPr>
                <p:cNvCxnSpPr>
                  <a:cxnSpLocks/>
                  <a:stCxn id="630" idx="6"/>
                  <a:endCxn id="631" idx="2"/>
                </p:cNvCxnSpPr>
                <p:nvPr/>
              </p:nvCxnSpPr>
              <p:spPr>
                <a:xfrm flipV="1">
                  <a:off x="5781805" y="1176077"/>
                  <a:ext cx="188244" cy="252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7" name="Group 686">
                  <a:extLst>
                    <a:ext uri="{FF2B5EF4-FFF2-40B4-BE49-F238E27FC236}">
                      <a16:creationId xmlns:a16="http://schemas.microsoft.com/office/drawing/2014/main" id="{36162D00-A795-18DA-E94D-780AE57018B2}"/>
                    </a:ext>
                  </a:extLst>
                </p:cNvPr>
                <p:cNvGrpSpPr/>
                <p:nvPr/>
              </p:nvGrpSpPr>
              <p:grpSpPr>
                <a:xfrm>
                  <a:off x="6267683" y="1431941"/>
                  <a:ext cx="809982" cy="169453"/>
                  <a:chOff x="5045632" y="1192523"/>
                  <a:chExt cx="809982" cy="169453"/>
                </a:xfrm>
              </p:grpSpPr>
              <p:cxnSp>
                <p:nvCxnSpPr>
                  <p:cNvPr id="659" name="Straight Arrow Connector 658">
                    <a:extLst>
                      <a:ext uri="{FF2B5EF4-FFF2-40B4-BE49-F238E27FC236}">
                        <a16:creationId xmlns:a16="http://schemas.microsoft.com/office/drawing/2014/main" id="{97193B8E-ABD0-174F-B5BF-EF556D96537A}"/>
                      </a:ext>
                    </a:extLst>
                  </p:cNvPr>
                  <p:cNvCxnSpPr>
                    <a:cxnSpLocks/>
                    <a:stCxn id="661" idx="6"/>
                    <a:endCxn id="662" idx="2"/>
                  </p:cNvCxnSpPr>
                  <p:nvPr/>
                </p:nvCxnSpPr>
                <p:spPr>
                  <a:xfrm>
                    <a:off x="5563677" y="1276902"/>
                    <a:ext cx="122762" cy="1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0" name="Oval 659">
                    <a:extLst>
                      <a:ext uri="{FF2B5EF4-FFF2-40B4-BE49-F238E27FC236}">
                        <a16:creationId xmlns:a16="http://schemas.microsoft.com/office/drawing/2014/main" id="{30422DEC-909C-48FE-B597-8E4F9E96532A}"/>
                      </a:ext>
                    </a:extLst>
                  </p:cNvPr>
                  <p:cNvSpPr/>
                  <p:nvPr/>
                </p:nvSpPr>
                <p:spPr>
                  <a:xfrm>
                    <a:off x="5045632" y="1193218"/>
                    <a:ext cx="169175" cy="168758"/>
                  </a:xfrm>
                  <a:prstGeom prst="ellipse">
                    <a:avLst/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1" name="Oval 660">
                    <a:extLst>
                      <a:ext uri="{FF2B5EF4-FFF2-40B4-BE49-F238E27FC236}">
                        <a16:creationId xmlns:a16="http://schemas.microsoft.com/office/drawing/2014/main" id="{56DAA9B1-4E90-907D-2189-3CE4091E0DBD}"/>
                      </a:ext>
                    </a:extLst>
                  </p:cNvPr>
                  <p:cNvSpPr/>
                  <p:nvPr/>
                </p:nvSpPr>
                <p:spPr>
                  <a:xfrm>
                    <a:off x="5394502" y="1192523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62" name="Oval 661">
                    <a:extLst>
                      <a:ext uri="{FF2B5EF4-FFF2-40B4-BE49-F238E27FC236}">
                        <a16:creationId xmlns:a16="http://schemas.microsoft.com/office/drawing/2014/main" id="{7A03A8B4-83EB-5BE4-D366-081195679F95}"/>
                      </a:ext>
                    </a:extLst>
                  </p:cNvPr>
                  <p:cNvSpPr/>
                  <p:nvPr/>
                </p:nvSpPr>
                <p:spPr>
                  <a:xfrm>
                    <a:off x="5686439" y="119252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663" name="Straight Arrow Connector 662">
                    <a:extLst>
                      <a:ext uri="{FF2B5EF4-FFF2-40B4-BE49-F238E27FC236}">
                        <a16:creationId xmlns:a16="http://schemas.microsoft.com/office/drawing/2014/main" id="{B9B3CCC2-A4C9-A7A5-3896-C54B141F9783}"/>
                      </a:ext>
                    </a:extLst>
                  </p:cNvPr>
                  <p:cNvCxnSpPr>
                    <a:cxnSpLocks/>
                    <a:stCxn id="660" idx="6"/>
                    <a:endCxn id="661" idx="2"/>
                  </p:cNvCxnSpPr>
                  <p:nvPr/>
                </p:nvCxnSpPr>
                <p:spPr>
                  <a:xfrm flipV="1">
                    <a:off x="5214807" y="1276902"/>
                    <a:ext cx="179695" cy="695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841" name="Straight Connector 840">
                  <a:extLst>
                    <a:ext uri="{FF2B5EF4-FFF2-40B4-BE49-F238E27FC236}">
                      <a16:creationId xmlns:a16="http://schemas.microsoft.com/office/drawing/2014/main" id="{B26A0200-3AEE-B898-F331-D1CB7F52C36B}"/>
                    </a:ext>
                  </a:extLst>
                </p:cNvPr>
                <p:cNvCxnSpPr>
                  <a:cxnSpLocks/>
                  <a:stCxn id="459" idx="0"/>
                  <a:endCxn id="630" idx="5"/>
                </p:cNvCxnSpPr>
                <p:nvPr/>
              </p:nvCxnSpPr>
              <p:spPr>
                <a:xfrm flipH="1" flipV="1">
                  <a:off x="5757030" y="1238267"/>
                  <a:ext cx="129681" cy="501965"/>
                </a:xfrm>
                <a:prstGeom prst="line">
                  <a:avLst/>
                </a:prstGeom>
                <a:ln w="12700"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88" name="Straight Arrow Connector 887">
                <a:extLst>
                  <a:ext uri="{FF2B5EF4-FFF2-40B4-BE49-F238E27FC236}">
                    <a16:creationId xmlns:a16="http://schemas.microsoft.com/office/drawing/2014/main" id="{4B055421-6B52-B3BA-6722-60D9A5A5726F}"/>
                  </a:ext>
                </a:extLst>
              </p:cNvPr>
              <p:cNvCxnSpPr>
                <a:cxnSpLocks/>
                <a:stCxn id="629" idx="6"/>
                <a:endCxn id="632" idx="3"/>
              </p:cNvCxnSpPr>
              <p:nvPr/>
            </p:nvCxnSpPr>
            <p:spPr>
              <a:xfrm flipV="1">
                <a:off x="5328175" y="1305605"/>
                <a:ext cx="539786" cy="27659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7C65EB-1E90-835F-0952-8E195928953B}"/>
                  </a:ext>
                </a:extLst>
              </p:cNvPr>
              <p:cNvSpPr txBox="1"/>
              <p:nvPr/>
            </p:nvSpPr>
            <p:spPr>
              <a:xfrm>
                <a:off x="6074067" y="1460784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17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24F81-1846-5099-6AD1-25DB92E87D48}"/>
                  </a:ext>
                </a:extLst>
              </p:cNvPr>
              <p:cNvSpPr txBox="1"/>
              <p:nvPr/>
            </p:nvSpPr>
            <p:spPr>
              <a:xfrm>
                <a:off x="6363991" y="1465586"/>
                <a:ext cx="37443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8" name="Group 477">
              <a:extLst>
                <a:ext uri="{FF2B5EF4-FFF2-40B4-BE49-F238E27FC236}">
                  <a16:creationId xmlns:a16="http://schemas.microsoft.com/office/drawing/2014/main" id="{206E2AA7-7757-3E4C-5B5D-12A303113F2E}"/>
                </a:ext>
              </a:extLst>
            </p:cNvPr>
            <p:cNvGrpSpPr/>
            <p:nvPr/>
          </p:nvGrpSpPr>
          <p:grpSpPr>
            <a:xfrm>
              <a:off x="4179432" y="638307"/>
              <a:ext cx="1611509" cy="573596"/>
              <a:chOff x="4179432" y="638307"/>
              <a:chExt cx="1611509" cy="5735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514573-14C1-7BC4-F8FC-9D0FB58465DA}"/>
                  </a:ext>
                </a:extLst>
              </p:cNvPr>
              <p:cNvSpPr txBox="1"/>
              <p:nvPr/>
            </p:nvSpPr>
            <p:spPr>
              <a:xfrm>
                <a:off x="4179432" y="800943"/>
                <a:ext cx="141813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1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E288C2FA-0451-E15E-D884-8678B7A6C3A6}"/>
                  </a:ext>
                </a:extLst>
              </p:cNvPr>
              <p:cNvSpPr txBox="1"/>
              <p:nvPr/>
            </p:nvSpPr>
            <p:spPr>
              <a:xfrm>
                <a:off x="4741135" y="63830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F9957DFB-740F-4D47-1CF9-72CF70DE8CD2}"/>
                  </a:ext>
                </a:extLst>
              </p:cNvPr>
              <p:cNvSpPr txBox="1"/>
              <p:nvPr/>
            </p:nvSpPr>
            <p:spPr>
              <a:xfrm>
                <a:off x="4734651" y="967597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74AE0B75-156D-CDDF-29F8-9A6468512604}"/>
                  </a:ext>
                </a:extLst>
              </p:cNvPr>
              <p:cNvSpPr txBox="1"/>
              <p:nvPr/>
            </p:nvSpPr>
            <p:spPr>
              <a:xfrm>
                <a:off x="5416510" y="645640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D3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CFB110C6-DF67-4234-F29B-36CB6E007B39}"/>
                  </a:ext>
                </a:extLst>
              </p:cNvPr>
              <p:cNvSpPr txBox="1"/>
              <p:nvPr/>
            </p:nvSpPr>
            <p:spPr>
              <a:xfrm>
                <a:off x="5387116" y="981071"/>
                <a:ext cx="37443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D4</a:t>
                </a:r>
                <a:endParaRPr lang="zh-CN" altLang="en-US" sz="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5" name="TextBox 454">
            <a:extLst>
              <a:ext uri="{FF2B5EF4-FFF2-40B4-BE49-F238E27FC236}">
                <a16:creationId xmlns:a16="http://schemas.microsoft.com/office/drawing/2014/main" id="{978A1A1C-E5BF-0787-6284-A1A5C810B85C}"/>
              </a:ext>
            </a:extLst>
          </p:cNvPr>
          <p:cNvSpPr txBox="1"/>
          <p:nvPr/>
        </p:nvSpPr>
        <p:spPr>
          <a:xfrm>
            <a:off x="4511606" y="1117658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Oval 456">
            <a:extLst>
              <a:ext uri="{FF2B5EF4-FFF2-40B4-BE49-F238E27FC236}">
                <a16:creationId xmlns:a16="http://schemas.microsoft.com/office/drawing/2014/main" id="{C4E2C81A-1DB0-EFFD-8FBD-00751B85B2C8}"/>
              </a:ext>
            </a:extLst>
          </p:cNvPr>
          <p:cNvSpPr/>
          <p:nvPr/>
        </p:nvSpPr>
        <p:spPr>
          <a:xfrm>
            <a:off x="5013039" y="1366735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B434810C-53FC-60F3-66FF-8BDCD4B5E193}"/>
              </a:ext>
            </a:extLst>
          </p:cNvPr>
          <p:cNvSpPr/>
          <p:nvPr/>
        </p:nvSpPr>
        <p:spPr>
          <a:xfrm>
            <a:off x="4639089" y="1359571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59" name="Oval 458">
            <a:extLst>
              <a:ext uri="{FF2B5EF4-FFF2-40B4-BE49-F238E27FC236}">
                <a16:creationId xmlns:a16="http://schemas.microsoft.com/office/drawing/2014/main" id="{696CCE37-9F4B-1F51-8B42-5C5C664EFBAE}"/>
              </a:ext>
            </a:extLst>
          </p:cNvPr>
          <p:cNvSpPr/>
          <p:nvPr/>
        </p:nvSpPr>
        <p:spPr>
          <a:xfrm>
            <a:off x="4818621" y="112429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62" name="Oval 461">
            <a:extLst>
              <a:ext uri="{FF2B5EF4-FFF2-40B4-BE49-F238E27FC236}">
                <a16:creationId xmlns:a16="http://schemas.microsoft.com/office/drawing/2014/main" id="{BAF93311-5F69-4C33-3EF3-BBF1727F6392}"/>
              </a:ext>
            </a:extLst>
          </p:cNvPr>
          <p:cNvSpPr/>
          <p:nvPr/>
        </p:nvSpPr>
        <p:spPr>
          <a:xfrm>
            <a:off x="4540559" y="1621531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cxnSp>
        <p:nvCxnSpPr>
          <p:cNvPr id="465" name="Straight Arrow Connector 464">
            <a:extLst>
              <a:ext uri="{FF2B5EF4-FFF2-40B4-BE49-F238E27FC236}">
                <a16:creationId xmlns:a16="http://schemas.microsoft.com/office/drawing/2014/main" id="{BF664A4A-1BF3-7582-3E96-35C8FC4F2FDB}"/>
              </a:ext>
            </a:extLst>
          </p:cNvPr>
          <p:cNvCxnSpPr>
            <a:cxnSpLocks/>
            <a:stCxn id="459" idx="3"/>
            <a:endCxn id="458" idx="7"/>
          </p:cNvCxnSpPr>
          <p:nvPr/>
        </p:nvCxnSpPr>
        <p:spPr>
          <a:xfrm flipH="1">
            <a:off x="4823649" y="1303927"/>
            <a:ext cx="26638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467">
            <a:extLst>
              <a:ext uri="{FF2B5EF4-FFF2-40B4-BE49-F238E27FC236}">
                <a16:creationId xmlns:a16="http://schemas.microsoft.com/office/drawing/2014/main" id="{76835CCE-4F65-7EEA-3BB1-5F4ACAF89BF3}"/>
              </a:ext>
            </a:extLst>
          </p:cNvPr>
          <p:cNvCxnSpPr>
            <a:cxnSpLocks/>
            <a:stCxn id="459" idx="5"/>
            <a:endCxn id="457" idx="1"/>
          </p:cNvCxnSpPr>
          <p:nvPr/>
        </p:nvCxnSpPr>
        <p:spPr>
          <a:xfrm>
            <a:off x="5003181" y="1303927"/>
            <a:ext cx="41524" cy="936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3EA32581-6C0B-1656-20DB-67E9B751CE1F}"/>
              </a:ext>
            </a:extLst>
          </p:cNvPr>
          <p:cNvCxnSpPr>
            <a:cxnSpLocks/>
            <a:stCxn id="458" idx="4"/>
            <a:endCxn id="462" idx="7"/>
          </p:cNvCxnSpPr>
          <p:nvPr/>
        </p:nvCxnSpPr>
        <p:spPr>
          <a:xfrm flipH="1">
            <a:off x="4725119" y="1570026"/>
            <a:ext cx="22083" cy="8232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3" name="Oval 542">
            <a:extLst>
              <a:ext uri="{FF2B5EF4-FFF2-40B4-BE49-F238E27FC236}">
                <a16:creationId xmlns:a16="http://schemas.microsoft.com/office/drawing/2014/main" id="{838CFF8E-F440-014F-998F-B10006289B6E}"/>
              </a:ext>
            </a:extLst>
          </p:cNvPr>
          <p:cNvSpPr/>
          <p:nvPr/>
        </p:nvSpPr>
        <p:spPr>
          <a:xfrm>
            <a:off x="5398503" y="1367382"/>
            <a:ext cx="216226" cy="21045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B3009BF3-6B85-0CA8-DF52-9994C3FC9F4E}"/>
              </a:ext>
            </a:extLst>
          </p:cNvPr>
          <p:cNvSpPr/>
          <p:nvPr/>
        </p:nvSpPr>
        <p:spPr>
          <a:xfrm>
            <a:off x="5591579" y="1132103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1ADCE115-36CD-5F51-5E38-ACFC8C19AEF8}"/>
              </a:ext>
            </a:extLst>
          </p:cNvPr>
          <p:cNvCxnSpPr>
            <a:cxnSpLocks/>
            <a:stCxn id="544" idx="3"/>
            <a:endCxn id="543" idx="7"/>
          </p:cNvCxnSpPr>
          <p:nvPr/>
        </p:nvCxnSpPr>
        <p:spPr>
          <a:xfrm flipH="1">
            <a:off x="5583063" y="1311738"/>
            <a:ext cx="40182" cy="8646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TextBox 548">
            <a:extLst>
              <a:ext uri="{FF2B5EF4-FFF2-40B4-BE49-F238E27FC236}">
                <a16:creationId xmlns:a16="http://schemas.microsoft.com/office/drawing/2014/main" id="{500580F5-0D99-D473-CE73-7A6E786FC738}"/>
              </a:ext>
            </a:extLst>
          </p:cNvPr>
          <p:cNvSpPr txBox="1"/>
          <p:nvPr/>
        </p:nvSpPr>
        <p:spPr>
          <a:xfrm>
            <a:off x="5273076" y="1122251"/>
            <a:ext cx="3744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51" name="Straight Arrow Connector 550">
            <a:extLst>
              <a:ext uri="{FF2B5EF4-FFF2-40B4-BE49-F238E27FC236}">
                <a16:creationId xmlns:a16="http://schemas.microsoft.com/office/drawing/2014/main" id="{43CE9B09-5773-2701-786B-50FDE6F30E0B}"/>
              </a:ext>
            </a:extLst>
          </p:cNvPr>
          <p:cNvCxnSpPr>
            <a:cxnSpLocks/>
            <a:stCxn id="555" idx="3"/>
            <a:endCxn id="554" idx="7"/>
          </p:cNvCxnSpPr>
          <p:nvPr/>
        </p:nvCxnSpPr>
        <p:spPr>
          <a:xfrm flipH="1">
            <a:off x="4812556" y="2131874"/>
            <a:ext cx="63332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Oval 552">
            <a:extLst>
              <a:ext uri="{FF2B5EF4-FFF2-40B4-BE49-F238E27FC236}">
                <a16:creationId xmlns:a16="http://schemas.microsoft.com/office/drawing/2014/main" id="{DC839DA3-00ED-7ECA-7842-3434D60F638A}"/>
              </a:ext>
            </a:extLst>
          </p:cNvPr>
          <p:cNvSpPr/>
          <p:nvPr/>
        </p:nvSpPr>
        <p:spPr>
          <a:xfrm>
            <a:off x="5069042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54" name="Oval 553">
            <a:extLst>
              <a:ext uri="{FF2B5EF4-FFF2-40B4-BE49-F238E27FC236}">
                <a16:creationId xmlns:a16="http://schemas.microsoft.com/office/drawing/2014/main" id="{6E29603E-B7D0-D437-EF10-CDB5DC7E39C5}"/>
              </a:ext>
            </a:extLst>
          </p:cNvPr>
          <p:cNvSpPr/>
          <p:nvPr/>
        </p:nvSpPr>
        <p:spPr>
          <a:xfrm>
            <a:off x="4627996" y="2183650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BAE0802E-8A52-3613-DA96-AB5A2DD8E49A}"/>
              </a:ext>
            </a:extLst>
          </p:cNvPr>
          <p:cNvSpPr/>
          <p:nvPr/>
        </p:nvSpPr>
        <p:spPr>
          <a:xfrm>
            <a:off x="4844222" y="1952239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cxnSp>
        <p:nvCxnSpPr>
          <p:cNvPr id="575" name="Straight Arrow Connector 574">
            <a:extLst>
              <a:ext uri="{FF2B5EF4-FFF2-40B4-BE49-F238E27FC236}">
                <a16:creationId xmlns:a16="http://schemas.microsoft.com/office/drawing/2014/main" id="{264001C4-BFF9-7EA5-8B02-51CA15B75CB9}"/>
              </a:ext>
            </a:extLst>
          </p:cNvPr>
          <p:cNvCxnSpPr>
            <a:cxnSpLocks/>
            <a:stCxn id="554" idx="6"/>
            <a:endCxn id="553" idx="2"/>
          </p:cNvCxnSpPr>
          <p:nvPr/>
        </p:nvCxnSpPr>
        <p:spPr>
          <a:xfrm>
            <a:off x="4844222" y="2288878"/>
            <a:ext cx="224820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ED4E36F-2EAB-BD06-7D6F-D3C0588F5341}"/>
              </a:ext>
            </a:extLst>
          </p:cNvPr>
          <p:cNvCxnSpPr>
            <a:cxnSpLocks/>
            <a:stCxn id="553" idx="1"/>
            <a:endCxn id="555" idx="5"/>
          </p:cNvCxnSpPr>
          <p:nvPr/>
        </p:nvCxnSpPr>
        <p:spPr>
          <a:xfrm flipH="1" flipV="1">
            <a:off x="5028782" y="2131874"/>
            <a:ext cx="71926" cy="8259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845C9AA-9346-929D-F3DF-A2EE1670EE0D}"/>
              </a:ext>
            </a:extLst>
          </p:cNvPr>
          <p:cNvCxnSpPr>
            <a:cxnSpLocks/>
            <a:stCxn id="555" idx="1"/>
            <a:endCxn id="462" idx="5"/>
          </p:cNvCxnSpPr>
          <p:nvPr/>
        </p:nvCxnSpPr>
        <p:spPr>
          <a:xfrm flipH="1" flipV="1">
            <a:off x="4725119" y="1801166"/>
            <a:ext cx="150769" cy="181893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A5B844D-B25B-32C5-2E80-77433B7D7FAF}"/>
              </a:ext>
            </a:extLst>
          </p:cNvPr>
          <p:cNvSpPr/>
          <p:nvPr/>
        </p:nvSpPr>
        <p:spPr>
          <a:xfrm>
            <a:off x="5369993" y="2193344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AD57BD2-9C67-7A55-3170-FD404B0E828D}"/>
              </a:ext>
            </a:extLst>
          </p:cNvPr>
          <p:cNvSpPr/>
          <p:nvPr/>
        </p:nvSpPr>
        <p:spPr>
          <a:xfrm>
            <a:off x="5589883" y="1969372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2967DED-9491-3712-984D-3257584C3C36}"/>
              </a:ext>
            </a:extLst>
          </p:cNvPr>
          <p:cNvSpPr/>
          <p:nvPr/>
        </p:nvSpPr>
        <p:spPr>
          <a:xfrm>
            <a:off x="5835305" y="2187778"/>
            <a:ext cx="216226" cy="210455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F791EE9-2A90-3FB4-F67B-43655DF8CE70}"/>
              </a:ext>
            </a:extLst>
          </p:cNvPr>
          <p:cNvCxnSpPr>
            <a:cxnSpLocks/>
            <a:stCxn id="86" idx="3"/>
            <a:endCxn id="84" idx="7"/>
          </p:cNvCxnSpPr>
          <p:nvPr/>
        </p:nvCxnSpPr>
        <p:spPr>
          <a:xfrm flipH="1">
            <a:off x="5554553" y="2149007"/>
            <a:ext cx="66996" cy="75157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28C31F-BEF0-844D-9D2D-08D6B2E16B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5586219" y="2293006"/>
            <a:ext cx="249086" cy="55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399F53-86C9-48E9-633B-84D07C18978F}"/>
              </a:ext>
            </a:extLst>
          </p:cNvPr>
          <p:cNvCxnSpPr>
            <a:cxnSpLocks/>
            <a:stCxn id="87" idx="1"/>
            <a:endCxn id="86" idx="5"/>
          </p:cNvCxnSpPr>
          <p:nvPr/>
        </p:nvCxnSpPr>
        <p:spPr>
          <a:xfrm flipH="1" flipV="1">
            <a:off x="5774443" y="2149007"/>
            <a:ext cx="92528" cy="6959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576E97-8B3A-8FE4-CFDF-C5DA94C998EE}"/>
              </a:ext>
            </a:extLst>
          </p:cNvPr>
          <p:cNvCxnSpPr>
            <a:cxnSpLocks/>
            <a:stCxn id="86" idx="1"/>
            <a:endCxn id="457" idx="5"/>
          </p:cNvCxnSpPr>
          <p:nvPr/>
        </p:nvCxnSpPr>
        <p:spPr>
          <a:xfrm flipH="1" flipV="1">
            <a:off x="5197599" y="1546370"/>
            <a:ext cx="423950" cy="453822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6504ADA-F49B-AF8C-4DDE-4DBB77200DD3}"/>
              </a:ext>
            </a:extLst>
          </p:cNvPr>
          <p:cNvCxnSpPr>
            <a:cxnSpLocks/>
            <a:stCxn id="544" idx="0"/>
          </p:cNvCxnSpPr>
          <p:nvPr/>
        </p:nvCxnSpPr>
        <p:spPr>
          <a:xfrm flipH="1" flipV="1">
            <a:off x="4778108" y="761778"/>
            <a:ext cx="921584" cy="37032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07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FF9919-1475-9B08-54E0-354B1F61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A64A86E2-3381-36D3-5172-D371B8DE8C2F}"/>
              </a:ext>
            </a:extLst>
          </p:cNvPr>
          <p:cNvSpPr/>
          <p:nvPr/>
        </p:nvSpPr>
        <p:spPr>
          <a:xfrm>
            <a:off x="4096210" y="748884"/>
            <a:ext cx="752916" cy="17691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AE0F30E4-3945-B660-86BD-CF66C737B8B0}"/>
              </a:ext>
            </a:extLst>
          </p:cNvPr>
          <p:cNvSpPr/>
          <p:nvPr/>
        </p:nvSpPr>
        <p:spPr>
          <a:xfrm>
            <a:off x="2767391" y="748885"/>
            <a:ext cx="1220057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A2C27-A2BE-72D0-C613-0D1EFA45627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B3D8201-AB72-341C-5314-E4F13BD44994}"/>
              </a:ext>
            </a:extLst>
          </p:cNvPr>
          <p:cNvCxnSpPr>
            <a:cxnSpLocks/>
            <a:stCxn id="55" idx="3"/>
            <a:endCxn id="3" idx="0"/>
          </p:cNvCxnSpPr>
          <p:nvPr/>
        </p:nvCxnSpPr>
        <p:spPr>
          <a:xfrm flipH="1">
            <a:off x="731712" y="887480"/>
            <a:ext cx="421345" cy="21632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014B0386-0146-DCFE-2764-001DE503AD21}"/>
              </a:ext>
            </a:extLst>
          </p:cNvPr>
          <p:cNvSpPr/>
          <p:nvPr/>
        </p:nvSpPr>
        <p:spPr>
          <a:xfrm>
            <a:off x="1121391" y="707845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94BB676B-262E-C6A4-0417-AE957657E38B}"/>
              </a:ext>
            </a:extLst>
          </p:cNvPr>
          <p:cNvSpPr/>
          <p:nvPr/>
        </p:nvSpPr>
        <p:spPr>
          <a:xfrm>
            <a:off x="465306" y="1501886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037F2D93-86B3-61D7-DD15-23DF1473FBEA}"/>
              </a:ext>
            </a:extLst>
          </p:cNvPr>
          <p:cNvCxnSpPr>
            <a:cxnSpLocks/>
            <a:stCxn id="55" idx="4"/>
            <a:endCxn id="4" idx="0"/>
          </p:cNvCxnSpPr>
          <p:nvPr/>
        </p:nvCxnSpPr>
        <p:spPr>
          <a:xfrm flipH="1">
            <a:off x="1208728" y="918300"/>
            <a:ext cx="20776" cy="1906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Oval 455">
            <a:extLst>
              <a:ext uri="{FF2B5EF4-FFF2-40B4-BE49-F238E27FC236}">
                <a16:creationId xmlns:a16="http://schemas.microsoft.com/office/drawing/2014/main" id="{BCDE7695-2619-1A14-77F6-F49347DA5DFA}"/>
              </a:ext>
            </a:extLst>
          </p:cNvPr>
          <p:cNvSpPr/>
          <p:nvPr/>
        </p:nvSpPr>
        <p:spPr>
          <a:xfrm>
            <a:off x="1611968" y="110917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F2BC078F-44CC-2A77-5861-2FA51518E0E2}"/>
              </a:ext>
            </a:extLst>
          </p:cNvPr>
          <p:cNvCxnSpPr>
            <a:cxnSpLocks/>
            <a:stCxn id="3" idx="2"/>
            <a:endCxn id="448" idx="0"/>
          </p:cNvCxnSpPr>
          <p:nvPr/>
        </p:nvCxnSpPr>
        <p:spPr>
          <a:xfrm flipH="1">
            <a:off x="573419" y="1314259"/>
            <a:ext cx="158293" cy="18762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1E718D67-8A3B-A4B9-AFA5-A6CEB41096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05951" y="887480"/>
            <a:ext cx="414130" cy="22169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6CFAB20E-32ED-EB62-F19A-50CBFBC959B4}"/>
              </a:ext>
            </a:extLst>
          </p:cNvPr>
          <p:cNvCxnSpPr>
            <a:cxnSpLocks/>
            <a:stCxn id="456" idx="3"/>
            <a:endCxn id="17" idx="0"/>
          </p:cNvCxnSpPr>
          <p:nvPr/>
        </p:nvCxnSpPr>
        <p:spPr>
          <a:xfrm flipH="1">
            <a:off x="1461138" y="1288813"/>
            <a:ext cx="182496" cy="2168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C2CC83E5-0F26-DA4E-0AF9-3772B1FBCB11}"/>
              </a:ext>
            </a:extLst>
          </p:cNvPr>
          <p:cNvSpPr/>
          <p:nvPr/>
        </p:nvSpPr>
        <p:spPr>
          <a:xfrm>
            <a:off x="4314912" y="913359"/>
            <a:ext cx="619614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EA127A38-BA1F-CF17-CF7E-C5B2F109F6E1}"/>
              </a:ext>
            </a:extLst>
          </p:cNvPr>
          <p:cNvSpPr/>
          <p:nvPr/>
        </p:nvSpPr>
        <p:spPr>
          <a:xfrm>
            <a:off x="4319789" y="1449213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0B4538A5-F8CF-50E1-4497-7BC38BBF0AF4}"/>
              </a:ext>
            </a:extLst>
          </p:cNvPr>
          <p:cNvSpPr/>
          <p:nvPr/>
        </p:nvSpPr>
        <p:spPr>
          <a:xfrm>
            <a:off x="4319789" y="179708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31D47DC-FB1C-95F0-701C-2A54DD16F2F6}"/>
              </a:ext>
            </a:extLst>
          </p:cNvPr>
          <p:cNvSpPr/>
          <p:nvPr/>
        </p:nvSpPr>
        <p:spPr>
          <a:xfrm>
            <a:off x="4314912" y="2157196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8BDBE3B-088E-B153-D053-F70CD7935639}"/>
              </a:ext>
            </a:extLst>
          </p:cNvPr>
          <p:cNvSpPr/>
          <p:nvPr/>
        </p:nvSpPr>
        <p:spPr>
          <a:xfrm>
            <a:off x="3386586" y="9324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834E76B0-CC78-0B97-E148-ECD3634D2948}"/>
              </a:ext>
            </a:extLst>
          </p:cNvPr>
          <p:cNvSpPr/>
          <p:nvPr/>
        </p:nvSpPr>
        <p:spPr>
          <a:xfrm>
            <a:off x="3386586" y="1179305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622062A-CC47-0607-7AEB-FF534DDC2D14}"/>
              </a:ext>
            </a:extLst>
          </p:cNvPr>
          <p:cNvSpPr/>
          <p:nvPr/>
        </p:nvSpPr>
        <p:spPr>
          <a:xfrm>
            <a:off x="3386586" y="14261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C6EE560E-7297-EFD1-786B-AD77124D5CF6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 flipV="1">
            <a:off x="3655110" y="1044164"/>
            <a:ext cx="659802" cy="11697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503EB57-F625-0BF2-D0D5-C815D3711D23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3655110" y="1055861"/>
            <a:ext cx="664679" cy="51679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979B80CF-A207-F596-BBA1-BFC2D532C79A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3655109" y="1302749"/>
            <a:ext cx="664680" cy="617782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28074C05-CE9D-1145-1048-72A1E40E970E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3655110" y="1549637"/>
            <a:ext cx="659802" cy="731003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EB17933-8897-B4B0-D605-250400F76B6B}"/>
              </a:ext>
            </a:extLst>
          </p:cNvPr>
          <p:cNvSpPr/>
          <p:nvPr/>
        </p:nvSpPr>
        <p:spPr>
          <a:xfrm>
            <a:off x="4944773" y="724315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6026C198-8627-C84B-6D6C-E75ECF7E530C}"/>
              </a:ext>
            </a:extLst>
          </p:cNvPr>
          <p:cNvSpPr txBox="1"/>
          <p:nvPr/>
        </p:nvSpPr>
        <p:spPr>
          <a:xfrm>
            <a:off x="2729466" y="729645"/>
            <a:ext cx="14353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 </a:t>
            </a:r>
            <a:r>
              <a:rPr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level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49492106-72F2-8A03-F294-58FBD1BF2DA0}"/>
              </a:ext>
            </a:extLst>
          </p:cNvPr>
          <p:cNvSpPr txBox="1"/>
          <p:nvPr/>
        </p:nvSpPr>
        <p:spPr>
          <a:xfrm>
            <a:off x="4043615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6A173A12-5D62-91FB-62AB-7F8AA844F27D}"/>
              </a:ext>
            </a:extLst>
          </p:cNvPr>
          <p:cNvSpPr txBox="1"/>
          <p:nvPr/>
        </p:nvSpPr>
        <p:spPr>
          <a:xfrm>
            <a:off x="5106350" y="724315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F942660C-A0F8-1B82-CFCA-8BA51379F454}"/>
              </a:ext>
            </a:extLst>
          </p:cNvPr>
          <p:cNvSpPr/>
          <p:nvPr/>
        </p:nvSpPr>
        <p:spPr>
          <a:xfrm>
            <a:off x="5002273" y="1034170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9029ADF-F671-B820-C2E7-6F74D334D7DF}"/>
              </a:ext>
            </a:extLst>
          </p:cNvPr>
          <p:cNvSpPr/>
          <p:nvPr/>
        </p:nvSpPr>
        <p:spPr>
          <a:xfrm>
            <a:off x="5002273" y="1375469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03312662-77A1-3EB8-C2E0-2CCDA6BAA0DB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136535" y="1281058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08224AD2-57CF-F276-1873-775108F446DA}"/>
              </a:ext>
            </a:extLst>
          </p:cNvPr>
          <p:cNvSpPr/>
          <p:nvPr/>
        </p:nvSpPr>
        <p:spPr>
          <a:xfrm>
            <a:off x="5007610" y="1716918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3C9610DC-A5C0-C729-8104-3976B6C03B66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136535" y="1622357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A77A097-BFC3-67AE-4D68-DFD87AE43232}"/>
              </a:ext>
            </a:extLst>
          </p:cNvPr>
          <p:cNvSpPr/>
          <p:nvPr/>
        </p:nvSpPr>
        <p:spPr>
          <a:xfrm>
            <a:off x="5348984" y="1036803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C6C04D07-28B8-70F7-0B6D-750E708DFB59}"/>
              </a:ext>
            </a:extLst>
          </p:cNvPr>
          <p:cNvSpPr/>
          <p:nvPr/>
        </p:nvSpPr>
        <p:spPr>
          <a:xfrm>
            <a:off x="5695695" y="1034454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442C6090-9DD7-EFD4-1A5D-09078D83A95A}"/>
              </a:ext>
            </a:extLst>
          </p:cNvPr>
          <p:cNvSpPr/>
          <p:nvPr/>
        </p:nvSpPr>
        <p:spPr>
          <a:xfrm>
            <a:off x="5695695" y="138191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908E00F0-091A-B0BC-29C9-8A792C71C3BB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5829957" y="1283691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>
            <a:extLst>
              <a:ext uri="{FF2B5EF4-FFF2-40B4-BE49-F238E27FC236}">
                <a16:creationId xmlns:a16="http://schemas.microsoft.com/office/drawing/2014/main" id="{827D7D1A-FA2C-46DA-A80C-1929D53161F4}"/>
              </a:ext>
            </a:extLst>
          </p:cNvPr>
          <p:cNvSpPr txBox="1"/>
          <p:nvPr/>
        </p:nvSpPr>
        <p:spPr>
          <a:xfrm>
            <a:off x="4202875" y="256771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14157A-0C45-CDC0-D619-C8AE6E198EFF}"/>
              </a:ext>
            </a:extLst>
          </p:cNvPr>
          <p:cNvSpPr/>
          <p:nvPr/>
        </p:nvSpPr>
        <p:spPr>
          <a:xfrm>
            <a:off x="623599" y="1103804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566CEF-EC4E-C3B0-1518-B3F7DC2FD0AE}"/>
              </a:ext>
            </a:extLst>
          </p:cNvPr>
          <p:cNvSpPr/>
          <p:nvPr/>
        </p:nvSpPr>
        <p:spPr>
          <a:xfrm>
            <a:off x="1100615" y="1108933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DF762-1DBD-7250-4D56-D4C557977EAE}"/>
              </a:ext>
            </a:extLst>
          </p:cNvPr>
          <p:cNvSpPr/>
          <p:nvPr/>
        </p:nvSpPr>
        <p:spPr>
          <a:xfrm>
            <a:off x="1353025" y="1505668"/>
            <a:ext cx="216226" cy="2104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82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6EDA5A-EC26-CFEE-FE84-B9F3736D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540">
            <a:extLst>
              <a:ext uri="{FF2B5EF4-FFF2-40B4-BE49-F238E27FC236}">
                <a16:creationId xmlns:a16="http://schemas.microsoft.com/office/drawing/2014/main" id="{9C37C146-8F77-17E6-5262-BADB17BA15D6}"/>
              </a:ext>
            </a:extLst>
          </p:cNvPr>
          <p:cNvSpPr/>
          <p:nvPr/>
        </p:nvSpPr>
        <p:spPr>
          <a:xfrm>
            <a:off x="4704651" y="634708"/>
            <a:ext cx="752916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3427432A-33EA-3136-548D-CD7CBE9CF0B1}"/>
              </a:ext>
            </a:extLst>
          </p:cNvPr>
          <p:cNvSpPr/>
          <p:nvPr/>
        </p:nvSpPr>
        <p:spPr>
          <a:xfrm>
            <a:off x="3764786" y="634708"/>
            <a:ext cx="831103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CBEA4-C92A-22B5-302F-C4F295540F6C}"/>
              </a:ext>
            </a:extLst>
          </p:cNvPr>
          <p:cNvSpPr txBox="1"/>
          <p:nvPr/>
        </p:nvSpPr>
        <p:spPr>
          <a:xfrm>
            <a:off x="357273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6FA8E85-ECCE-B24E-C135-8F5DC43A2A0B}"/>
              </a:ext>
            </a:extLst>
          </p:cNvPr>
          <p:cNvCxnSpPr>
            <a:cxnSpLocks/>
            <a:stCxn id="55" idx="3"/>
            <a:endCxn id="54" idx="0"/>
          </p:cNvCxnSpPr>
          <p:nvPr/>
        </p:nvCxnSpPr>
        <p:spPr>
          <a:xfrm flipH="1">
            <a:off x="815628" y="814343"/>
            <a:ext cx="345870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EFD38596-D5DC-044E-9497-D1A6B49A1F00}"/>
              </a:ext>
            </a:extLst>
          </p:cNvPr>
          <p:cNvSpPr/>
          <p:nvPr/>
        </p:nvSpPr>
        <p:spPr>
          <a:xfrm>
            <a:off x="707515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24A3DAC-7419-9B2F-9FDD-06D8EBF4389A}"/>
              </a:ext>
            </a:extLst>
          </p:cNvPr>
          <p:cNvSpPr/>
          <p:nvPr/>
        </p:nvSpPr>
        <p:spPr>
          <a:xfrm>
            <a:off x="1129832" y="634708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3CA05B4-2C78-776C-EE4C-924A0EEC61EF}"/>
              </a:ext>
            </a:extLst>
          </p:cNvPr>
          <p:cNvSpPr/>
          <p:nvPr/>
        </p:nvSpPr>
        <p:spPr>
          <a:xfrm>
            <a:off x="1129832" y="115592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</a:p>
        </p:txBody>
      </p:sp>
      <p:sp>
        <p:nvSpPr>
          <p:cNvPr id="448" name="Oval 447">
            <a:extLst>
              <a:ext uri="{FF2B5EF4-FFF2-40B4-BE49-F238E27FC236}">
                <a16:creationId xmlns:a16="http://schemas.microsoft.com/office/drawing/2014/main" id="{8A6FBFFE-70B3-2198-45B3-5E8F2B776043}"/>
              </a:ext>
            </a:extLst>
          </p:cNvPr>
          <p:cNvSpPr/>
          <p:nvPr/>
        </p:nvSpPr>
        <p:spPr>
          <a:xfrm>
            <a:off x="575821" y="1586824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452" name="Straight Arrow Connector 451">
            <a:extLst>
              <a:ext uri="{FF2B5EF4-FFF2-40B4-BE49-F238E27FC236}">
                <a16:creationId xmlns:a16="http://schemas.microsoft.com/office/drawing/2014/main" id="{8C9844E6-B70C-E3EE-EB7F-1F934642CF67}"/>
              </a:ext>
            </a:extLst>
          </p:cNvPr>
          <p:cNvCxnSpPr>
            <a:cxnSpLocks/>
            <a:stCxn id="55" idx="4"/>
            <a:endCxn id="62" idx="0"/>
          </p:cNvCxnSpPr>
          <p:nvPr/>
        </p:nvCxnSpPr>
        <p:spPr>
          <a:xfrm>
            <a:off x="1237945" y="845163"/>
            <a:ext cx="0" cy="31076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Oval 454">
            <a:extLst>
              <a:ext uri="{FF2B5EF4-FFF2-40B4-BE49-F238E27FC236}">
                <a16:creationId xmlns:a16="http://schemas.microsoft.com/office/drawing/2014/main" id="{C41EBD9B-1553-99D7-84F4-FC8CD9E8BFDA}"/>
              </a:ext>
            </a:extLst>
          </p:cNvPr>
          <p:cNvSpPr/>
          <p:nvPr/>
        </p:nvSpPr>
        <p:spPr>
          <a:xfrm>
            <a:off x="1419556" y="1602742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</a:p>
        </p:txBody>
      </p:sp>
      <p:sp>
        <p:nvSpPr>
          <p:cNvPr id="456" name="Oval 455">
            <a:extLst>
              <a:ext uri="{FF2B5EF4-FFF2-40B4-BE49-F238E27FC236}">
                <a16:creationId xmlns:a16="http://schemas.microsoft.com/office/drawing/2014/main" id="{887A8537-CBE6-3140-562E-B23DE3000CF2}"/>
              </a:ext>
            </a:extLst>
          </p:cNvPr>
          <p:cNvSpPr/>
          <p:nvPr/>
        </p:nvSpPr>
        <p:spPr>
          <a:xfrm>
            <a:off x="1546451" y="1155929"/>
            <a:ext cx="216226" cy="210455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458" name="Straight Arrow Connector 457">
            <a:extLst>
              <a:ext uri="{FF2B5EF4-FFF2-40B4-BE49-F238E27FC236}">
                <a16:creationId xmlns:a16="http://schemas.microsoft.com/office/drawing/2014/main" id="{097FD6B1-7FD6-566B-5766-4C50EBEFCE91}"/>
              </a:ext>
            </a:extLst>
          </p:cNvPr>
          <p:cNvCxnSpPr>
            <a:cxnSpLocks/>
            <a:stCxn id="54" idx="3"/>
            <a:endCxn id="448" idx="0"/>
          </p:cNvCxnSpPr>
          <p:nvPr/>
        </p:nvCxnSpPr>
        <p:spPr>
          <a:xfrm flipH="1">
            <a:off x="683934" y="1335564"/>
            <a:ext cx="55247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70F03C-3627-6D88-B00A-C9033E327021}"/>
              </a:ext>
            </a:extLst>
          </p:cNvPr>
          <p:cNvCxnSpPr>
            <a:cxnSpLocks/>
            <a:stCxn id="55" idx="5"/>
            <a:endCxn id="456" idx="0"/>
          </p:cNvCxnSpPr>
          <p:nvPr/>
        </p:nvCxnSpPr>
        <p:spPr>
          <a:xfrm>
            <a:off x="1314392" y="814343"/>
            <a:ext cx="340172" cy="34158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8ADBA2B2-BDBD-D468-363F-1359A8C1A8B9}"/>
              </a:ext>
            </a:extLst>
          </p:cNvPr>
          <p:cNvCxnSpPr>
            <a:cxnSpLocks/>
            <a:stCxn id="456" idx="3"/>
            <a:endCxn id="455" idx="0"/>
          </p:cNvCxnSpPr>
          <p:nvPr/>
        </p:nvCxnSpPr>
        <p:spPr>
          <a:xfrm flipH="1">
            <a:off x="1527669" y="1335564"/>
            <a:ext cx="50448" cy="267178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3" name="Oval 492">
            <a:extLst>
              <a:ext uri="{FF2B5EF4-FFF2-40B4-BE49-F238E27FC236}">
                <a16:creationId xmlns:a16="http://schemas.microsoft.com/office/drawing/2014/main" id="{F2F74E0B-7CCD-B750-BB63-C8E5D57ACBEE}"/>
              </a:ext>
            </a:extLst>
          </p:cNvPr>
          <p:cNvSpPr/>
          <p:nvPr/>
        </p:nvSpPr>
        <p:spPr>
          <a:xfrm>
            <a:off x="467708" y="2017719"/>
            <a:ext cx="216226" cy="21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</a:p>
        </p:txBody>
      </p:sp>
      <p:cxnSp>
        <p:nvCxnSpPr>
          <p:cNvPr id="494" name="Straight Arrow Connector 493">
            <a:extLst>
              <a:ext uri="{FF2B5EF4-FFF2-40B4-BE49-F238E27FC236}">
                <a16:creationId xmlns:a16="http://schemas.microsoft.com/office/drawing/2014/main" id="{2F5E658F-D8F8-B885-4A27-BD3AB23ECDCE}"/>
              </a:ext>
            </a:extLst>
          </p:cNvPr>
          <p:cNvCxnSpPr>
            <a:cxnSpLocks/>
            <a:stCxn id="448" idx="3"/>
            <a:endCxn id="493" idx="0"/>
          </p:cNvCxnSpPr>
          <p:nvPr/>
        </p:nvCxnSpPr>
        <p:spPr>
          <a:xfrm flipH="1">
            <a:off x="575821" y="1766459"/>
            <a:ext cx="31666" cy="25126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Rectangle 501">
            <a:extLst>
              <a:ext uri="{FF2B5EF4-FFF2-40B4-BE49-F238E27FC236}">
                <a16:creationId xmlns:a16="http://schemas.microsoft.com/office/drawing/2014/main" id="{45AF07DA-1BEB-D899-BF9C-147A69FA4780}"/>
              </a:ext>
            </a:extLst>
          </p:cNvPr>
          <p:cNvSpPr/>
          <p:nvPr/>
        </p:nvSpPr>
        <p:spPr>
          <a:xfrm>
            <a:off x="2189551" y="621293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Find rooted nodes</a:t>
            </a: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858F09F9-E153-5DAB-3D47-EAE64D765616}"/>
              </a:ext>
            </a:extLst>
          </p:cNvPr>
          <p:cNvSpPr/>
          <p:nvPr/>
        </p:nvSpPr>
        <p:spPr>
          <a:xfrm>
            <a:off x="2189551" y="1126459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Parallel traversal</a:t>
            </a: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9E6A00C3-94A0-A8D8-3B28-A179D3DA36EB}"/>
              </a:ext>
            </a:extLst>
          </p:cNvPr>
          <p:cNvSpPr/>
          <p:nvPr/>
        </p:nvSpPr>
        <p:spPr>
          <a:xfrm>
            <a:off x="2189551" y="1643015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Revision results</a:t>
            </a:r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C55B35-2692-8FB5-61DF-B347FC988154}"/>
              </a:ext>
            </a:extLst>
          </p:cNvPr>
          <p:cNvCxnSpPr>
            <a:cxnSpLocks/>
            <a:stCxn id="502" idx="2"/>
            <a:endCxn id="503" idx="0"/>
          </p:cNvCxnSpPr>
          <p:nvPr/>
        </p:nvCxnSpPr>
        <p:spPr>
          <a:xfrm>
            <a:off x="2766581" y="868181"/>
            <a:ext cx="0" cy="25827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70A47E31-48C0-AF3A-8281-D24BEE1CB165}"/>
              </a:ext>
            </a:extLst>
          </p:cNvPr>
          <p:cNvCxnSpPr>
            <a:cxnSpLocks/>
            <a:stCxn id="503" idx="2"/>
            <a:endCxn id="504" idx="0"/>
          </p:cNvCxnSpPr>
          <p:nvPr/>
        </p:nvCxnSpPr>
        <p:spPr>
          <a:xfrm>
            <a:off x="2766581" y="1373347"/>
            <a:ext cx="0" cy="26966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427FDB62-C18E-1A7B-7951-0F7551DEC125}"/>
              </a:ext>
            </a:extLst>
          </p:cNvPr>
          <p:cNvSpPr/>
          <p:nvPr/>
        </p:nvSpPr>
        <p:spPr>
          <a:xfrm>
            <a:off x="4928230" y="818241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4A384403-95AB-3380-1394-003E5FC0523A}"/>
              </a:ext>
            </a:extLst>
          </p:cNvPr>
          <p:cNvSpPr/>
          <p:nvPr/>
        </p:nvSpPr>
        <p:spPr>
          <a:xfrm>
            <a:off x="4928230" y="1065129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9DE00467-FB52-9299-0CED-DF7048A43ABA}"/>
              </a:ext>
            </a:extLst>
          </p:cNvPr>
          <p:cNvSpPr/>
          <p:nvPr/>
        </p:nvSpPr>
        <p:spPr>
          <a:xfrm>
            <a:off x="4928230" y="131201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C4E8890B-99C8-D38B-21DC-FFBDAA35BE6C}"/>
              </a:ext>
            </a:extLst>
          </p:cNvPr>
          <p:cNvSpPr/>
          <p:nvPr/>
        </p:nvSpPr>
        <p:spPr>
          <a:xfrm>
            <a:off x="4928230" y="1558905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4DA089FF-B080-D80C-D25A-8BDD8E557579}"/>
              </a:ext>
            </a:extLst>
          </p:cNvPr>
          <p:cNvSpPr/>
          <p:nvPr/>
        </p:nvSpPr>
        <p:spPr>
          <a:xfrm>
            <a:off x="3995027" y="818241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7930AAB-73DC-6134-4D2A-7DE169E3839F}"/>
              </a:ext>
            </a:extLst>
          </p:cNvPr>
          <p:cNvSpPr/>
          <p:nvPr/>
        </p:nvSpPr>
        <p:spPr>
          <a:xfrm>
            <a:off x="3995027" y="1065129"/>
            <a:ext cx="268523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A8B1053D-0F0E-1563-3A61-D09F9F65C174}"/>
              </a:ext>
            </a:extLst>
          </p:cNvPr>
          <p:cNvSpPr/>
          <p:nvPr/>
        </p:nvSpPr>
        <p:spPr>
          <a:xfrm>
            <a:off x="3995027" y="1312017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</a:p>
        </p:txBody>
      </p: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64DF0E09-0F98-3BF6-3D96-322324023FF3}"/>
              </a:ext>
            </a:extLst>
          </p:cNvPr>
          <p:cNvCxnSpPr>
            <a:cxnSpLocks/>
            <a:stCxn id="515" idx="3"/>
            <a:endCxn id="511" idx="1"/>
          </p:cNvCxnSpPr>
          <p:nvPr/>
        </p:nvCxnSpPr>
        <p:spPr>
          <a:xfrm>
            <a:off x="4263551" y="941685"/>
            <a:ext cx="664679" cy="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F2E7B81E-E551-42DD-5156-A09EDBF8FABD}"/>
              </a:ext>
            </a:extLst>
          </p:cNvPr>
          <p:cNvCxnSpPr>
            <a:cxnSpLocks/>
            <a:stCxn id="515" idx="3"/>
            <a:endCxn id="512" idx="1"/>
          </p:cNvCxnSpPr>
          <p:nvPr/>
        </p:nvCxnSpPr>
        <p:spPr>
          <a:xfrm>
            <a:off x="4263551" y="941685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C17189CA-7DC5-E0EA-8F45-3C73EC56F0A5}"/>
              </a:ext>
            </a:extLst>
          </p:cNvPr>
          <p:cNvCxnSpPr>
            <a:cxnSpLocks/>
            <a:stCxn id="516" idx="3"/>
            <a:endCxn id="513" idx="1"/>
          </p:cNvCxnSpPr>
          <p:nvPr/>
        </p:nvCxnSpPr>
        <p:spPr>
          <a:xfrm>
            <a:off x="4263550" y="1188573"/>
            <a:ext cx="664680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Straight Arrow Connector 527">
            <a:extLst>
              <a:ext uri="{FF2B5EF4-FFF2-40B4-BE49-F238E27FC236}">
                <a16:creationId xmlns:a16="http://schemas.microsoft.com/office/drawing/2014/main" id="{0CBDAC1F-8F4E-AFF0-D2D8-A6E9F006ABC4}"/>
              </a:ext>
            </a:extLst>
          </p:cNvPr>
          <p:cNvCxnSpPr>
            <a:cxnSpLocks/>
            <a:stCxn id="517" idx="3"/>
            <a:endCxn id="514" idx="1"/>
          </p:cNvCxnSpPr>
          <p:nvPr/>
        </p:nvCxnSpPr>
        <p:spPr>
          <a:xfrm>
            <a:off x="4263551" y="1435461"/>
            <a:ext cx="664679" cy="246888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Rectangle 541">
            <a:extLst>
              <a:ext uri="{FF2B5EF4-FFF2-40B4-BE49-F238E27FC236}">
                <a16:creationId xmlns:a16="http://schemas.microsoft.com/office/drawing/2014/main" id="{61E553E4-37EE-CD62-7FCE-032090D190C7}"/>
              </a:ext>
            </a:extLst>
          </p:cNvPr>
          <p:cNvSpPr/>
          <p:nvPr/>
        </p:nvSpPr>
        <p:spPr>
          <a:xfrm>
            <a:off x="5535753" y="634708"/>
            <a:ext cx="1163497" cy="12551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F61FAB0F-5891-4466-C39C-D751CCA9F6F8}"/>
              </a:ext>
            </a:extLst>
          </p:cNvPr>
          <p:cNvSpPr txBox="1"/>
          <p:nvPr/>
        </p:nvSpPr>
        <p:spPr>
          <a:xfrm>
            <a:off x="3740655" y="604242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58E4614-D8FF-CBA9-49B9-7250C3F04539}"/>
              </a:ext>
            </a:extLst>
          </p:cNvPr>
          <p:cNvSpPr txBox="1"/>
          <p:nvPr/>
        </p:nvSpPr>
        <p:spPr>
          <a:xfrm>
            <a:off x="4652056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D83F9A28-7A0C-8E6A-88B9-ACC5BAFE5472}"/>
              </a:ext>
            </a:extLst>
          </p:cNvPr>
          <p:cNvSpPr txBox="1"/>
          <p:nvPr/>
        </p:nvSpPr>
        <p:spPr>
          <a:xfrm>
            <a:off x="5714791" y="610139"/>
            <a:ext cx="96399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7209118-5230-8665-44E5-15E67F37FCFD}"/>
              </a:ext>
            </a:extLst>
          </p:cNvPr>
          <p:cNvSpPr/>
          <p:nvPr/>
        </p:nvSpPr>
        <p:spPr>
          <a:xfrm>
            <a:off x="5610714" y="919994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E0AA8F0B-D92D-503A-7939-A45F815E18A9}"/>
              </a:ext>
            </a:extLst>
          </p:cNvPr>
          <p:cNvSpPr/>
          <p:nvPr/>
        </p:nvSpPr>
        <p:spPr>
          <a:xfrm>
            <a:off x="5610714" y="1261293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2" name="Straight Arrow Connector 551">
            <a:extLst>
              <a:ext uri="{FF2B5EF4-FFF2-40B4-BE49-F238E27FC236}">
                <a16:creationId xmlns:a16="http://schemas.microsoft.com/office/drawing/2014/main" id="{EB72BDF3-EECD-25CE-7929-D0F9B11A413A}"/>
              </a:ext>
            </a:extLst>
          </p:cNvPr>
          <p:cNvCxnSpPr>
            <a:cxnSpLocks/>
            <a:stCxn id="550" idx="2"/>
            <a:endCxn id="551" idx="0"/>
          </p:cNvCxnSpPr>
          <p:nvPr/>
        </p:nvCxnSpPr>
        <p:spPr>
          <a:xfrm>
            <a:off x="5744976" y="1166882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1B387219-A247-437F-F93E-6E7CBAF28168}"/>
              </a:ext>
            </a:extLst>
          </p:cNvPr>
          <p:cNvSpPr/>
          <p:nvPr/>
        </p:nvSpPr>
        <p:spPr>
          <a:xfrm>
            <a:off x="5616051" y="1602742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268737BE-C735-A2DC-18A6-1F1641226607}"/>
              </a:ext>
            </a:extLst>
          </p:cNvPr>
          <p:cNvCxnSpPr>
            <a:cxnSpLocks/>
            <a:endCxn id="556" idx="0"/>
          </p:cNvCxnSpPr>
          <p:nvPr/>
        </p:nvCxnSpPr>
        <p:spPr>
          <a:xfrm>
            <a:off x="5744976" y="1508181"/>
            <a:ext cx="5337" cy="945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8305DDA-E1A1-2D40-2991-3016575CBA94}"/>
              </a:ext>
            </a:extLst>
          </p:cNvPr>
          <p:cNvSpPr/>
          <p:nvPr/>
        </p:nvSpPr>
        <p:spPr>
          <a:xfrm>
            <a:off x="5957425" y="922627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380CC55-86A5-C928-AAA0-8378C7BBCBA8}"/>
              </a:ext>
            </a:extLst>
          </p:cNvPr>
          <p:cNvSpPr/>
          <p:nvPr/>
        </p:nvSpPr>
        <p:spPr>
          <a:xfrm>
            <a:off x="6304136" y="920278"/>
            <a:ext cx="268524" cy="2468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3FEDD257-3ED8-668D-D6CB-10A9480A6D71}"/>
              </a:ext>
            </a:extLst>
          </p:cNvPr>
          <p:cNvSpPr/>
          <p:nvPr/>
        </p:nvSpPr>
        <p:spPr>
          <a:xfrm>
            <a:off x="6304136" y="1267735"/>
            <a:ext cx="268524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b4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566" name="Straight Arrow Connector 565">
            <a:extLst>
              <a:ext uri="{FF2B5EF4-FFF2-40B4-BE49-F238E27FC236}">
                <a16:creationId xmlns:a16="http://schemas.microsoft.com/office/drawing/2014/main" id="{4FACC93D-F5D3-B3F8-9C88-5E760644585A}"/>
              </a:ext>
            </a:extLst>
          </p:cNvPr>
          <p:cNvCxnSpPr>
            <a:cxnSpLocks/>
            <a:endCxn id="565" idx="0"/>
          </p:cNvCxnSpPr>
          <p:nvPr/>
        </p:nvCxnSpPr>
        <p:spPr>
          <a:xfrm>
            <a:off x="6438398" y="1169515"/>
            <a:ext cx="0" cy="98220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082284A5-17DE-AB8B-DB8A-97D0D5F3B09A}"/>
              </a:ext>
            </a:extLst>
          </p:cNvPr>
          <p:cNvSpPr txBox="1"/>
          <p:nvPr/>
        </p:nvSpPr>
        <p:spPr>
          <a:xfrm>
            <a:off x="2189551" y="2443268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W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ork flow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4884DEDB-D78F-B62D-151B-34485496FBA2}"/>
              </a:ext>
            </a:extLst>
          </p:cNvPr>
          <p:cNvSpPr txBox="1"/>
          <p:nvPr/>
        </p:nvSpPr>
        <p:spPr>
          <a:xfrm>
            <a:off x="4811316" y="245353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Detailed work flow</a:t>
            </a:r>
          </a:p>
        </p:txBody>
      </p:sp>
    </p:spTree>
    <p:extLst>
      <p:ext uri="{BB962C8B-B14F-4D97-AF65-F5344CB8AC3E}">
        <p14:creationId xmlns:p14="http://schemas.microsoft.com/office/powerpoint/2010/main" val="2847893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CE675A-8675-FD92-5683-9B300834D634}"/>
              </a:ext>
            </a:extLst>
          </p:cNvPr>
          <p:cNvSpPr txBox="1"/>
          <p:nvPr/>
        </p:nvSpPr>
        <p:spPr>
          <a:xfrm>
            <a:off x="1634253" y="2824196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BCT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0637DB-461B-5125-B2ED-3CE4249012EC}"/>
              </a:ext>
            </a:extLst>
          </p:cNvPr>
          <p:cNvCxnSpPr>
            <a:cxnSpLocks/>
            <a:stCxn id="6" idx="3"/>
            <a:endCxn id="14" idx="0"/>
          </p:cNvCxnSpPr>
          <p:nvPr/>
        </p:nvCxnSpPr>
        <p:spPr>
          <a:xfrm flipH="1">
            <a:off x="1889273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0775A27-EA76-E51F-0143-B3ABC5465D34}"/>
              </a:ext>
            </a:extLst>
          </p:cNvPr>
          <p:cNvSpPr/>
          <p:nvPr/>
        </p:nvSpPr>
        <p:spPr>
          <a:xfrm>
            <a:off x="2197780" y="1643493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E8E119-94C1-C064-1723-FBA980233287}"/>
              </a:ext>
            </a:extLst>
          </p:cNvPr>
          <p:cNvSpPr/>
          <p:nvPr/>
        </p:nvSpPr>
        <p:spPr>
          <a:xfrm>
            <a:off x="1781160" y="2403664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6598B3-96C6-CAF5-1091-12E3AC7CEFB7}"/>
              </a:ext>
            </a:extLst>
          </p:cNvPr>
          <p:cNvCxnSpPr>
            <a:cxnSpLocks/>
            <a:stCxn id="6" idx="4"/>
            <a:endCxn id="15" idx="0"/>
          </p:cNvCxnSpPr>
          <p:nvPr/>
        </p:nvCxnSpPr>
        <p:spPr>
          <a:xfrm>
            <a:off x="2305892" y="1853947"/>
            <a:ext cx="0" cy="145585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D0577E92-851E-EC8F-A89F-68A5124249EB}"/>
              </a:ext>
            </a:extLst>
          </p:cNvPr>
          <p:cNvSpPr/>
          <p:nvPr/>
        </p:nvSpPr>
        <p:spPr>
          <a:xfrm>
            <a:off x="2614399" y="1999532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B5524C-485A-F291-741F-CFFDCE999928}"/>
              </a:ext>
            </a:extLst>
          </p:cNvPr>
          <p:cNvCxnSpPr>
            <a:cxnSpLocks/>
            <a:stCxn id="14" idx="2"/>
            <a:endCxn id="7" idx="0"/>
          </p:cNvCxnSpPr>
          <p:nvPr/>
        </p:nvCxnSpPr>
        <p:spPr>
          <a:xfrm>
            <a:off x="1889273" y="2209989"/>
            <a:ext cx="0" cy="193676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DCCD99-437B-A2AB-7603-D1A68AF75120}"/>
              </a:ext>
            </a:extLst>
          </p:cNvPr>
          <p:cNvCxnSpPr>
            <a:cxnSpLocks/>
            <a:stCxn id="6" idx="5"/>
            <a:endCxn id="9" idx="0"/>
          </p:cNvCxnSpPr>
          <p:nvPr/>
        </p:nvCxnSpPr>
        <p:spPr>
          <a:xfrm>
            <a:off x="2382338" y="1823130"/>
            <a:ext cx="340172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AD7CCF-B808-0FAD-CA69-584F3E8D8671}"/>
              </a:ext>
            </a:extLst>
          </p:cNvPr>
          <p:cNvCxnSpPr>
            <a:cxnSpLocks/>
            <a:stCxn id="9" idx="4"/>
            <a:endCxn id="16" idx="0"/>
          </p:cNvCxnSpPr>
          <p:nvPr/>
        </p:nvCxnSpPr>
        <p:spPr>
          <a:xfrm>
            <a:off x="2722510" y="2209989"/>
            <a:ext cx="0" cy="176403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FBAE84-C11A-6C09-85F9-DCCE5C8DED20}"/>
              </a:ext>
            </a:extLst>
          </p:cNvPr>
          <p:cNvSpPr txBox="1"/>
          <p:nvPr/>
        </p:nvSpPr>
        <p:spPr>
          <a:xfrm>
            <a:off x="3514946" y="2822384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Detailed work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6E57-3B59-C790-B51C-69617DE2BC44}"/>
              </a:ext>
            </a:extLst>
          </p:cNvPr>
          <p:cNvSpPr/>
          <p:nvPr/>
        </p:nvSpPr>
        <p:spPr>
          <a:xfrm>
            <a:off x="178116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94F24-B5DA-12EE-D697-BB6E0AE216FF}"/>
              </a:ext>
            </a:extLst>
          </p:cNvPr>
          <p:cNvSpPr/>
          <p:nvPr/>
        </p:nvSpPr>
        <p:spPr>
          <a:xfrm>
            <a:off x="2197780" y="1999532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BEFDAA-77FA-2573-306B-749D2ADE727A}"/>
              </a:ext>
            </a:extLst>
          </p:cNvPr>
          <p:cNvSpPr/>
          <p:nvPr/>
        </p:nvSpPr>
        <p:spPr>
          <a:xfrm>
            <a:off x="2614399" y="2386391"/>
            <a:ext cx="216226" cy="2104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28B254-33EB-DBE1-A412-1702D0FDFB50}"/>
              </a:ext>
            </a:extLst>
          </p:cNvPr>
          <p:cNvSpPr/>
          <p:nvPr/>
        </p:nvSpPr>
        <p:spPr>
          <a:xfrm>
            <a:off x="3839673" y="1522972"/>
            <a:ext cx="695191" cy="12215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6273D1-462D-4865-40AD-31947C2BCD30}"/>
              </a:ext>
            </a:extLst>
          </p:cNvPr>
          <p:cNvSpPr/>
          <p:nvPr/>
        </p:nvSpPr>
        <p:spPr>
          <a:xfrm>
            <a:off x="3013376" y="1521479"/>
            <a:ext cx="802759" cy="12149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7BF4D-7742-E02D-87BD-C7FED3B11048}"/>
              </a:ext>
            </a:extLst>
          </p:cNvPr>
          <p:cNvSpPr/>
          <p:nvPr/>
        </p:nvSpPr>
        <p:spPr>
          <a:xfrm>
            <a:off x="3989560" y="1819342"/>
            <a:ext cx="266132" cy="26161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0CE068-9643-87C8-DC66-E38F8353EF9B}"/>
              </a:ext>
            </a:extLst>
          </p:cNvPr>
          <p:cNvSpPr/>
          <p:nvPr/>
        </p:nvSpPr>
        <p:spPr>
          <a:xfrm>
            <a:off x="3987168" y="2150120"/>
            <a:ext cx="268523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0F3319-2426-C97D-BC1E-94F6ECE3D8A5}"/>
              </a:ext>
            </a:extLst>
          </p:cNvPr>
          <p:cNvSpPr/>
          <p:nvPr/>
        </p:nvSpPr>
        <p:spPr>
          <a:xfrm>
            <a:off x="3987169" y="2454810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688A478-1744-B582-26B6-C4BD6F98C089}"/>
              </a:ext>
            </a:extLst>
          </p:cNvPr>
          <p:cNvCxnSpPr>
            <a:cxnSpLocks/>
            <a:stCxn id="33" idx="6"/>
            <a:endCxn id="19" idx="1"/>
          </p:cNvCxnSpPr>
          <p:nvPr/>
        </p:nvCxnSpPr>
        <p:spPr>
          <a:xfrm>
            <a:off x="3578312" y="1942787"/>
            <a:ext cx="411247" cy="736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561C25-7F81-9A03-3AC5-524D0FFCEE55}"/>
              </a:ext>
            </a:extLst>
          </p:cNvPr>
          <p:cNvCxnSpPr>
            <a:cxnSpLocks/>
            <a:stCxn id="33" idx="6"/>
            <a:endCxn id="20" idx="1"/>
          </p:cNvCxnSpPr>
          <p:nvPr/>
        </p:nvCxnSpPr>
        <p:spPr>
          <a:xfrm>
            <a:off x="3578312" y="1942786"/>
            <a:ext cx="408857" cy="330779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94034E-468F-8D0E-3BB6-8E6390CF3A39}"/>
              </a:ext>
            </a:extLst>
          </p:cNvPr>
          <p:cNvCxnSpPr>
            <a:cxnSpLocks/>
            <a:stCxn id="35" idx="6"/>
            <a:endCxn id="21" idx="1"/>
          </p:cNvCxnSpPr>
          <p:nvPr/>
        </p:nvCxnSpPr>
        <p:spPr>
          <a:xfrm flipV="1">
            <a:off x="3578312" y="2578253"/>
            <a:ext cx="408857" cy="4006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3D5B3-4598-7349-BE1F-3BC3E4F28FEE}"/>
              </a:ext>
            </a:extLst>
          </p:cNvPr>
          <p:cNvSpPr/>
          <p:nvPr/>
        </p:nvSpPr>
        <p:spPr>
          <a:xfrm>
            <a:off x="4559269" y="1529626"/>
            <a:ext cx="963996" cy="12215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1D36C2-64CD-6218-149A-63EB6D476746}"/>
              </a:ext>
            </a:extLst>
          </p:cNvPr>
          <p:cNvSpPr txBox="1"/>
          <p:nvPr/>
        </p:nvSpPr>
        <p:spPr>
          <a:xfrm>
            <a:off x="2946896" y="1515328"/>
            <a:ext cx="1435335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rooted nodes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BA6018-63E7-031B-D667-CD687EAF65D2}"/>
              </a:ext>
            </a:extLst>
          </p:cNvPr>
          <p:cNvSpPr txBox="1"/>
          <p:nvPr/>
        </p:nvSpPr>
        <p:spPr>
          <a:xfrm>
            <a:off x="3761543" y="1530376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traversal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D87CC9-4F17-EFEF-950F-152221B294FF}"/>
              </a:ext>
            </a:extLst>
          </p:cNvPr>
          <p:cNvSpPr txBox="1"/>
          <p:nvPr/>
        </p:nvSpPr>
        <p:spPr>
          <a:xfrm>
            <a:off x="4671927" y="1515567"/>
            <a:ext cx="963996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 results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D95DD-C985-D54F-5C8D-ABED60958840}"/>
              </a:ext>
            </a:extLst>
          </p:cNvPr>
          <p:cNvSpPr/>
          <p:nvPr/>
        </p:nvSpPr>
        <p:spPr>
          <a:xfrm>
            <a:off x="4605739" y="18232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b1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7192A0-D976-34C3-788A-129198D02FF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740001" y="2070153"/>
            <a:ext cx="0" cy="94411"/>
          </a:xfrm>
          <a:prstGeom prst="straightConnector1">
            <a:avLst/>
          </a:prstGeom>
          <a:ln w="9525" cmpd="sng">
            <a:solidFill>
              <a:schemeClr val="tx1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6EA7B-EC9E-46B8-9B01-2A3F65702396}"/>
              </a:ext>
            </a:extLst>
          </p:cNvPr>
          <p:cNvSpPr/>
          <p:nvPr/>
        </p:nvSpPr>
        <p:spPr>
          <a:xfrm>
            <a:off x="4909861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b2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D3FA3E-5821-127E-B17C-4332078045C5}"/>
              </a:ext>
            </a:extLst>
          </p:cNvPr>
          <p:cNvSpPr/>
          <p:nvPr/>
        </p:nvSpPr>
        <p:spPr>
          <a:xfrm>
            <a:off x="5224856" y="1822366"/>
            <a:ext cx="268525" cy="2468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altLang="zh-CN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b3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337EDF-986F-EC7D-1B94-B658D5A14BE6}"/>
              </a:ext>
            </a:extLst>
          </p:cNvPr>
          <p:cNvSpPr/>
          <p:nvPr/>
        </p:nvSpPr>
        <p:spPr>
          <a:xfrm>
            <a:off x="3362086" y="1837557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303B70-B622-9AF5-4F6D-505DD11DEF47}"/>
              </a:ext>
            </a:extLst>
          </p:cNvPr>
          <p:cNvSpPr/>
          <p:nvPr/>
        </p:nvSpPr>
        <p:spPr>
          <a:xfrm>
            <a:off x="3364062" y="214344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DDC9A0E-16DF-D16B-965D-4F549BDEB02B}"/>
              </a:ext>
            </a:extLst>
          </p:cNvPr>
          <p:cNvSpPr/>
          <p:nvPr/>
        </p:nvSpPr>
        <p:spPr>
          <a:xfrm>
            <a:off x="3362086" y="2477031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a3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6E5F02D-A825-B052-B800-49641BEEEF40}"/>
              </a:ext>
            </a:extLst>
          </p:cNvPr>
          <p:cNvSpPr/>
          <p:nvPr/>
        </p:nvSpPr>
        <p:spPr>
          <a:xfrm>
            <a:off x="2355788" y="1745819"/>
            <a:ext cx="45720" cy="457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897259-F8C2-E72F-0C3F-616295B676C8}"/>
              </a:ext>
            </a:extLst>
          </p:cNvPr>
          <p:cNvSpPr txBox="1"/>
          <p:nvPr/>
        </p:nvSpPr>
        <p:spPr>
          <a:xfrm>
            <a:off x="2366413" y="1638098"/>
            <a:ext cx="497079" cy="21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A12664-BA36-0798-62BA-DA50A046C9B3}"/>
              </a:ext>
            </a:extLst>
          </p:cNvPr>
          <p:cNvSpPr/>
          <p:nvPr/>
        </p:nvSpPr>
        <p:spPr>
          <a:xfrm>
            <a:off x="4631888" y="2175935"/>
            <a:ext cx="216226" cy="210456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7485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0FD2822-2804-4A88-ACFD-82293BAB37C6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48332375-0823-46b1-9656-30fa6c0cb3da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4306</TotalTime>
  <Words>1456</Words>
  <Application>Microsoft Office PowerPoint</Application>
  <PresentationFormat>Custom</PresentationFormat>
  <Paragraphs>946</Paragraphs>
  <Slides>19</Slides>
  <Notes>8</Notes>
  <HiddenSlides>16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Li, Chaoqun</cp:lastModifiedBy>
  <cp:revision>240</cp:revision>
  <cp:lastPrinted>2020-01-23T16:13:37Z</cp:lastPrinted>
  <dcterms:created xsi:type="dcterms:W3CDTF">2016-10-10T21:02:48Z</dcterms:created>
  <dcterms:modified xsi:type="dcterms:W3CDTF">2025-07-14T19:47:45Z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