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6"/>
  </p:notesMasterIdLst>
  <p:sldIdLst>
    <p:sldId id="262" r:id="rId5"/>
    <p:sldId id="272" r:id="rId6"/>
    <p:sldId id="271" r:id="rId7"/>
    <p:sldId id="270" r:id="rId8"/>
    <p:sldId id="269" r:id="rId9"/>
    <p:sldId id="268" r:id="rId10"/>
    <p:sldId id="267" r:id="rId11"/>
    <p:sldId id="256" r:id="rId12"/>
    <p:sldId id="258" r:id="rId13"/>
    <p:sldId id="257" r:id="rId14"/>
    <p:sldId id="260" r:id="rId15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1FF"/>
    <a:srgbClr val="FFD8FF"/>
    <a:srgbClr val="0432FF"/>
    <a:srgbClr val="FFAFFF"/>
    <a:srgbClr val="FF85FF"/>
    <a:srgbClr val="FFACA9"/>
    <a:srgbClr val="FF8AD8"/>
    <a:srgbClr val="0096FF"/>
    <a:srgbClr val="FF9300"/>
    <a:srgbClr val="D6D6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E69AF7-2BC6-470E-A234-5DAE34659BED}" v="58" dt="2025-07-09T20:41:32.8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878"/>
    <p:restoredTop sz="94690"/>
  </p:normalViewPr>
  <p:slideViewPr>
    <p:cSldViewPr snapToGrid="0" snapToObjects="1">
      <p:cViewPr>
        <p:scale>
          <a:sx n="125" d="100"/>
          <a:sy n="125" d="100"/>
        </p:scale>
        <p:origin x="9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AC60D-B13B-0B45-A07C-570B15FE0AA1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C3C5B-EEA2-7641-9B9E-8C8B4D8C5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24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1pPr>
    <a:lvl2pPr marL="22288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2pPr>
    <a:lvl3pPr marL="44577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3pPr>
    <a:lvl4pPr marL="66865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4pPr>
    <a:lvl5pPr marL="89154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5pPr>
    <a:lvl6pPr marL="111442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6pPr>
    <a:lvl7pPr marL="133731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7pPr>
    <a:lvl8pPr marL="1560195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8pPr>
    <a:lvl9pPr marL="1783080" algn="l" defTabSz="445770" rtl="0" eaLnBrk="1" latinLnBrk="0" hangingPunct="1">
      <a:defRPr sz="58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790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7A675-C14A-A205-B74E-D6425E54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FE500-B874-A086-31D2-8299F0605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7142A-C9B7-FBA5-19B0-6497AF138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28864-834B-3790-F65A-BF29BB42DB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28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EDCBD-4D9B-9F1A-C87D-583D0BDAE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F780F-B717-5C23-F7E6-DE2E8E180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2B86C-635B-E981-A9CD-F7F126642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AAEE6-4929-3E1A-F5CA-D26CD30526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38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29A71-06B3-D5D0-8086-20F271C68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439B66-8401-E165-5FBF-6D8F924B0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250C6-6B86-AAF9-E892-AF9A305B3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7AF23-21BC-ACA7-EC4A-D359D3DED8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8570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4EB06-9A63-2885-6142-5D3AF9907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4632D-D4E5-3911-21EE-A6794BD94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270E0-97CC-3810-5CB1-7B94B5019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BD5D4-A43B-239F-29E8-1BC8F8006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308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671AE-DDEA-D045-9986-AF0DEC01D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3BF0F6-9179-9AC6-38D8-5A54644C7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36788" y="1143000"/>
            <a:ext cx="23844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0C697-4598-E8CF-382B-871154EEF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972B4-0658-66EF-CC81-8E2B0B5357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BC3C5B-EEA2-7641-9B9E-8C8B4D8C50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45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50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7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451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52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755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41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59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86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14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98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28E0E-9328-4F48-8D95-D7DB378E6C5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8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28E0E-9328-4F48-8D95-D7DB378E6C5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6C5B1-8B6E-0548-A177-703638C2B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54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84A0EE3D-9684-F09E-9CA2-442D0A28A86E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98ABDAB1-B0DD-53DC-BE69-DFE9EE926554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4B3E0FEA-CB4F-F5F6-BEC7-22F9B70FEAED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BD5BFC92-F85A-0440-986E-3957B07DB424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682D114E-6C2F-F245-B1EC-6504EE9466AA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C23F09-41F3-5642-80CF-6ACA3E5D92E9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BE0BDCB3-15DE-C844-9C7C-24AC79A063C6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CB5B55A-2E29-174D-8EE1-AE1C069337D3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C7F83072-4439-76D3-B7A4-2392EB079AE8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70E43B43-3C57-2660-25FF-64CCB621C333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D1C792DD-2E04-DE5D-C760-AC310C1155A3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19BF1463-9ABE-436E-A036-1EEE7A8D72D5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CB82661-4FEC-240A-7A60-F27CE15FC6CA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15EF9EC-4B3A-1BFC-37D8-82C2275B94D0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8E7E1474-11B5-6695-D752-76394DB37FA2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950D092C-6DB7-92B3-FB22-0D3D12984DB1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F0800FF1-2955-2FB1-A88B-EE210E9ABAFD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2A70C690-FF2A-7835-C148-7B45E9C6D5D2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63ADF222-24D2-D8DB-8A1C-FC67979AC83F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97FFBF78-59C6-5F76-9FE4-A22AE64064E3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F62D7B80-F410-2027-23E8-616D4289C2E8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8C9022A9-35E5-E1B4-6ECF-23716A410FD5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BB210BBF-1193-1A68-2646-C99B93194E95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F5677F5A-0CC2-546E-F7DA-58567DDCAD26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8361AEF1-A5FA-6141-ABB7-39442C0870AE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599C82F4-02F1-6B1A-2258-B220E76E2435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A6EA6E5C-20A2-13D2-F48E-8A6BDA5B320C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EED83B99-2CB7-2334-A20C-A447B1D64E91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52B5ED28-5673-73A4-A067-98AF1E6033B7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A8D34172-1DB0-F105-9353-7AC606DB55D3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25B5C47F-FFC2-EC76-F78C-78F5BC5ACD2A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70973374-AD68-3794-C29B-EEB14B968FC0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C784432A-7AED-47DA-4553-8BA12B75D701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A934C526-5B5C-9663-1D41-1E87C025E6F2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048E52FE-7E3F-6CA9-CED2-E7A945B88842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A54D4B7D-983A-6C47-988A-6B5ACE1A09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16091B29-0DAF-4545-8B1F-522C466A3D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6739536E-C23B-274B-9B06-61C68EE964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B1C5648F-36F0-C349-BDD1-B68BF68A04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7500ED5E-A1B7-9E44-A33B-3ABBF623A8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32EF4475-CF51-104E-AFC8-6AC9BF1ACE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B8AA2112-B5C9-9147-BB00-7B40E7A041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2F7C4CF4-0AE0-7A4E-84E0-A5F039717E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9E6D826E-D430-D54B-BB17-648B8FBDEF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603441EF-646C-1845-A94B-01D0920305E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8AC7ABE6-2E23-D746-ACAC-6CAE85E7AD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F99C274B-CB16-6A41-BED2-F54E7B8F83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689A9357-1725-5749-86AB-DBF975A131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30FA6EF1-79DA-7C4A-9E19-D81F7D568A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62A9A487-CAEE-CC45-8636-1C3613AA7D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2F77526-45FA-A542-83FD-41CF90FBB1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4E0D4CC0-993F-2447-A279-69DB1445AB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64D8213F-3292-291C-F944-FA767334CA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30F585D0-B0FB-05B3-8523-63A3FDB1E64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41918E7-7AA9-943E-507B-127BD54C9238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D6C072B-7338-9F3D-3853-C5AB98697618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FFCE197-B41C-2871-4CEC-ADA285935699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508D670-43FC-C3E7-5066-61CD135C7FE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A3D1C72-2DE2-2B87-CE7C-A0A983CED051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4A80673-310D-1DC1-7155-BB3799A29F55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ACBD10C-BB93-C9A5-B51B-A16C3C7659D4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852DE17-B5B2-377C-0732-0E1B9222F171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46B7D29D-B6F0-3B13-C25C-B86694DFF181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2257ECD3-6DE4-56DF-E76E-3F975D4629D7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2B254992-95D9-A169-7C11-377D047B7600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7A7BCBB8-8127-5472-263F-01D6A11E932C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872577DC-91D6-2B30-BB2B-D478C688EB68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B3B8738-E9AE-34B0-B8BC-0049540C35BE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6D5430D3-813C-D001-966E-08FB74949EBF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0BA4F91C-F85E-5509-ED84-610E8CD43011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B087F031-4882-1900-D0B9-6BE678A63281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4BB8A476-25D0-3054-53FE-DC78DDF31C59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E3D3EF30-70E2-D10E-1D33-6E9B1FBD5A2E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1D40D2F1-6329-5AA5-6264-A1885CD44386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A11E95C0-8F32-D7CB-9756-D4D22785943B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D81FB547-6573-0358-DEB9-4A83AD06C96A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E9EB59AA-5D75-2674-1DFB-01BA1182AC84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417F85F9-5DAD-BF99-0421-FD100E9C80C6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0EA3EAF7-8268-5C9E-1785-C7924EF30FE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343ACC75-69F4-8028-23E9-4643AEB139B3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34659F4D-5B68-BB8E-C493-34BED9BA11FF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B1908594-C231-0CAE-4F96-B5756A5B496C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A493DAF-9C07-DB7B-A886-AFAE0F10F795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7BDA0760-30C2-E9F8-2EAB-2A371D644598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12FF5B72-A5C8-52FB-EEAF-F8F7126187E9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347C6C67-E76E-6BD4-A70C-B49D12AF74D0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9DC5380A-D00F-B894-C496-6678243C7C8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E05DA7E8-0A3D-1B18-2761-F7BA94C055B9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7BE77723-DBAA-7579-3D4C-A06426D0C80A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CFE4B26B-B953-2C93-4CDE-0807433D4CC5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1FC85CCE-711D-4E69-EFDD-EEF0D38FDF56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A7C3667-51E0-4260-1F16-E89F72632D84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BB9C092A-0E57-51FE-A6F3-7F0A9651E18D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15E8F073-2214-FA81-EC39-950883007AA3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9D92F4D2-806D-FA01-23C2-950AB2544491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5BA72EDA-8B0A-0A61-6E5B-BA15E77EA38F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F0F173D-7B45-19C8-62C3-FB3DF2C17888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5C7F81E-018D-0496-754A-6B4543E16A7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06E7F55D-3C34-45AB-1A8D-2D13AA0BFAA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013FD850-4F02-D74C-198A-0231D97273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7C353E84-04D1-22A0-6ACF-8EA43E86E8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60A6B1E5-5EA8-595F-0A8F-1ECFED8357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517B459F-6EE1-EB1F-6FAB-DBAC8B5759B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3389E1EF-1CEC-ACA4-DFDA-6D09ACAF73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E2BC5AE0-4D49-EDA7-B97B-7CE6E0960F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F519273A-589F-820B-4942-1761665D6A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CE217DA3-187B-2A24-5CC8-BC160C2757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9C48CFD8-2583-FD63-C735-24A903BBD1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C53A3EC5-6EA0-140C-50BB-13348281A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0ED5F1C2-984A-9BBE-1D46-11E49EBAC3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D8DE9171-E957-9E73-D014-529C5CBE7B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CB0DEFEE-B983-9FFA-BED5-D3AA9D145C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40A2FB8-E8E3-0BE8-4DF7-9913700B43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2F62C99D-3C53-1037-B17F-F0DDD20425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0259FEF1-5FD7-D8B9-C4BB-BEE8F787C5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1D6C8F7A-7C2C-5222-9072-54F259DD3D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C45E1AFF-93D7-DDFD-B76B-BE4030C319D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27EE9658-3D9C-D6E9-1866-9DEDBB15C0EC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07498CA7-3B12-28BA-819A-4D6AEFE4AAA8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D02D8E0-3626-F628-67FD-E18510431CFC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3921BA3A-7186-B2F8-DA8E-F62099D6C1F5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C29942D7-1BAB-4F57-621E-71F2B44A20CB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D21329B-9AD8-D7CD-1584-36B37D3134B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0C296C77-0B6E-6E64-282F-5DD8E6040FC2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6E632AC4-F25F-CFD0-C09C-1E24832B329A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48B8F874-CBD4-A280-7353-62F22BAE7202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CEF9E38E-3FA8-CA9B-8C01-12D2A1957D4B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A9EBD071-0AC5-EA0E-31CE-DA373B2D7EA8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1345A5EF-0DE8-9464-4240-9595D252EFFF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EA59A700-7461-B15B-690C-2B53336826BB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2AA99A29-9E63-C284-8791-F146E394541C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6BCCCB02-5B38-4D7D-AC0E-A0EE519F242F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6718C97E-E50F-14E6-2CDC-77DD084428B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577D3DB6-20F6-2DD2-7FDE-8A891A5B898F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5F7C485E-AA99-3307-5541-D48731CF0854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E74BB2A8-A174-DED9-918C-2369E9F56A5B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04EDF93D-014A-18DB-6EDC-8AB499B5239E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1BF81E9A-79DD-E05D-25FA-C78AA6B2E5D1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AB608BAB-85A6-8D9A-F8DA-392B1F97576F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8DDE29F1-9042-69DA-DF81-FDC8CF6621C1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28B0720D-FC26-1746-2927-6559EEE2608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DDF35132-3F9D-4776-FD7C-BE0108AD15ED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28704A62-8AF8-CFD3-58D6-B12CDC048376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5EBEEE1B-0358-50E2-C7CB-96E66615D74D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A068CFBF-A5C9-31B8-F744-A773DF5CFD56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2C03DDDA-E6FD-E4C5-DFC6-F1346323E05E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DE5AFF34-5C1D-739E-F781-DF469F745E50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83986293-5A69-4B83-160D-F85CDBC0F182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683DBA28-1EA7-362C-6C7D-B87070BF0044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BCF859AD-9C52-3A5B-1400-94CCBD5BFF4E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12A3AB7D-9829-0861-5FEB-0AC4F53B0683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248A1246-F253-4B83-9AAE-2C99F8174DC8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960E5484-84C5-688C-EB3E-6CB81D703808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62EA441A-7807-6BC0-D2FD-8995DDE0391C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F565A5C4-2E2F-9C65-6366-C9B9769505CF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5ED4163B-37D8-FC92-3C37-3DDC4E750665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8A8D6FE0-AF4F-1F87-BA74-C8EC6A969300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E2FC247F-B14D-568E-2D6A-E99DCBCD21A1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BC5A76FD-442F-9E05-1113-7D44353367D1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2D2FB9B3-E6CA-E406-6236-95372955E971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EA7CDE8-977F-4EE0-4295-8D279C73CB8F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7FF0BC09-9497-AC0D-454C-9F0B0F547FC5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2BD61CAF-4F43-2843-B3DB-D4118F06FA82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3E840FDA-9EE6-D348-0EC5-A3107E18D45B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094CD5B4-BA4B-97C8-DF63-45AADA6AD0F7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A0FF691C-1C66-F543-59B8-5DDE5571C536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E7E88F6C-52A8-4FD4-A26B-615CE0C1B575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85CFFDEE-E4D0-4B12-0B2B-22CBD90FBFBE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44655E99-C48E-86C2-B316-CEB701B70B22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A27985DE-59FE-DF24-CBBE-EF35EE7729BA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69BD4CEE-2F4D-2CE1-19EC-EC9194B6C559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404A0C7B-9982-4AD4-9E25-E127FEC09965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9860EA39-B839-A9D3-6E38-852AB62850F1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0BF4C486-2394-0AAF-9E01-ADB34772A516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2D9786DC-A7EF-E882-2A32-FDA28F90A478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24E1FD36-55E7-6DB7-7422-2DC63C1A2E37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E0CEBAD1-D752-E965-C9C1-DFF307678912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E9D48D71-6F0F-A7F6-33E0-FBAD5027FCDD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34993551-9382-4CE6-ACC2-CBECDBC0B840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9DA67641-3097-B1C8-E393-D651770B933A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20B02563-009C-1E02-60A7-9A8ED1B9C47E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C292DFEF-3804-2789-3245-4BE02F02F24D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A66C7485-AF6B-3F71-863A-78EB08DAF6AD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DC35C86E-0E7E-A992-EF25-A59C4B2442FD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1302645A-0281-6FF4-F519-C88D8360CD00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197B0340-C0C7-4C94-2CEC-942E6CD78F3D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0F14167E-04A7-6E71-BDF6-29A51C75DB94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F6E0BDCA-A719-1180-8A9B-BC2D1CB57D26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3EF7C927-953D-32FF-4DF8-69AC63CA08E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70934810-F949-36A2-8B75-99F88B2B67DA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30853180-703D-E5B8-1580-908217E04C86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29A9CDB9-412D-DA32-57C5-C445A07BCF4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F073760E-AFD0-AB84-AC0E-586D1B9B336B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6BDA62BD-8079-1B87-01C7-796BF5C923E9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11E6FF39-A74F-4E7B-6633-074897BD6FF4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56A13644-8518-77A7-421E-9BE496E8698A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F7273280-FE20-3C7D-DC27-D0901F866C51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0AAA6078-60F5-9A3C-FA3D-2EA50EEC5EFA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D77A5FD3-B539-2B4C-4F00-E3E61391E80E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B81971AD-7F5A-30FC-99E5-D9AA184CC6DD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E32DBFFE-AC7F-4192-72DA-3643DB91CC44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04DE9407-EAB9-6579-7D8B-3851D62607E8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580AAA37-673C-E6ED-05B8-413F1D6B6569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2B8A5F01-EF21-0CA9-2387-B6B94385BC8F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9565B730-EBEF-A50E-FED4-E0322096F289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08FE69CB-3B54-C533-D4EB-F7DF4741DBD2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F7988186-ED2B-01C8-A680-CDF2C6424205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75FBD309-6C0A-10FC-4B54-5A4284BF6520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48407B29-D1BB-3666-CC51-C46DD2522782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4ECA8C36-DA9F-6366-4459-B84A09D32024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119346B8-5E03-D3E6-8C34-371EFC1B8B26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2" name="TextBox 931">
            <a:extLst>
              <a:ext uri="{FF2B5EF4-FFF2-40B4-BE49-F238E27FC236}">
                <a16:creationId xmlns:a16="http://schemas.microsoft.com/office/drawing/2014/main" id="{3C20FC62-D6A5-E1CA-5A97-2CA8ABCA1DA8}"/>
              </a:ext>
            </a:extLst>
          </p:cNvPr>
          <p:cNvSpPr txBox="1"/>
          <p:nvPr/>
        </p:nvSpPr>
        <p:spPr>
          <a:xfrm>
            <a:off x="5427375" y="1757151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3" name="TextBox 932">
            <a:extLst>
              <a:ext uri="{FF2B5EF4-FFF2-40B4-BE49-F238E27FC236}">
                <a16:creationId xmlns:a16="http://schemas.microsoft.com/office/drawing/2014/main" id="{AAB00E98-5BE3-4DA9-E240-4F12E909CBB9}"/>
              </a:ext>
            </a:extLst>
          </p:cNvPr>
          <p:cNvSpPr txBox="1"/>
          <p:nvPr/>
        </p:nvSpPr>
        <p:spPr>
          <a:xfrm>
            <a:off x="5725827" y="1753033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876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8B2E5-F890-62F3-FC98-4D625FDC9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39832FA8-DFA3-ED5B-9C3F-0385355C685A}"/>
              </a:ext>
            </a:extLst>
          </p:cNvPr>
          <p:cNvSpPr/>
          <p:nvPr/>
        </p:nvSpPr>
        <p:spPr>
          <a:xfrm>
            <a:off x="4031204" y="138118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CA8E41F8-B973-4426-DB9D-ED82DDA39556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75F49E-FFC2-73B9-A9D6-1202937FDFD4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8B68AF4E-8131-A6AB-BA2C-9EE2BC3334B4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3532556-44FF-E1BE-A6FB-5D868574C536}"/>
              </a:ext>
            </a:extLst>
          </p:cNvPr>
          <p:cNvSpPr txBox="1"/>
          <p:nvPr/>
        </p:nvSpPr>
        <p:spPr>
          <a:xfrm>
            <a:off x="4504406" y="2582262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D0AC16BD-72C6-D254-7B08-C9F9272CECBE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AEBEEE7B-B2F1-BFC2-8AC2-AA7025053C8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AC57C034-09B1-BBD8-90DB-24956889B1BE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416C93AA-2ADA-5D51-7F18-4555AAC87050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CD453472-5C8D-BC9E-F2CD-847FFC86CC98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B8ECFDD7-56F0-4937-A9B7-9B634699CF84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BA446A3F-3392-E658-A0D9-BC4E348217F8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1AD1364-F708-D744-0907-48B38DA888F1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488C7E19-628C-ECAE-1D61-B9C992A171DA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FED33521-DD08-D1B6-E059-4B500F63535D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388D9B86-6FF8-BE3E-0B80-0695134DA797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6945D435-C698-6163-8D83-BF9656C98932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2A7B498F-77C0-3EC1-B111-8239DB53723F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18534DBF-08AF-70CF-F636-E367B3C4911A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159B6C5B-6708-1EF1-5BF5-61605864D606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4E41917A-9B5C-8DA1-3DB9-91BB866F490A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5754DD76-A589-4E0C-9F36-D06B643DAD98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8766B7A9-F661-7584-1FE7-9798F5ADCB04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51603600-CE57-6CA2-C6F9-9338A743EFE7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AA7E93CA-AE19-46C8-5202-0C7DA7B8C3A8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ED98F656-9170-17C9-332B-FC4C7DBC944C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65D37159-3A3D-5C71-1F3B-ED7898C0A61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11987A2-246A-7817-A3F1-82CFC2D4F870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1AD39399-38F7-AC21-AEA0-76A4AF0F86F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65D47963-6229-124B-79A8-42CB979E9C9D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DEB8D7E8-82A9-9C6D-529B-CDF97FFD4B4F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A73D0BE6-D7B5-A667-298A-62B173B6A9D5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8E1D522-9F14-49D5-216E-48B96A2E61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BF444D64-B482-449C-CCFA-26ECF530C1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5BE98711-834E-94B4-1B3D-402AEB9C607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2D9EDD36-2FAA-1907-7D23-6C226C5F87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B836C2DB-32ED-4BA5-8E0D-6B4682188C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7EF7F5AF-6BE7-A835-A275-C5CB12DAF9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61A01BF0-F2B5-8ABD-388F-B4FEDB3FA56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CC0EF575-A8E1-3516-5367-23092936B6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C8E6AF41-148E-4C02-9097-B12D2E19D7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083A32C8-8BAB-DD1A-5AFB-EE5845EE6A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B54FCA19-D719-0D2B-0796-22A2D70F78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CB457988-D88F-7129-C4DC-FDB347D2F7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A2CD8D7A-FDE5-FD20-9284-78363B5822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FD44D0E2-6316-A71E-718B-B76A0C3A91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9870B76-E919-408E-B47C-A5A85F4F93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B8A434B4-18E9-BCE8-2F2D-759EBDF561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27B94E6A-852E-DA4C-EE5A-E2CE592567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9A7A7F16-FAEA-F4A1-6051-D8D9353920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F0D91DC0-061F-CDAE-3F11-598EEFCB794C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D6193D1-B788-3F16-D75E-C8DBE57C8101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D61619D-D7CC-601F-7540-3D9442A305B3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266B4AE-85A7-4289-D205-97B8E8C8B390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674F37D-3121-C406-3BEF-B164DCD0F25F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A875EA5-11E2-A3E6-C998-9025C33BDBAB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4EE8597-05E2-7A33-249E-B82DCF36EBA8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B1AFDC2-DFF1-900F-4036-8BEADDA1EB41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1E62CBA-D98E-C203-D09B-646C20F13F89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70416E6-73F5-21FE-E3D2-2A1C66395698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B6B9AC4C-E278-74F6-028C-79243AADD7CC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CF0F3A8C-195D-2829-D937-3E299798CB60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3370430B-A205-5B5D-15A4-7E54BE90EC27}"/>
              </a:ext>
            </a:extLst>
          </p:cNvPr>
          <p:cNvGrpSpPr/>
          <p:nvPr/>
        </p:nvGrpSpPr>
        <p:grpSpPr>
          <a:xfrm>
            <a:off x="2128497" y="532142"/>
            <a:ext cx="1902707" cy="1905425"/>
            <a:chOff x="1975378" y="774198"/>
            <a:chExt cx="1536253" cy="1499018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69CEE37F-62C7-4761-B748-870683E861B6}"/>
                </a:ext>
              </a:extLst>
            </p:cNvPr>
            <p:cNvSpPr/>
            <p:nvPr/>
          </p:nvSpPr>
          <p:spPr>
            <a:xfrm>
              <a:off x="2719174" y="1387066"/>
              <a:ext cx="668174" cy="83084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1D07B120-9364-3B0F-F2FC-E4F5B0A2BDE9}"/>
                </a:ext>
              </a:extLst>
            </p:cNvPr>
            <p:cNvSpPr/>
            <p:nvPr/>
          </p:nvSpPr>
          <p:spPr>
            <a:xfrm>
              <a:off x="1975378" y="774198"/>
              <a:ext cx="1536253" cy="1499018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ED75AAD1-4E57-23BB-FDF5-4ECD20C9471A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FB63B92D-341B-4A32-CBE1-608796518BF6}"/>
                </a:ext>
              </a:extLst>
            </p:cNvPr>
            <p:cNvSpPr/>
            <p:nvPr/>
          </p:nvSpPr>
          <p:spPr>
            <a:xfrm>
              <a:off x="2941411" y="816769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2F6300D-417A-DD5B-B2AB-A2AD2441D323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89093325-CBB5-5A1C-BA06-407383931E88}"/>
                </a:ext>
              </a:extLst>
            </p:cNvPr>
            <p:cNvSpPr/>
            <p:nvPr/>
          </p:nvSpPr>
          <p:spPr>
            <a:xfrm>
              <a:off x="2032000" y="823343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8A491D72-4F15-30B6-A964-751A571CC9CD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E477DE1B-7723-DFB9-BE7C-83B8669CC993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2015923A-56C5-C40A-C793-CA84967E64B6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40071751-65D8-78F2-B142-8A7A340C2ACC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7062F758-B76A-0CF8-C19D-866E2C18B93A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C97CE5CA-05FB-9232-5AA4-871392FA5B37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01D71438-FD12-CDCC-F43D-4A61BB5D6551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09D3509E-40A7-9B36-6C83-277983E144DD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940020C2-5DFB-3F9E-6E50-6697893B474F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CDB2EA4D-00F7-3791-23DA-B29C9E2469CF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94D41A24-8277-AA03-05F9-8D31D5C0A1A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3D389021-3C12-C13E-A710-90CCB621A30E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A4A1330A-C47D-209A-C740-85653EB11C27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098B2D7D-82DD-8C7D-A381-3F03363EC38A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E6FED966-718E-C90E-4095-4E25BDB97962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19C4458A-819F-D566-DA31-75AAFB704511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354CA6B2-D33C-4E4A-9104-F2CABDA5E963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D1AA7077-1B1B-4C00-C3BA-E62150699410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BAB4B622-CA13-60E3-A0A3-08AEC810D236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349440F9-5EFA-6C5C-C719-38AE5FF981D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436F45FE-55D8-8A81-A698-13AFBDAB2C67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9BB352AF-9EA8-7D5C-EA7E-95922F018FD6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37D967CE-BBE9-A1E0-3D7D-BEB8A34B3F6A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70BC878-FA41-C864-B23C-19B99A8E0505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CF1C018-406A-8666-AAD8-514670E27D35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7C96F6F-123C-E1E3-BF8B-86A2E333261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91A76E6E-1A72-03C2-5D1E-8B9ABA768D8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1FE23CDB-365B-1E80-BF46-470397DC39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5C4AA0A4-82BC-9296-BACC-13464E017A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631D1A8F-EC3B-06D5-C493-D2C6E1FF2C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BD643AF3-D31E-076D-B3FE-00E1F51A6AD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03DA3DAF-18E7-8F90-F000-BE6EE4A3E7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52486A09-D3A0-5600-BD2A-E236557BCA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67F50EAE-4A53-EA4C-D40C-51904A550EE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A6B9602-75DB-D0B4-EFB1-62CD54BA95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B85C697A-FB5B-47D1-CE25-AC5F8B1A9B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40E04C6D-F991-6675-003A-ECF551140A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84A2C694-C87B-B2FA-2F2E-7DB8AB0A40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0B11C059-90FA-2007-E735-C5B03288E44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96B26155-3D58-5F3A-0E22-9E89A08A98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1478A393-242D-BB8C-685A-113DF2EB7A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CB7E990D-839C-0B3B-1FE1-B9AA08870B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DD1E0D7B-FE2C-B51C-7447-FEC9976AC8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1FEAD8D0-7B85-E4DD-1FA8-59302C4A80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F270050D-8066-AFD9-DA9D-595488F12E9B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E15D496C-34A1-7274-9CEA-0F59C1503EAA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A5605D7E-8567-E120-AB52-BAFB992FAE04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8579A451-E32A-AB30-A69E-74485A9E9333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0E00F19-00DF-789A-28C0-98EE2A1D1F40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66CC1F91-B6C8-C953-CAC6-0FEE14813B7E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9F4CAEC7-BF71-F5E9-A26D-DC82AAC4A937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FB7F9288-2D71-EB2A-CC82-340A3D7F37F0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5A9113A9-4537-5959-CC92-AD1B35FDE86D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2519DE7A-0460-0516-3E75-59C8E1F82CC0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809CF704-2406-815C-C0AC-E3E52B9354A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5AD7DD05-3D33-F7A5-5D04-9AABB2E801DD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5EAA0A36-ACD4-1AE5-2879-3D91789711F1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EC567A73-ACB2-BADB-7C5B-03ADD844E2DE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9B6B1F67-7C98-7C94-CC38-D3BEFC7E6663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4A951C64-1C98-7A7D-99D4-470B5F21D3D7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6A76BFF3-BCF3-C7BD-5B58-60FDF22380E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79E47560-8DEC-B029-4866-171EBDFECE4C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5F6862F9-9D50-2F13-50B4-BDDDD7049446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7EA077C5-1C5C-8163-5823-30D3C976F84B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136E0951-38BA-9A71-BFF1-591E86DC8AD5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7A47F0AE-A5FA-AA24-000C-A20CD22460AC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3D2DF6A5-A6CD-18CD-4287-A467ED3EA719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B63F8AE4-7E19-86C3-FACF-56CDA49ADE1B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D5D453D3-C6D5-A791-1518-CC28BF32AE09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FEAE9090-7374-E482-A27F-5307AD3B85C5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CCDEF10C-7557-8AD8-13DA-0FF90D678285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FA5D9F42-5662-2141-5A84-1F6E44321DA4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BD06AABD-41CD-83A0-DEBB-7F327910A3A9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D23F60F7-D842-5993-2117-DD566C3FDE7D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D6267E79-4DF0-7EF3-63EF-16232C80E763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7A8FAEA0-8B19-710D-E488-745237A8E82B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0AED34E7-464D-FF5F-6CA4-6A8C9FBAFC16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7049BCC1-F828-9B95-9DB0-EBEED0863F08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8E11B6C4-1CE0-23BD-AD73-BC6D5FB4AB63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8B4DF4A7-2433-8C1D-853A-653203AFE053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634DEF1A-6B01-1EAD-3A8D-D151A87F5933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969CDDDE-2513-2145-FB21-066E492D5C80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55AB5A9E-CF82-A74E-656F-52542328F583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1B1FAD5D-1109-1378-C527-AAB6C260C0F3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C2278C47-B5E4-F396-AC24-940AD4A42C57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F6C314BC-F787-7C46-EC47-AE88046CD77F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AEF46527-E780-1111-63DB-6BD3D26FE91E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4C16109A-11C5-F1BA-C91D-94738140ED5E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C1E83FC5-CC21-2CB0-F95C-FE150FCFDA92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53539AD8-9CC4-7ED8-C4EB-FF34AC802DBE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1D3D1DDC-6F62-1CC2-2E89-1E909DD8AA02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3C5CEA22-1113-680C-D728-C6EB6C6DEEB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B49B0F9C-4212-2785-D27A-8C948E744B8B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ABA39938-41CE-917F-0FFA-17E6555F39C9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609BB7A0-7228-9569-DA8C-EA081572E62B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D7331EA9-4AF7-7004-EFC4-61457F908D96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9A9250E9-5A33-1EB3-A0EA-14B104E0C46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3FA0597A-D15C-E4F7-601F-001C003CA5CB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E7CCDABB-A36B-B8E9-8042-48F85D7238E6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A907279F-05F8-4880-8525-9E885E392B5E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A67A7F14-8668-86A1-CF38-900F26A34ED3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51F5228D-8014-2F19-B8C7-31DE4083E56E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A813ED9B-4480-804A-3C53-3297E95A4EBF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E8FDA4C0-34CB-3724-D5DF-894E8A23F607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5F0AD340-EA22-03F6-05F9-31F8C205FEE7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4985F983-66F1-2B78-3694-57F3E30C3D8F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65C69882-91A5-19F0-E4D5-983DA51BFB70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305F3AFD-344B-354F-1A39-350288F2684B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3FC13BCC-A460-F123-9635-8F557839B263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589D2AD3-2736-0DF2-70E6-5829034610E1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DFD128A0-86E2-86AA-8BFB-1A1319888896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294199D2-361B-37FA-904B-E3A35531C773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E1BABE44-606A-FC97-A2BA-419CBD0BA429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2626CBC0-77DF-C8EE-2721-40C62A7C06C6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A026E6F5-BFFE-7CCC-6416-8EF32BBE0BB2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497C6883-1981-5065-CDB3-4CAC1969C882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BDDF93D9-9854-61F7-93F1-B62D46BD3FC2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35335AA9-B480-2E2E-C077-E30619160E57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74180EF9-F84C-276A-890B-6E20041B3720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65A72EE6-6713-6A3F-CB86-F6841C883BD5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0A771683-836B-17F6-2E8E-110FE72DBE03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71C9F11A-F2C7-4B2E-16B4-2570AA85F02E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C1A40930-89B8-95D2-F54F-C9F62DA3E21C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45D4E0BD-340B-1831-EAB9-0A25C3809DA9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6FD83E2B-4BFC-6503-3029-0EFCE23948FF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7D7CC2F0-E18E-7C71-766A-02C07D57814E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05A202FA-F527-319D-DBF9-BDDEB11B54F2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1058B5CC-0B4C-7F18-D3E6-7299D9F34D71}"/>
              </a:ext>
            </a:extLst>
          </p:cNvPr>
          <p:cNvSpPr/>
          <p:nvPr/>
        </p:nvSpPr>
        <p:spPr>
          <a:xfrm>
            <a:off x="6164791" y="137629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65169E5-101A-F357-3F1D-73EBA119443D}"/>
              </a:ext>
            </a:extLst>
          </p:cNvPr>
          <p:cNvGrpSpPr/>
          <p:nvPr/>
        </p:nvGrpSpPr>
        <p:grpSpPr>
          <a:xfrm>
            <a:off x="6496021" y="582401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84EE0F3D-974D-5EB9-0C19-9D78ACC8EC89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A00401DB-9627-66C8-958B-7BBDBC0DFF04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0113D658-CE7D-8F52-0DB2-414DEC5D120D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C845F392-2E3E-B1D2-C97A-AB8EA205FC22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6BC8DA8D-EDE1-9271-7FBD-725FEAB4AE97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10587A32-8222-E7CE-3587-58EB2E5AAFC7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8F9E212A-995C-6140-7ABC-288F1B787AC3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250C4A99-881F-9797-B1EF-E9924F0783BF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DBB71A2C-6C78-C082-AD1A-158F1F378206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BA949268-73A1-C25E-5ECB-9EB7A54AEB4B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DB834DA-5E7D-D501-659F-05409819DF1D}"/>
              </a:ext>
            </a:extLst>
          </p:cNvPr>
          <p:cNvSpPr txBox="1"/>
          <p:nvPr/>
        </p:nvSpPr>
        <p:spPr>
          <a:xfrm>
            <a:off x="5435266" y="1753033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C2E52A-910D-675B-3187-32B987E948A9}"/>
              </a:ext>
            </a:extLst>
          </p:cNvPr>
          <p:cNvSpPr txBox="1"/>
          <p:nvPr/>
        </p:nvSpPr>
        <p:spPr>
          <a:xfrm>
            <a:off x="5735324" y="1757614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DB77933-CD2F-43A7-57A0-0158CEFFA14F}"/>
              </a:ext>
            </a:extLst>
          </p:cNvPr>
          <p:cNvSpPr/>
          <p:nvPr/>
        </p:nvSpPr>
        <p:spPr>
          <a:xfrm>
            <a:off x="4124900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2CA8E29-B0BF-7108-A7CE-985D15EB6843}"/>
              </a:ext>
            </a:extLst>
          </p:cNvPr>
          <p:cNvCxnSpPr>
            <a:cxnSpLocks/>
            <a:endCxn id="38" idx="2"/>
          </p:cNvCxnSpPr>
          <p:nvPr/>
        </p:nvCxnSpPr>
        <p:spPr>
          <a:xfrm>
            <a:off x="4291819" y="4115599"/>
            <a:ext cx="163039" cy="1384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470EEBD3-43BF-F3F2-EB38-64B63ECFE4BE}"/>
              </a:ext>
            </a:extLst>
          </p:cNvPr>
          <p:cNvSpPr/>
          <p:nvPr/>
        </p:nvSpPr>
        <p:spPr>
          <a:xfrm>
            <a:off x="4455170" y="4334229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5007A3E-F987-73A4-3A6D-060C1FCD9B23}"/>
              </a:ext>
            </a:extLst>
          </p:cNvPr>
          <p:cNvSpPr/>
          <p:nvPr/>
        </p:nvSpPr>
        <p:spPr>
          <a:xfrm>
            <a:off x="3792687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4DCFECF-4833-3581-672D-078E669E955A}"/>
              </a:ext>
            </a:extLst>
          </p:cNvPr>
          <p:cNvSpPr/>
          <p:nvPr/>
        </p:nvSpPr>
        <p:spPr>
          <a:xfrm>
            <a:off x="3478571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932C32-0AA5-134E-C5C2-0164506A6A05}"/>
              </a:ext>
            </a:extLst>
          </p:cNvPr>
          <p:cNvCxnSpPr>
            <a:cxnSpLocks/>
            <a:stCxn id="13" idx="6"/>
            <a:endCxn id="6" idx="2"/>
          </p:cNvCxnSpPr>
          <p:nvPr/>
        </p:nvCxnSpPr>
        <p:spPr>
          <a:xfrm>
            <a:off x="3961862" y="4116983"/>
            <a:ext cx="163038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A9C5448-F825-CFB5-266D-CC3148C2B522}"/>
              </a:ext>
            </a:extLst>
          </p:cNvPr>
          <p:cNvCxnSpPr>
            <a:cxnSpLocks/>
            <a:stCxn id="14" idx="6"/>
            <a:endCxn id="13" idx="2"/>
          </p:cNvCxnSpPr>
          <p:nvPr/>
        </p:nvCxnSpPr>
        <p:spPr>
          <a:xfrm>
            <a:off x="3647746" y="4116983"/>
            <a:ext cx="144941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4072EF5-2A92-678F-7A07-45D0CD9D3172}"/>
              </a:ext>
            </a:extLst>
          </p:cNvPr>
          <p:cNvSpPr txBox="1"/>
          <p:nvPr/>
        </p:nvSpPr>
        <p:spPr>
          <a:xfrm>
            <a:off x="3418256" y="3993872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b0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C0ACC2-932B-A757-6FC2-5FBE5FF9B410}"/>
              </a:ext>
            </a:extLst>
          </p:cNvPr>
          <p:cNvSpPr txBox="1"/>
          <p:nvPr/>
        </p:nvSpPr>
        <p:spPr>
          <a:xfrm>
            <a:off x="3724281" y="3993871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EACDEB-41A8-2C43-62C3-009BF2F550A7}"/>
              </a:ext>
            </a:extLst>
          </p:cNvPr>
          <p:cNvSpPr txBox="1"/>
          <p:nvPr/>
        </p:nvSpPr>
        <p:spPr>
          <a:xfrm>
            <a:off x="4061061" y="399248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CBFFA81-06DF-61E1-F5DF-51E754BC4372}"/>
              </a:ext>
            </a:extLst>
          </p:cNvPr>
          <p:cNvSpPr/>
          <p:nvPr/>
        </p:nvSpPr>
        <p:spPr>
          <a:xfrm>
            <a:off x="4454858" y="403260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3EB82A-3F9D-FCF3-E6C5-D93F770D4B8F}"/>
              </a:ext>
            </a:extLst>
          </p:cNvPr>
          <p:cNvSpPr txBox="1"/>
          <p:nvPr/>
        </p:nvSpPr>
        <p:spPr>
          <a:xfrm>
            <a:off x="4385127" y="3992488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01D5D9F-9020-AF74-3EBE-B96677BB1323}"/>
              </a:ext>
            </a:extLst>
          </p:cNvPr>
          <p:cNvCxnSpPr>
            <a:cxnSpLocks/>
            <a:stCxn id="38" idx="4"/>
            <a:endCxn id="12" idx="0"/>
          </p:cNvCxnSpPr>
          <p:nvPr/>
        </p:nvCxnSpPr>
        <p:spPr>
          <a:xfrm>
            <a:off x="4539446" y="4201362"/>
            <a:ext cx="312" cy="132867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6E14ED1-6903-35B0-3DE0-01DA667AB5EB}"/>
              </a:ext>
            </a:extLst>
          </p:cNvPr>
          <p:cNvSpPr txBox="1"/>
          <p:nvPr/>
        </p:nvSpPr>
        <p:spPr>
          <a:xfrm>
            <a:off x="4394858" y="4284355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D4BA7F0-3122-4225-5A4F-8755F638FA69}"/>
              </a:ext>
            </a:extLst>
          </p:cNvPr>
          <p:cNvSpPr txBox="1"/>
          <p:nvPr/>
        </p:nvSpPr>
        <p:spPr>
          <a:xfrm>
            <a:off x="4759558" y="3967713"/>
            <a:ext cx="25278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b0:10,11,12         a0:10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b1:3,10                a1:3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b2:1,2,3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908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129DD63-A811-EFF9-05BA-3656E1DA7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DD5124D0-3BE0-E994-FDCD-7EB5FB6B4170}"/>
              </a:ext>
            </a:extLst>
          </p:cNvPr>
          <p:cNvSpPr/>
          <p:nvPr/>
        </p:nvSpPr>
        <p:spPr>
          <a:xfrm>
            <a:off x="3981383" y="1411515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29F1542F-4536-DEE7-BAD6-7019AB078120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E9CB45-8AA9-BCFE-FC11-DF2F6DF67729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00E1012F-0D9D-35BE-AEA7-A0C30E7C1CA3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FAF4E61-14E9-334F-1996-C8D93D6DAC58}"/>
              </a:ext>
            </a:extLst>
          </p:cNvPr>
          <p:cNvSpPr txBox="1"/>
          <p:nvPr/>
        </p:nvSpPr>
        <p:spPr>
          <a:xfrm>
            <a:off x="4430510" y="2566792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86A845E8-B620-D3C2-A537-AA0EE86BA4A3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2C2E001F-625D-F66E-A2C9-911D1B36B5D2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CC318152-0D23-24DA-240B-CA91680ADF95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30557E59-90DD-EEA9-EB72-974D705B2218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4B7AE9E2-AED4-5AAD-903F-DC4444B852DF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2B9EB52-2DCA-D900-B2BE-1E2B6935FB36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E6AFDBD9-ED4E-17A4-AF73-C570B0DFF7A2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78BD943E-47EB-66A3-8277-B1A6AC0D0AD4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C07C4DC5-6ACB-9273-4014-9EE30C62B65E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9324EF09-A528-B722-830B-FB6966F08CB6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677C0359-9881-439A-79B6-96873334EAF3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0330C1D0-0F77-6541-6F61-479F0946AED9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C884DC19-7D10-D4D5-18C0-FB7E43DEA183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15B75F1D-F089-D4AD-6C78-25CF54B95BAC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58E8F2BF-C084-2461-7DD8-1253F9E66B32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B27B4C32-7091-0C4E-D1E5-A74C74A2D0AD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6DF2873E-9618-7E08-E9C9-6F1B6202FB8C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D12F97B4-9393-9B21-159A-44D8E88E42F7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84D3B240-1538-6968-5A2B-448DA4500DBB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6061D680-93FE-1A30-FD78-17E3FD808838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A99C5F8F-195B-30B4-CE5E-0C1573A5FF17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EAF78DE2-AC6A-978C-01FB-26475C3D25A5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168D2BAB-DE65-8095-11B9-7F9ABD4EF9BC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E9F8B7FD-3DD3-7A74-13F7-ECEEB9B1710E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CE86B652-83E9-5304-4BAE-D77447AA8B99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8A807B55-1329-183C-4068-638481A47167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4791651F-D118-4ED1-D514-4D483E031FB2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561AE55-8AA2-06B6-8F58-7ECB9C5B28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2C202944-3C81-0CCA-1EB7-873D1C1B3D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A9E82DD4-8E49-FAA3-75C0-1B60D5E102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755A0767-148D-0379-33F4-229761D310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6976CEE4-F35D-1C55-42AA-39FB8DF2D8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A0246DA0-6F06-EEEC-BFC7-12C486925A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CFAB2B6F-A8A2-23F0-C496-5C271F5C96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E8ACC18F-A611-456D-B8BF-6726BDD917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17745A72-C604-9B55-D2A5-14BEAFF05D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C28E68C5-B21E-896C-C933-6584052D77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12BFFC43-21B5-EE70-4F10-F5B376ECD3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307BF930-9271-E108-59A2-48C9C6CCD1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8FAE5E7A-C7EF-D630-C19A-197EB32844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8988AC98-2017-D4A4-10E6-CB1B6BF20E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C4367A31-294C-19CE-2382-38A5619F78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F93AADAA-FB8C-76D5-93E4-6025B8E26C6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9A418705-2F22-8820-3279-DA31026A70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7AB8A8FF-6D62-63B8-0159-98334E03F4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ED616ACB-96B7-949B-C285-B203DF028C33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4603634-85D1-E48A-B19C-AA8B3951EFDA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09A972E-97C5-CB8E-561E-1D709F3CEDA1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91A80614-DBC0-D6E5-8FC3-87EBD13B0A53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3A0D3C1-B846-A64F-F720-E14E0BE7AB72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06F12DD-999D-5A39-5C84-A154556ACE56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99022A6-6462-9B31-FCC9-AE061184E749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D21AA54-615E-DA37-01E2-EA12E664080D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3F0071F-87B1-078C-37A6-A9561B092CDB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4FD3493-9E8A-9906-56A1-6E871BF9C1AC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BB3E0928-D650-0E87-2FE9-01022A5FDEC0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ACFEFB7F-3DC7-5C07-4196-7BEE12A79751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1BE89D81-8BB4-E9C6-F5D3-DE998704C80E}"/>
              </a:ext>
            </a:extLst>
          </p:cNvPr>
          <p:cNvGrpSpPr/>
          <p:nvPr/>
        </p:nvGrpSpPr>
        <p:grpSpPr>
          <a:xfrm>
            <a:off x="2087942" y="517233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B6F654B-2854-A4AF-6D21-390FB0E0A7AE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D71A791-B138-3D70-7D09-79C26A0135D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6D4630F1-ED62-5D21-DE21-0A4FAA902F4C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B904C131-CFC0-C145-D6D6-04AFBD8D83DD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94963442-5E46-04E3-8A7A-9ABDF94BC5F0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FE25E6D-ED75-E867-52E9-6E9CF545FBE1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C942B0F7-8450-9408-B234-EAE7490D5A32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EFADEF3B-8881-569C-771F-5BADCC881219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467BF4DE-9184-17D6-A70B-56FC153B70D4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3455E4CC-E1BA-07B2-31DC-CA610D6B79B5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D8DDDFE8-8387-42E3-7C67-A6632AD1CACE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03A8616C-5B3E-9EB6-F5B9-672FDB973439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81643C6B-BF08-49D7-B413-321720046E1C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61503BF1-BD12-71B1-8B34-7974909512EA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C52B144D-5BD2-3C78-57A9-E0FD80AF66D7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3D8CE72D-E7D9-CB0F-0C2A-FF6DD9FB2A9B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EBC1567A-0EE1-A7CF-B2A0-D7E47DB00F3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99FC9880-9F82-8032-0A88-16E7A6037862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EEAA1BE8-EC55-4C93-C31C-CE3E3F9B9D4E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AA932F38-10CF-9EE8-3F7A-B359E5DD6E34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6780CA6F-17F2-47CA-D78B-5F49BCBC2548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34CC6EAA-81F1-8CCC-ABDE-BE56251B8C18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F78CBEE5-756A-C8BF-1C9E-4AD3DAA9CDE4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2A7EE21F-CA2A-5106-17BB-ECB28A172F61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6A814738-8AAE-A1B1-47C2-B055F637F752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1758C955-86A0-E828-1F54-F6616BB1B7D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3ADF18CA-280B-3EEC-CBBC-ED7E53F6E454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36D6A276-AFBD-CD39-8F19-8FD7B6423576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B9BF3C23-F79F-1F35-D958-707F2218FFC5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31063182-33C5-9488-050D-43DE1863BEC6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D0631780-A31B-D530-BAC8-621E57915BB4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E0C83332-2EF8-FA8A-3230-3B161D7AB0A1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DB30DD03-A8BE-C5EC-91A6-CB64B47D77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DF44BE2A-44E0-F051-0546-1E437E7650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77E59D9E-F3B0-95CE-9116-24B886A6EDB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1A87C5AA-8659-FB8F-530A-866EF1854E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77B8202C-3333-9FC7-BC40-E0F5596D77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32E772CB-5B4C-D826-1998-14EA1975CA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7E518E3F-9D03-9A40-4C40-41478467C6E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99A68BB8-7AAF-43F3-8FE2-77452F806A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F6C95CB-BE80-D382-A81C-6DDC1ABCAD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A988AEC5-05FA-E40B-ED6A-C925C67534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8F3AB3FA-705E-6CFD-D17D-C70D51BAFB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E73041D2-2957-1CA1-8725-2D82DE062E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19F09572-CDA4-8DB1-7E2E-B53C2345DA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D866AD8D-736F-A3EA-F48B-08581293FB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EEC3150-7D1F-8EA2-F078-166F604CFA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156E5640-911B-EE1A-3B77-C3FDE18988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08F85474-1234-26C3-35B6-A90C18884D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8E4534E4-A05F-1001-66D7-931D43F5A2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8D927DD7-7243-73A7-B813-1C654A3C5DEA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40B8AB72-AB84-0342-6AD9-8A6114B97011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34EA76A5-5E70-627B-E1A2-E4495E24FF6F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CFB633DE-0A92-BFC6-5FD1-832F08BC0F5F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E12FCBD-4CEC-2B26-E9D1-243A65622589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08C40B30-5668-FF72-FEA8-45DDF44E6777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90F2333-3231-64A7-E966-58258F90974A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6C88B4D2-315A-BA2C-978A-06A6CF5A3084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17379513-D7DB-45C0-F854-EE8DD3F3AF5A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6B34CB7F-0ED9-1B11-DF4B-8763F7E09E9F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F501DC65-F31A-A5AC-3ED1-C0998C5263D1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9E65B3B8-AEFD-C614-4642-10C74FF21A19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015F9FD3-C4F2-CFFD-8BDE-A0AF1D2C558B}"/>
              </a:ext>
            </a:extLst>
          </p:cNvPr>
          <p:cNvGrpSpPr/>
          <p:nvPr/>
        </p:nvGrpSpPr>
        <p:grpSpPr>
          <a:xfrm>
            <a:off x="4190652" y="586113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FFB8AABB-84EA-EFE9-E50C-9FC463E9E54E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3F606560-FF96-D1CC-E40A-1EBAA5349A4C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C008CCEA-4755-2FEA-04A1-24DD89587DFD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95933C2A-833B-4D56-1231-533DE6D7E83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91755402-CFFA-C156-E178-E11FF956DA86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E6D796D1-2461-6C08-7517-FB4510B03EAA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283A75E9-C37B-DD86-7074-B2F6082BB992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FF3DD8C4-2027-8165-F07A-54704039061C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67FDD870-D3C6-8006-DE40-CCFC11997570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C0764622-FB34-7F55-2E74-0C05B9497447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68D762CA-98F5-50C3-BF4A-224CE55A3262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36D9FA50-29D3-D1C4-7C35-1DECE603CEA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BD4E8AAF-C73E-F81C-5013-9046D95C27DC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6C723CB4-F12C-1FAA-BA59-BF494A2E70A9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61FC0A85-D27A-3F1A-0F4D-FD393F48DA43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E206CE79-A65B-8EBE-DD02-9D43B179BB85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B2A08F88-9E26-7D4A-2494-6F05AB9ADB8F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CD7E3961-0F5F-5839-9747-448409D6FBD7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9C93BDD7-8CF1-FBFD-6A7B-7DEE38D4B8DA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F6B9279D-C3C5-D10C-5E7F-A3CEFDCF473D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06A50556-6FC5-F932-EBB1-0BC92B14A922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99E0D9E2-8E19-0785-60F5-EB36B6EC018E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3F94F600-2B4C-8921-C75B-5B333E7B68E6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5DD62C60-9E76-4CED-0CE8-AADFEF7F487E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9943788C-406A-32FB-802B-032B9096CC9B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CFFB7FB3-64CC-CBBC-3452-8D6F3FF1758D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C512C127-CF06-E941-FEBE-2466CE90CD41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54C91559-2B1D-FF2C-3614-83947F2F59FB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E7597AB4-93EF-65EC-9A07-69942CFDE143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66BA3872-75CC-5A10-2D67-0A03DF503CD0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B0B1133E-B62A-2332-B290-FFE23B46C63B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64731039-8D99-AFA0-9708-7408D90252F1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C7C0F034-0DE7-6114-D430-7008E5499748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563106E1-5FFF-BF6E-D661-EC640B42E43A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AAF9C418-23F4-5004-D7A5-E44D0316F4B2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9D44C2BA-4B43-9674-ADC0-D094C2CF2963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64D8103D-3730-C46A-CBF6-BA6B28328FCC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A14D584C-BD53-527A-EB6F-086DCDA0F647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EEBA9174-BD6B-1C5A-60AD-D8BF0558522B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01E16CFF-0C6E-2A87-8BB9-CBD304AE778A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7EDD5DE1-BFF8-84E4-A6C4-94EA11CDAAED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F8E44ECB-CA78-07E8-3146-D0EF86274A5B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B42A074C-B60D-7808-1D6B-2166EC8B42F8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BE06FDE4-888E-64EC-E7B1-BD558FD57D2A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917AC35D-FC21-3DAD-1DE5-F7E15AC04412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C8E52365-D044-EFB5-CCF8-EDAAD67CB537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8258E534-B64A-52B3-E85A-D52478898624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FA875EF1-F91B-03F0-9392-915F6BD1C764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BD6264E5-F236-BFE2-E781-B5D4229D7CA5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232F8CD6-13B1-E112-01E0-ADFDD2D36F01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8FA8C904-00FB-8EAB-28A2-4817A0FBFCF1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E8AF604E-F8EB-F538-D013-B4024FDF392A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1021F939-6F83-2AC5-C65D-139E480F8BD9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DDC20C73-E125-559C-CA06-73C5A84EA856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FC2D4B3F-C5C5-EBD3-7051-C202948B39B0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C1AC1676-1D5E-617C-3672-EAC2573A300F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97045D52-C62C-EC5B-A736-999BEC03E0DB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8B2664E2-E8E3-9A60-74AC-DB72D814B4CD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A8FC075D-5A27-063C-8486-B786A86CECAA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8387B310-7704-0538-029D-A49E3408AC19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5AD2D33C-252A-D8E5-0FCB-2F6EB408A5DD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FF3C012A-E0BD-2A1A-66DB-97DB7F264FCF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D657C67B-8A56-CD95-AC52-4A49B65B8A3F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F0813D58-EF87-471A-B327-2D4B3316FC50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8D5CD66A-7D1E-4BE4-1133-CDBBA3AA9EAA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9EF9801F-1D6F-5D1E-C736-15BCEA424F64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C0080D87-B5BE-B939-EF06-656419B12B78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B58A947A-8CAB-62C7-A122-FF98BE4634F7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41EC5337-7545-D6E6-83C7-548DEB7D158D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1CBBDB84-BCF2-0AC3-0D40-12D0371DB459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AE8AE790-A1FE-CD7C-B59A-C3DB519D3B79}"/>
              </a:ext>
            </a:extLst>
          </p:cNvPr>
          <p:cNvSpPr/>
          <p:nvPr/>
        </p:nvSpPr>
        <p:spPr>
          <a:xfrm>
            <a:off x="6150914" y="14077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4C9890-800D-0AE7-2824-E5FE851C48D4}"/>
              </a:ext>
            </a:extLst>
          </p:cNvPr>
          <p:cNvGrpSpPr/>
          <p:nvPr/>
        </p:nvGrpSpPr>
        <p:grpSpPr>
          <a:xfrm>
            <a:off x="6487494" y="582703"/>
            <a:ext cx="1156073" cy="1910258"/>
            <a:chOff x="6501600" y="594182"/>
            <a:chExt cx="1156073" cy="1910258"/>
          </a:xfrm>
        </p:grpSpPr>
        <p:sp>
          <p:nvSpPr>
            <p:cNvPr id="858" name="Rectangle 857">
              <a:extLst>
                <a:ext uri="{FF2B5EF4-FFF2-40B4-BE49-F238E27FC236}">
                  <a16:creationId xmlns:a16="http://schemas.microsoft.com/office/drawing/2014/main" id="{1749D21A-1266-C0C9-715F-569350D14B68}"/>
                </a:ext>
              </a:extLst>
            </p:cNvPr>
            <p:cNvSpPr/>
            <p:nvPr/>
          </p:nvSpPr>
          <p:spPr>
            <a:xfrm>
              <a:off x="6502607" y="594182"/>
              <a:ext cx="1154060" cy="24688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Graph Computation</a:t>
              </a:r>
            </a:p>
          </p:txBody>
        </p:sp>
        <p:sp>
          <p:nvSpPr>
            <p:cNvPr id="859" name="Rectangle 858">
              <a:extLst>
                <a:ext uri="{FF2B5EF4-FFF2-40B4-BE49-F238E27FC236}">
                  <a16:creationId xmlns:a16="http://schemas.microsoft.com/office/drawing/2014/main" id="{CCA52DCC-7F1D-7D37-9436-D4EA1D5BA9D4}"/>
                </a:ext>
              </a:extLst>
            </p:cNvPr>
            <p:cNvSpPr/>
            <p:nvPr/>
          </p:nvSpPr>
          <p:spPr>
            <a:xfrm>
              <a:off x="6502607" y="838798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Traversal</a:t>
              </a:r>
            </a:p>
          </p:txBody>
        </p:sp>
        <p:sp>
          <p:nvSpPr>
            <p:cNvPr id="860" name="Rectangle 859">
              <a:extLst>
                <a:ext uri="{FF2B5EF4-FFF2-40B4-BE49-F238E27FC236}">
                  <a16:creationId xmlns:a16="http://schemas.microsoft.com/office/drawing/2014/main" id="{35E9445A-8A09-72A0-72AD-795B064AD024}"/>
                </a:ext>
              </a:extLst>
            </p:cNvPr>
            <p:cNvSpPr/>
            <p:nvPr/>
          </p:nvSpPr>
          <p:spPr>
            <a:xfrm>
              <a:off x="7078235" y="837446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BFS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4" name="Rectangle 863">
              <a:extLst>
                <a:ext uri="{FF2B5EF4-FFF2-40B4-BE49-F238E27FC236}">
                  <a16:creationId xmlns:a16="http://schemas.microsoft.com/office/drawing/2014/main" id="{CFE2E1AC-CB65-2C77-CA44-A2C72E9B8EF3}"/>
                </a:ext>
              </a:extLst>
            </p:cNvPr>
            <p:cNvSpPr/>
            <p:nvPr/>
          </p:nvSpPr>
          <p:spPr>
            <a:xfrm>
              <a:off x="6501600" y="1291269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Path finding</a:t>
              </a:r>
            </a:p>
          </p:txBody>
        </p:sp>
        <p:sp>
          <p:nvSpPr>
            <p:cNvPr id="865" name="Rectangle 864">
              <a:extLst>
                <a:ext uri="{FF2B5EF4-FFF2-40B4-BE49-F238E27FC236}">
                  <a16:creationId xmlns:a16="http://schemas.microsoft.com/office/drawing/2014/main" id="{20AB0A78-326D-7E73-52F9-27CF73050901}"/>
                </a:ext>
              </a:extLst>
            </p:cNvPr>
            <p:cNvSpPr/>
            <p:nvPr/>
          </p:nvSpPr>
          <p:spPr>
            <a:xfrm>
              <a:off x="7077600" y="1292473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SSSP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KSP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APSP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6" name="Rectangle 865">
              <a:extLst>
                <a:ext uri="{FF2B5EF4-FFF2-40B4-BE49-F238E27FC236}">
                  <a16:creationId xmlns:a16="http://schemas.microsoft.com/office/drawing/2014/main" id="{7E5E166C-67B6-07D2-EFD1-84079959D4FE}"/>
                </a:ext>
              </a:extLst>
            </p:cNvPr>
            <p:cNvSpPr/>
            <p:nvPr/>
          </p:nvSpPr>
          <p:spPr>
            <a:xfrm>
              <a:off x="6501600" y="1747996"/>
              <a:ext cx="57562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Centrality</a:t>
              </a:r>
            </a:p>
          </p:txBody>
        </p:sp>
        <p:sp>
          <p:nvSpPr>
            <p:cNvPr id="867" name="Rectangle 866">
              <a:extLst>
                <a:ext uri="{FF2B5EF4-FFF2-40B4-BE49-F238E27FC236}">
                  <a16:creationId xmlns:a16="http://schemas.microsoft.com/office/drawing/2014/main" id="{98C593B9-4122-5C27-C1EE-5862D4BC53DA}"/>
                </a:ext>
              </a:extLst>
            </p:cNvPr>
            <p:cNvSpPr/>
            <p:nvPr/>
          </p:nvSpPr>
          <p:spPr>
            <a:xfrm>
              <a:off x="7077600" y="1749200"/>
              <a:ext cx="579438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BC</a:t>
              </a:r>
            </a:p>
            <a:p>
              <a:pPr lvl="0" algn="ctr"/>
              <a:r>
                <a:rPr lang="en-US" sz="1000" i="1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CC</a:t>
              </a:r>
              <a:endPara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endParaRPr>
            </a:p>
          </p:txBody>
        </p:sp>
        <p:sp>
          <p:nvSpPr>
            <p:cNvPr id="868" name="Rectangle 867">
              <a:extLst>
                <a:ext uri="{FF2B5EF4-FFF2-40B4-BE49-F238E27FC236}">
                  <a16:creationId xmlns:a16="http://schemas.microsoft.com/office/drawing/2014/main" id="{13036A3C-2D2E-7B49-91A2-6FB34E50C773}"/>
                </a:ext>
              </a:extLst>
            </p:cNvPr>
            <p:cNvSpPr/>
            <p:nvPr/>
          </p:nvSpPr>
          <p:spPr>
            <a:xfrm>
              <a:off x="6501600" y="2205990"/>
              <a:ext cx="1155067" cy="2984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en-US" sz="1000" dirty="0">
                  <a:solidFill>
                    <a:prstClr val="black"/>
                  </a:solidFill>
                  <a:latin typeface="Times New Roman" charset="0"/>
                  <a:ea typeface="Times New Roman" charset="0"/>
                  <a:cs typeface="Times New Roman" charset="0"/>
                </a:rPr>
                <a:t>Connectivity detection</a:t>
              </a:r>
            </a:p>
          </p:txBody>
        </p:sp>
      </p:grpSp>
      <p:sp>
        <p:nvSpPr>
          <p:cNvPr id="870" name="TextBox 869">
            <a:extLst>
              <a:ext uri="{FF2B5EF4-FFF2-40B4-BE49-F238E27FC236}">
                <a16:creationId xmlns:a16="http://schemas.microsoft.com/office/drawing/2014/main" id="{803F16D6-6037-1B79-D58F-F1C7A0FD6DB1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4CF1AB96-7F98-620F-683F-21535E27AF10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237980" y="1556896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753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593A0AD-7BE6-CB11-8B05-046AC54A7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5E14108A-5950-5BB3-082C-4794907E7C43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47A8539F-7A4A-D68A-A754-22A69BCFEA1B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4AC6CC42-48DF-AE83-A3BB-5DF69BE88FEB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32E8506A-4A89-C4DB-61B6-2DFE895EDA23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F91B08C6-5431-C463-6637-EE6FC44212C5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0F80DB-E884-D8EB-242C-1CE938FF32E1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DE71C3B-8187-9C86-E66C-847BCA03AC00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1A0C493-50BB-7FF7-EA55-B4E55BC7B3B9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51E57211-12DB-4C25-38AE-0AF1D08BB4FA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095248B3-036A-2205-5579-71C5278E034A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03307C7D-A6AB-F9B4-66D6-DD72E4A7FB9E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B83670FD-1360-0F80-C598-917828F44170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BC7A8422-7C4D-620F-8ED2-175F01973EA8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C080600E-E39C-018D-11A6-A67E7E954EFB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42C5EAD1-6071-0AA0-D572-26A7EB74CDCF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0DC5FBBB-9C9A-1983-EC4B-434DDBED15E8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E032076D-012E-3231-1010-4B13A907D9A3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3DB34B4A-07AF-5978-BD64-47DA0AE66DA9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0B8AD2D8-CACD-3E4C-8564-7EBA8B67CC85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20CC81FD-6ADD-5765-5CD4-D629D3CBF20F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E9BE8460-6D28-8DBC-6C4B-B7958650ED63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76544F7F-5A89-8D85-469B-4A2F0B0D4BDA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8F5EF6FC-5AB0-A4A5-5448-EE326BAD9F15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015ED106-8A9E-BAC3-A8E3-10667DDBD38C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F8FB8EAC-8D8B-402F-B33E-A9C84D9C302B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3AE0F3F7-7132-0B7B-E44A-C4CBB496C75E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6C53202C-336B-8C2D-CA8D-CA03128C1C75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A3CF247F-4B88-3B56-977D-9F9EAF857022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7AB6A118-0AB8-581B-DE58-18649B92E2F9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8874A3CA-C7F6-94E3-7B44-1E82C3870DD0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30544A56-6599-EBAF-24AA-811F14DA3F55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4291217C-2C03-8A7F-7F14-2E81E0E967D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D3D943FF-6305-581B-AB3A-6174944240BF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E350C325-DDAC-80E9-EA78-467DD2C80B8D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598D9489-6A98-2E5F-38A1-5234ABA494F4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23CDE82D-2786-4EFD-043F-5E8CAADD88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33A69BE7-F727-F12B-68A3-005CC41F1F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16501D09-05B6-01EA-1457-544409DE1F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9C65791F-F756-40A3-12EC-DE3A3210F8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280BF608-2872-00D4-D82E-BDB091801F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E550931C-7CA2-CF63-FDBB-E0A0864907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1C510FDA-B030-BF0E-375E-888131CE1A4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CA94C5C7-4072-ED80-D939-B81303997A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0564E24F-7AD7-4318-0864-635A14E9D2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6E69E1A5-ED60-0E5B-4791-BD4EB9ECC7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37D644E-1F3F-B5A4-FA98-27E12BB184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01164031-8852-7681-6623-86AB01FE12A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87268DA3-9EE3-404E-F366-4967140960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E86CC95A-7663-86D5-AB49-D33370C48B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B820FD7E-58B1-64BF-EFA4-E09E5DACA9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7835A6A-C9E0-6BCF-E72B-A84F5B672D9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C0036087-CBAD-C16A-74D8-F55EB0B996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8458E27E-6CE1-8FEC-498E-6A8FCE31A2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09BB7019-5F25-0D55-9E9D-3F4B41472437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8AAA8D3-D347-D35E-F5AE-927E714494D4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9C91BE5-1A32-2FFF-4A25-5E3CFB20DC93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C6947DB-0964-CF62-E86F-ACDBB2169CB9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7AC86AC-514E-FC0F-DE96-20AA3B39F9B2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D15920D-E868-9C43-EFC7-2B536B302C3A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7D40D92-0B02-5EB5-329F-E0043FBC26D8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7E7A3F0-181D-41E5-B485-E79CF6013CEF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3BA5CCE-8241-75A2-5D53-1A2A6FAE0B2C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96D44B0-FDC4-32A4-6AD1-C1760DF38507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5AA65995-ABE0-C579-7812-E9E643A683F6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38E9FB4E-3838-B86B-6612-75BF02199A8C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EE4EAB47-DE78-D625-D2EC-95D279C9FF07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457000A3-DE40-AEBA-0D28-3B19F84465D0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299ADC69-7ED6-7F60-011E-9710897B0D48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7E2A87F3-B926-C8C6-35F0-365FC0DA5F03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74A547D4-B909-0401-4B97-6441E397B3BF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5673837-7C99-3B10-A9C4-FE70A4564264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49087CA4-CA43-382D-24C7-DA9DDE398FE9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FBD3710B-C77D-92BD-0F08-5301FDFDA2E2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C1A150DB-2455-7F04-9B24-C19B56661E31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66A24C73-FD16-F4FA-19C8-67EBBC5CB867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44E3836E-0259-20C0-E7D9-C7C7CA291CB6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2C584241-B879-5312-47DC-DD137A5B548B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C15A517E-0658-949D-2AE4-D8F18A7E19C4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BD0273B4-A8EC-6AB5-F4DA-7D4FB178AE33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4967E0D2-A966-1BAB-C9A3-0AFB5349FB9B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F2F66CDA-2920-7E93-0978-4FBF47F40E43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9CDAF010-F558-BA73-AB77-475C238A6C12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6277064E-1FA1-C83D-4F09-CD6DA9B9BA12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06395A91-2183-011A-0E5D-758A3C02C533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A3892435-4CAE-C570-2ACE-F09DBDB453FA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FC25DCEB-1FAD-F259-77B5-244820155A5B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C51744A8-491D-420D-4680-A0F078653E24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2D1647F0-5BED-1C9B-CCA2-2F4726D4D074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C1B8E1F9-F8A0-C9AD-7687-6A4F145A87B9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D3DBE198-F564-826B-A654-1DA2AFD9A69C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694E41FB-84C8-0613-338E-85A8576053A8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663A56C0-B73F-13A6-E1BA-9EBACAB99E08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64E5CBDE-19A9-70ED-703E-606DF77FF03A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6D2FB5AF-5BC9-299B-6F74-9D344D76DD0C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4E3A8D3-5022-0D27-F575-4FB359E00587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9FBBBF6B-34F8-940C-5FAF-4D13C1B3FA0C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B284B1E0-4A3A-E3A4-C785-D6D1B69F1D2F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F685C834-7F11-A8D8-9854-43552FBD275A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037935FC-0247-1079-BDCC-C75E41944FA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BA5C68BB-613C-C118-4703-048710D82C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8BD0FA55-4ED0-306B-6E0F-D24DF632A2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BB2C999E-E37D-C5AE-10CB-F36C7579F3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9E7928D0-F05B-97B6-8D0F-B8BB3829C9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BE6D6CDD-24C7-5633-28A8-515BBCC60A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C616A0B9-05C8-5152-9E9B-44FF2995C3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CDC389FE-621B-498A-431F-9C11216203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5E28E4C9-E59D-F8F9-6B80-AAEBB5067C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65A0F20F-F23C-1856-6D38-D5A8D81FE3C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18D38D58-1078-F579-54CD-C9C7DBBB58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0809FA56-C782-401C-CFFA-40D453191D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59D686D6-3C4E-627B-C290-98E6DE6A5B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6D494ABD-2C86-C9AF-9A9F-250B62E7C8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4FD44EE7-BA8D-684E-9A60-F3CEF3A340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AB619E19-E4EF-8DBC-E0F9-00016852009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B7455CA9-DCC5-A346-9AD6-BF5B651F62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DBF82496-EE98-7349-47B9-B95FB7E121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E49D0D8F-40FC-C9A2-86BD-267C2813C0A8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4A32850F-6BA2-083A-A4DF-000775022C3C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4B872D77-DB9C-6CBF-D8DA-D0B381BE7D2C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875738C2-21F4-8EB3-EE02-8884EDFD94BA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9F720912-926C-862A-4A82-4CBB66E8A2C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3C953FB5-C92A-C9FF-80D8-ECC23DF35B4E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2EA8486D-FBF5-8CC1-C032-B749F91253B8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3476DEEA-3EF9-39A3-5315-EF62FEDEC15D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FAD9FAD0-94A8-56D1-54AD-9133A506705D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5D517381-4EE9-AF2E-B2A6-65A61FC08DAA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1E967299-9852-2805-3FA2-9A74BDFCBEBA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36630947-49B5-FAF3-CAA4-3A8A02C7BDA9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2072DA49-A910-7F93-898E-E0713738E088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BF26F085-A126-B322-14B9-ED47E646906B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B58644CA-CCEA-E2EB-0C15-444ECF4C2ED6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B63EE079-2BBA-26F0-788D-B8D51DFF5D59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DA8F147A-008D-C0FC-D559-3DC4B88ED301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15983941-CE79-AE39-5FC2-8F838FA652E8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A729A13E-F50B-3D7D-587B-A5E4C578AF87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7B8D81F6-23E9-E557-D9AC-543E6B36118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1942F6B2-5172-62B3-634E-013941D23D1D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E7A7B7B2-9B30-72AD-D404-B48BD878203D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F421A9F0-AD63-4767-441C-4974B66B9389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A91B917C-CCD5-A8DA-7F76-E6ADC5AD2F44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0E307A43-3A19-C578-88A4-018EBE7B3843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D14F0627-0106-11F8-C952-42F8521DB06B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794BB9C3-A53B-519C-8C8B-EC4838D195E1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7310C797-234E-9EDD-517F-858148CD8DBE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7D7B6671-DD5B-6BAD-3AD1-F0DA4472996C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C68C7445-BB34-0F56-D543-8904FCA20F4D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C3EAD93E-FCD0-F00C-1B14-190A6291990D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F1BBB4FC-E0ED-4632-9143-B3CB67204F48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1AC2D747-B36B-23EF-EFBD-7F0FC8C75A60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80DEC4D7-7EF5-E7DC-A021-305A2A7B59A1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164F4BBC-862C-5A6F-FCB5-079716D8CD42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0491A926-7330-6E67-AE9A-F7D08B7CE12D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76DDB5F3-611D-895E-2C4B-4ED8559312CC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37217CB1-B4E2-08AF-2888-FCB4945D1809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C58E86BF-D84C-F0DF-8BB9-0C6ABE8C3728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29DD56DB-E930-EC53-5A97-0CD3A944E9E7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058D1527-0093-5964-05B5-60C58BB792DC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38A5ABD7-5D42-4DBE-5D4B-B95D31C4D6CE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F54E020A-72F2-6A9F-3143-95C785FE2962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50BDA0AF-3AF1-FA8B-8222-778A5A176B4C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6F164E0-FBDB-762A-5529-2278E52139A6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1EC2FDF5-1A8C-25CC-742F-2D6E5332AB46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D9D0D859-B734-297D-7A2D-DD8E0B6CBC16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D576139B-7FEF-0E10-AECA-1976D83BE52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BC687389-92E9-BFB3-4534-E31DD6750404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4F0F95A0-F62F-074A-6603-F4C265B38310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3E0A5738-8C19-F1E7-7C6E-FDE639804A79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5837689E-1E58-E741-7138-195A702A874D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D62A12A0-FBC5-EE25-7042-2EA43201E7F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FA406220-9588-A0B7-D454-462551C4E19B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5E3433A5-5011-1D0E-2107-4FB2E9FD5EDE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1ED3ED4E-FC42-80C5-E82D-A51D13006265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465035C0-A78B-F167-4356-16BFCBB9A429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4AA849E3-AF77-15CA-5B73-0FD83C767919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1533E6A7-3676-CC83-B436-0044D934E9A1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97293895-9986-40D4-07F9-4FC2D2709682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1D378D40-CA5C-B771-8ED4-8DD69AD1C8A3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C2553A8F-7043-1A0C-672F-97E32A361F48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291E01E0-6A90-8944-A883-2782D50C7698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63C17552-89F6-549A-5038-D7C6CDDFDBBF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03A095FF-5280-1675-855F-A011C8F6FC83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98352437-083A-AD50-52B9-CB4AE0DD3438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82709E92-7028-5FE7-D78E-82EEA6A66C19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22AB252F-E97E-7B38-CCDE-149936C0D793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0AB7C8E0-258B-2BE9-0F28-38F0BC129A27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65ED82DD-3124-B443-99A8-F67E7CF02C60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60F5558B-57D4-AB75-9481-488C6C708277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FBE1B164-65E9-8254-83D1-DBB83B804261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862DC8E6-1729-7806-F161-545B1D4F6CBD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3532A534-C771-A6DA-4973-F91DD480FC17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37E67543-6A2E-9D12-AEC8-304F5E20FE3E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6F0D324F-7379-F6AC-E8B3-A8F1E2597542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207B2713-EC0C-057E-768A-F57A772B6FA4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151A3012-1EA3-9225-7CC0-86B1AB0F798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99B574D9-90B2-DCCA-BA65-E2E1015BE080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2F1B81B5-D779-4E2A-3178-656493E94B1D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ABE8F1C0-2D97-A751-232A-0DB905300B1B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D9591372-FFA6-C768-831C-571AB1AFD55D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34C5DE0C-540F-5849-0A15-608F5C4A3522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5A7A9657-6A84-1841-1611-A1ED40311248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19389C7C-C094-3DED-2D88-347BA44CA84A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3B8628EE-DAE4-67D4-7322-0B6A153CE75E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DB9206B3-D007-FAAD-F8A9-03E03E8F1A2A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DDB2883C-A995-9618-299F-01941563ACA6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0A0E8640-B7E5-F1AA-C542-00F35D8FB0C8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9C0BCC50-BB62-1317-5FB5-D7FD461C65BE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C285B3DF-EA89-869D-560A-8594C491A965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E4572052-DAE5-2478-A0CB-345DAF659B8A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63AB094A-972E-3FCD-0C5B-12F152EC55BD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1048A5F3-0A15-F6CA-B539-C8A668F7F010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FCB278BE-6A20-4298-66A1-3DCE61BF6316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025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67EA58-D6F7-437C-7DEC-CA2A0EEEB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223B24D7-7D46-EC65-C31B-2CE3F392C496}"/>
              </a:ext>
            </a:extLst>
          </p:cNvPr>
          <p:cNvSpPr/>
          <p:nvPr/>
        </p:nvSpPr>
        <p:spPr>
          <a:xfrm>
            <a:off x="2070719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3EB8A708-1CC4-0752-66EF-5892CC69F6DE}"/>
              </a:ext>
            </a:extLst>
          </p:cNvPr>
          <p:cNvSpPr/>
          <p:nvPr/>
        </p:nvSpPr>
        <p:spPr>
          <a:xfrm>
            <a:off x="4285444" y="326970"/>
            <a:ext cx="184011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EE90F736-D682-F3D7-F3F2-91D1B388B831}"/>
              </a:ext>
            </a:extLst>
          </p:cNvPr>
          <p:cNvSpPr/>
          <p:nvPr/>
        </p:nvSpPr>
        <p:spPr>
          <a:xfrm>
            <a:off x="53361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D79E0D6A-0895-0758-A1A4-6413373252C5}"/>
              </a:ext>
            </a:extLst>
          </p:cNvPr>
          <p:cNvSpPr/>
          <p:nvPr/>
        </p:nvSpPr>
        <p:spPr>
          <a:xfrm>
            <a:off x="4051203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7F227962-A04F-6782-332D-D220C4E72AD6}"/>
              </a:ext>
            </a:extLst>
          </p:cNvPr>
          <p:cNvSpPr/>
          <p:nvPr/>
        </p:nvSpPr>
        <p:spPr>
          <a:xfrm>
            <a:off x="1850380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822D94-747E-B37D-1819-5BECFCAB557D}"/>
              </a:ext>
            </a:extLst>
          </p:cNvPr>
          <p:cNvSpPr txBox="1"/>
          <p:nvPr/>
        </p:nvSpPr>
        <p:spPr>
          <a:xfrm>
            <a:off x="150923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3269A5E8-4E97-7510-0406-585C96B9D6A9}"/>
              </a:ext>
            </a:extLst>
          </p:cNvPr>
          <p:cNvSpPr txBox="1"/>
          <p:nvPr/>
        </p:nvSpPr>
        <p:spPr>
          <a:xfrm>
            <a:off x="1996604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91C00F9-042F-0509-71DB-7048C0AF1A8B}"/>
              </a:ext>
            </a:extLst>
          </p:cNvPr>
          <p:cNvSpPr txBox="1"/>
          <p:nvPr/>
        </p:nvSpPr>
        <p:spPr>
          <a:xfrm>
            <a:off x="4539684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B9C3CF44-3AB7-54AE-C567-79B9088A4DFE}"/>
              </a:ext>
            </a:extLst>
          </p:cNvPr>
          <p:cNvGrpSpPr/>
          <p:nvPr/>
        </p:nvGrpSpPr>
        <p:grpSpPr>
          <a:xfrm>
            <a:off x="33266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4D8E64CF-1DEB-D9BF-5951-C91EDA918521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85A34D83-46CC-C172-7853-C5C9960D379B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E8190208-2AF0-B881-3D7A-689150DFBD0F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60816BD1-E6B0-66CF-DEEE-D64A6AFB99FE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DCCE9567-6D79-B2FA-681E-9DC9942CF677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67BC86A-5BAE-2629-A612-03F462D03847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3F84B4C7-34B0-7C9B-FAB8-F6DCC12C12E8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2B78AE0F-E645-CF47-1321-A6DAE07D8987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04880115-C841-19F8-8C62-228C424F089D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AD825A15-3136-EE9A-7F5E-C630A4D61EF5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02914A4B-0700-684F-C29B-6F3502C1C1CB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C5FBBB7B-5D3B-4A83-1000-C9429E7AE3B2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ACBEE784-B92D-AE92-F046-201F987E5F55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79B0E41F-A489-38F2-72C1-6E8F8F6AEC81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51CC3085-3FAB-6AE9-44A5-E15B1CBCF556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8458336A-304B-CE74-21F4-4E37810A98A3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EF9E6036-A900-7E7C-7CE3-013E217A28BF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038277A4-5302-FD82-64C6-DF3D6F698871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51AA23EE-7E99-61D4-1204-B5C223FD84FD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E5AB1A95-832F-0C07-2F66-0E827291C9B1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77E72CC0-2ECC-563A-6908-A6AA82B313DA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5BE99D73-5FA5-0DF0-C1B0-52F06E581947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AA15BD7C-7274-406E-A792-974072CD9C58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39132DC0-976B-4D9E-D035-F189E5132CB4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8B1A14CF-1896-5304-D7E8-90E22D48B978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C3C8AFD7-6C0E-6C30-3772-2764296F7ACB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705C4D39-8EED-004D-92DA-B3B2AAA9EE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CC34C260-701B-8FEC-691B-7126C41740D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37AC0EC0-562A-EB0B-5BC2-E78C0838D9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DAF216E4-963C-0289-A017-09FC6D8751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99BF4F99-BBC8-A11B-E2A2-1417F2EB73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79E4A2B0-CBE4-7025-F456-A329007924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85D27EAB-6B16-F8C9-54B6-433CD747A5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04B0D35C-553D-22E8-5BCC-FE71CA4548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B6613565-4FCB-98E1-8B33-CF1D9F0B44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A3690A2C-BB68-0D4C-523E-20FBE2D86A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C7F721E8-265F-A36B-B277-FBAAEEBBEE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0E9AF46D-1B0A-BFBB-4F7C-F72CDA5302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4E61109A-AB91-AC74-D597-04C664139C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4BECEF48-8B43-AABE-474A-5C424BF6A2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C62BDF9-CD02-C6DC-1860-13A373369F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81DEC7BE-DE77-F827-29B5-E8BB1229D06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1B88685B-7226-79DB-FB06-6A93907A04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8429788D-5D21-2A06-C5C6-D556A2EF37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B81EF1D5-B2F8-4160-A140-5D0EBCFEDCFB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4D2B2CE-86EA-581D-5890-5D375CDF7223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EA68B20-51A2-1139-DAD8-C5C07EAA731D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460D190-3B3B-D4A7-D011-9EF39F68FB91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AF018333-5BBE-BC50-0B05-F7D2EB88F524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478EAD8-5227-18D4-7BAC-C330D2F6B529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A8F31C6-59BF-16E7-5CC4-4C37F71F6ABE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4522F0B-A7BE-2E45-17C5-CEE7F26F1886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859A5A55-29E1-31FC-64EC-893882666139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692A08D-FAD8-C787-631E-AF426A99AF5E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4E32A61D-0A46-DA54-1668-6E44AC16C822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D3F76520-9DAF-F56F-FD98-8249FA9EBCBD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471D0FA8-029A-F4CF-9A8E-F6983AF68BF3}"/>
              </a:ext>
            </a:extLst>
          </p:cNvPr>
          <p:cNvGrpSpPr/>
          <p:nvPr/>
        </p:nvGrpSpPr>
        <p:grpSpPr>
          <a:xfrm>
            <a:off x="2176627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A75192FC-C68B-C246-8D2C-6A23ADA586E7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F431E7EA-BC18-1C09-E9CC-8A73D817994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2FAE9953-8722-5F94-B14C-DB91600F96D2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2FA88047-88FB-CEDF-4168-5C1DE0C554E8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D76C77D-1234-EC83-C6A4-27ACAD448FE0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E0FF8B8C-8C97-5B5F-E6FB-BC4ACA12BC24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38BB41AE-AFC8-08CF-80A8-8F3ABAFAE3B8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654AAF09-2879-5BD2-6E48-10B685D05E65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F1521261-82AB-FE49-A33A-ED64A463DB1D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A13BE42A-196C-3EEF-33A7-7E19EC613783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3E96DF91-A5E5-FF85-1912-B27E05A1ED23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F6821400-31E9-FE76-F6D9-22B8AD0158D2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14D529DB-17BF-2947-B4CF-6227F6C79422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17DF6043-75AB-D303-0F16-5B34C5871AD0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5C5EB424-C73C-F660-F625-1C358A2A9796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A062F8A5-0C36-2DA1-171F-BC0C35685707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C2B236D4-7B6C-D3E8-5E86-99AEFC27A3C1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CC5693B7-D59F-5CC7-8F85-DB13B6E5C34C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9479FCEB-9EBC-4C48-D9DC-302D51A272A9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DB44B51A-E03E-CAEA-E3CB-1DE51A70EECE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F60A0A66-556F-CE3C-9A11-D996C443FAF7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35114796-DE4C-5772-F756-482407C8B72B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2F2D410E-3434-2C0B-DCB0-2F9133711234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2F93B0E2-30A3-B07C-E78C-99E97B1AB747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138759FF-B741-EA6D-FD13-3A5A0DBDD683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80219A67-3350-13AD-F733-C21734FCCEED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99D070BD-9CF1-9A3C-38B5-07FB475528FA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ED528954-DD96-33F0-2AA4-4AA08489F618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7C8561B6-2ECC-002E-CA57-C2E9F59C5E71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CAA19FB3-22D9-F385-97F7-DFB7934FA253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03972ED7-9F71-D144-DCFC-A085D86917B6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0E6D5737-F265-A40A-D9E5-ACCB69F4C46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38369005-AC35-4810-0BFE-9A6F0C36813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F23DC493-8E18-626E-F93F-1FFDBEF7A8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051CEF5F-4C13-F2E8-D0A9-780C3F5774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78AE1FB8-4966-5238-C7A6-5C5271AB82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8DAC54E6-6BE5-83BA-05E1-F37D7723E4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5CB0BC35-057B-AA54-895A-23E35138CC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428AC7D9-E483-1404-33B1-9BB92DC5F0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EA4FD1E9-2F0F-6480-F438-580125C104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865708F2-268D-D636-0CEE-AC3D1506DA8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1593012-3225-A99F-FA34-A5888A9FE9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F666B78D-50BC-92B7-2683-4AB1ECA9BA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879A064D-B0F6-30AB-E855-3A0871D958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FBBB3B38-7070-03FA-6A53-ECE9DCD517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659D9F12-7E27-0A42-A61C-D9CB757E51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F7F3438-96CD-084F-A989-F8D5E2993E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F161A1DF-8324-8797-D1B6-16502EFD8F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42E9BCD2-1CC2-A91B-A6C2-A488E4A290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DB6463B8-0F41-6472-55EF-796EF97D29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C546CE91-EE72-2EAD-209B-3B0197ABE826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39272F0A-1395-83D6-27CF-F9B2BB5D75E6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14919863-C0A8-0DEC-EFC9-BEFEFF36AB2C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4642957E-41E6-4D14-6832-7668A4737818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EECDF8F1-E742-4DE4-FE50-3A25688C7C54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2DA542E3-D691-3C19-AB59-A8CE2482FBDB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55292065-46E6-CAD7-0000-8A416535D5EE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05B4C5CF-D68C-54C2-D83B-519B1010ABB7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E210B076-44F2-130B-33FD-B2714467FD06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3C1CBD26-5226-FE09-E247-E00F19F0B3FB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DAB5AB2D-CA18-9ABB-C3FB-CE1A0744A0A2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4733E13E-6E7A-A6C3-20FB-C95297238D42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C92E997D-DADE-11D4-9D4E-052E29A7BF04}"/>
              </a:ext>
            </a:extLst>
          </p:cNvPr>
          <p:cNvGrpSpPr/>
          <p:nvPr/>
        </p:nvGrpSpPr>
        <p:grpSpPr>
          <a:xfrm>
            <a:off x="4280847" y="592357"/>
            <a:ext cx="2143142" cy="1794878"/>
            <a:chOff x="4393050" y="572466"/>
            <a:chExt cx="2143142" cy="1794878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44E023A3-AA5E-5CA9-C3C6-E0D8DAF25B4A}"/>
                </a:ext>
              </a:extLst>
            </p:cNvPr>
            <p:cNvGrpSpPr/>
            <p:nvPr/>
          </p:nvGrpSpPr>
          <p:grpSpPr>
            <a:xfrm>
              <a:off x="4393050" y="572466"/>
              <a:ext cx="1819411" cy="1794878"/>
              <a:chOff x="4750305" y="521896"/>
              <a:chExt cx="1819411" cy="1794878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E857A2FF-3162-DFEE-223C-90D5DA19BDF8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5C41F165-AB04-0692-FB5D-9EC636669667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AFE50BB0-A4E4-1623-2734-A31FBD721520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484A44CB-B8BC-378A-C86F-2BA08F414961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A3FFB8CA-8433-608D-6CA0-C3CCAB7716BF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91E4ABC6-BAFB-1AF9-DCCC-A3E4F21ED6EC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F80C8DC4-D533-1D8E-F562-7C59A4F43CE2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589F0544-BB23-C062-B94F-0CDA54709C34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E2F3123D-5648-CE23-52C7-7C3977ACE780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98F66B2D-4DA6-9823-A8BA-789B8C91E463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B404A535-CB29-0DB8-9A9D-F1AAFE1C5A3B}"/>
                  </a:ext>
                </a:extLst>
              </p:cNvPr>
              <p:cNvCxnSpPr>
                <a:cxnSpLocks/>
                <a:stCxn id="630" idx="4"/>
                <a:endCxn id="629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F9FB1BA7-EFFC-853F-799A-31D347616747}"/>
                  </a:ext>
                </a:extLst>
              </p:cNvPr>
              <p:cNvCxnSpPr>
                <a:cxnSpLocks/>
                <a:stCxn id="629" idx="7"/>
                <a:endCxn id="631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BE525AC4-ECF1-1B0D-C9CE-64AA83879FC2}"/>
                  </a:ext>
                </a:extLst>
              </p:cNvPr>
              <p:cNvCxnSpPr>
                <a:cxnSpLocks/>
                <a:stCxn id="631" idx="6"/>
                <a:endCxn id="632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DDD2B4DA-89AC-1763-A272-EEBDBA1F75A1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A160AD66-0E3C-A821-776E-6D967622C73B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3818A035-9C51-6E9F-B1F6-D99709041EDD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9F873D52-58AA-C4E5-69F0-9CF857BBE6FA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D0713F06-3EE5-2725-ED14-CF1FA5070012}"/>
                  </a:ext>
                </a:extLst>
              </p:cNvPr>
              <p:cNvCxnSpPr>
                <a:cxnSpLocks/>
                <a:stCxn id="630" idx="6"/>
                <a:endCxn id="631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E76BD987-F8E0-DA5A-7E56-2FA108B78847}"/>
                  </a:ext>
                </a:extLst>
              </p:cNvPr>
              <p:cNvGrpSpPr/>
              <p:nvPr/>
            </p:nvGrpSpPr>
            <p:grpSpPr>
              <a:xfrm>
                <a:off x="5630457" y="1729634"/>
                <a:ext cx="809982" cy="169453"/>
                <a:chOff x="4408406" y="1490216"/>
                <a:chExt cx="809982" cy="169453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F46B2F09-FB0A-8857-60AE-23D3069750B2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21719CCA-424A-556A-8F12-9DAA8664BC86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D3F60EFE-D184-63C0-9E44-D953EA237BB6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D83CF43F-F100-9589-DCA5-10E75E20B69D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BDBA23BA-DE33-5104-980E-2489ABCF8E2D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0A59F5C9-AEBF-23AB-41D0-504C505E62D5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DD515200-20B6-E2FC-02C5-8E5884B6A8B6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E959D45F-BC68-B502-25A4-3B7C39787499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4AEA1D33-C9AA-BBA9-0D5C-3100CACC1EB6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1262E82B-A54A-DB2A-7F87-67F66312270A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F45D83B7-6D72-505D-6E4C-373186A28C39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CB835E7D-C797-E702-B916-0BF25FEF9CD0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6DE4720A-FB9D-0AF7-7AA7-4BE6E0E622D6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3C644915-9F79-8A3E-4783-623D6BFD799F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F8BF1CFC-02A1-D262-99DA-8513A66546E8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114F1168-E313-4648-71FD-5CF89911ED46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DF38A4E5-C35D-BD45-8FA8-4C6F0D2812C4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9EC3EC6C-DD2C-C639-522F-FFD389768AD3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B7179BEA-993B-3CDF-6289-6E7E1DE59023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9088AE5B-0D75-9418-9097-1DD9851B2DB8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0B2C1607-3627-B96B-3299-B9798F568CB9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5C6EA7DD-D071-0245-DD62-C2A4BA7377CA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9B05D793-2528-31F9-0274-ADE988560443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896FB16F-FF28-6777-3AC4-576C3C7C30E6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44C79E00-0AB0-867C-21BC-637FBB9E2EE2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93317291-1BAF-FBE5-85F4-5916D249889F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545A3B5C-15DA-DEBE-BABA-8DE473191AEA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851AE272-548F-91DC-785A-C3628366A54E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53FDADDD-BB54-7F4B-2132-5D37D74D2F81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E82CBA60-1F9A-8B9D-4102-B0F2BE8FFEA8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20EEB7AD-B26D-1A7D-499D-EE797A837FC7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5FB51F07-54BB-E69E-30CD-3A91CA0D4FEE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ADD36860-D2CC-6B95-868F-A035E3990948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76456A7B-99A4-A239-F94B-E3BA3876152F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245027E9-87CE-4BD4-5A77-C81A3F7B50B7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F320D46B-3FDE-D0FD-D7A5-725724FA2F2F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DE969DCB-2EF1-456D-38EE-5D6CF6FF9D93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9F293ADD-6EAD-96D2-7294-39D2F9FE6947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25B6D1BC-101A-A09E-EABF-37F319245660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187711E7-7FA7-6634-8BC0-3DA53A7F7B68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C1427103-18F8-862B-A297-7AC1E220776C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BD9781C4-BBD7-687F-7BE5-AB8B89B6FCC8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A92103EB-11EE-2852-90A0-2AF9DB309945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585EC6F5-E58E-F313-47BC-5F102720F433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43508518-1239-5605-58C0-C8884FE1D77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21198D58-749A-D73A-B59B-F8E41326F521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E0EB7237-838F-71BD-1E05-D7C86E27E8FB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1B53E47D-00CD-01ED-C831-962386FAC7FB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6C0D23C8-DB9C-9F99-1A3A-03C06A15725E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8F61F9BC-F03D-C608-2BE7-A6B155DD441C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047E2BFF-BDC7-FAC4-51A9-0014FD088BA2}"/>
              </a:ext>
            </a:extLst>
          </p:cNvPr>
          <p:cNvSpPr/>
          <p:nvPr/>
        </p:nvSpPr>
        <p:spPr>
          <a:xfrm>
            <a:off x="6434708" y="326970"/>
            <a:ext cx="1292537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ADEEE324-A0C1-E2DA-19E6-E52D39668725}"/>
              </a:ext>
            </a:extLst>
          </p:cNvPr>
          <p:cNvSpPr/>
          <p:nvPr/>
        </p:nvSpPr>
        <p:spPr>
          <a:xfrm>
            <a:off x="6192447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0C9D6ECF-D9BE-089F-25AA-5678F468A29D}"/>
              </a:ext>
            </a:extLst>
          </p:cNvPr>
          <p:cNvSpPr/>
          <p:nvPr/>
        </p:nvSpPr>
        <p:spPr>
          <a:xfrm>
            <a:off x="6502607" y="594182"/>
            <a:ext cx="1154060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A2311FF6-D4CE-73E2-5041-70D8EDFFC2A2}"/>
              </a:ext>
            </a:extLst>
          </p:cNvPr>
          <p:cNvSpPr/>
          <p:nvPr/>
        </p:nvSpPr>
        <p:spPr>
          <a:xfrm>
            <a:off x="6502607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A9B09E70-0119-2FBB-3D35-D8FCE7459358}"/>
              </a:ext>
            </a:extLst>
          </p:cNvPr>
          <p:cNvSpPr/>
          <p:nvPr/>
        </p:nvSpPr>
        <p:spPr>
          <a:xfrm>
            <a:off x="7078235" y="837446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1D790A13-5AA3-F263-DFAB-D44D56680FBE}"/>
              </a:ext>
            </a:extLst>
          </p:cNvPr>
          <p:cNvSpPr/>
          <p:nvPr/>
        </p:nvSpPr>
        <p:spPr>
          <a:xfrm>
            <a:off x="6501600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5CBFF98B-EDEB-76FD-8ABB-1A9E0E23C03B}"/>
              </a:ext>
            </a:extLst>
          </p:cNvPr>
          <p:cNvSpPr/>
          <p:nvPr/>
        </p:nvSpPr>
        <p:spPr>
          <a:xfrm>
            <a:off x="7077600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322995E7-A685-2437-93B0-4262F2EB274E}"/>
              </a:ext>
            </a:extLst>
          </p:cNvPr>
          <p:cNvSpPr/>
          <p:nvPr/>
        </p:nvSpPr>
        <p:spPr>
          <a:xfrm>
            <a:off x="6501600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DCB2EDCB-F017-BE80-4DE7-0D75C9910E28}"/>
              </a:ext>
            </a:extLst>
          </p:cNvPr>
          <p:cNvSpPr/>
          <p:nvPr/>
        </p:nvSpPr>
        <p:spPr>
          <a:xfrm>
            <a:off x="7077600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C6D3A5A6-0043-4BF8-1541-9307FF76BCA2}"/>
              </a:ext>
            </a:extLst>
          </p:cNvPr>
          <p:cNvSpPr/>
          <p:nvPr/>
        </p:nvSpPr>
        <p:spPr>
          <a:xfrm>
            <a:off x="650160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670593D4-947B-718C-7153-1B7761FD3DE6}"/>
              </a:ext>
            </a:extLst>
          </p:cNvPr>
          <p:cNvSpPr txBox="1"/>
          <p:nvPr/>
        </p:nvSpPr>
        <p:spPr>
          <a:xfrm>
            <a:off x="6388137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cxnSp>
        <p:nvCxnSpPr>
          <p:cNvPr id="888" name="Straight Arrow Connector 887">
            <a:extLst>
              <a:ext uri="{FF2B5EF4-FFF2-40B4-BE49-F238E27FC236}">
                <a16:creationId xmlns:a16="http://schemas.microsoft.com/office/drawing/2014/main" id="{1AEAC258-A5DF-F8AB-B53E-174A1A426C71}"/>
              </a:ext>
            </a:extLst>
          </p:cNvPr>
          <p:cNvCxnSpPr>
            <a:cxnSpLocks/>
            <a:stCxn id="629" idx="6"/>
            <a:endCxn id="632" idx="2"/>
          </p:cNvCxnSpPr>
          <p:nvPr/>
        </p:nvCxnSpPr>
        <p:spPr>
          <a:xfrm flipV="1">
            <a:off x="5328175" y="1563140"/>
            <a:ext cx="460468" cy="1304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115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B76DE3A8-98A5-5D29-5616-80295A96EC1F}"/>
              </a:ext>
            </a:extLst>
          </p:cNvPr>
          <p:cNvGrpSpPr/>
          <p:nvPr/>
        </p:nvGrpSpPr>
        <p:grpSpPr>
          <a:xfrm>
            <a:off x="1048663" y="480063"/>
            <a:ext cx="1777425" cy="1910920"/>
            <a:chOff x="2014238" y="753357"/>
            <a:chExt cx="1435100" cy="1503341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500DE4A-23CC-B656-4116-01A1390AD1BA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423D753-BCBD-3BD7-902A-111865F9B592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9FE8268-46E6-617D-C6B3-777CB12FB1B7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1AC2CB5-6AEC-3883-16FD-3618B15BFC19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B8E867AB-D010-C134-7643-84A428E4278C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09F69D95-5B41-F4C6-42AC-F59C1F7A93F0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B1B56955-C92C-C57A-9084-2661065C7A98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437B1201-9AAC-00EF-4765-43AF35F983E2}"/>
                  </a:ext>
                </a:extLst>
              </p:cNvPr>
              <p:cNvCxnSpPr>
                <a:cxnSpLocks/>
                <a:stCxn id="138" idx="5"/>
                <a:endCxn id="123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323FCF55-79CE-991A-8F17-9AF007DEC6CC}"/>
                  </a:ext>
                </a:extLst>
              </p:cNvPr>
              <p:cNvCxnSpPr>
                <a:cxnSpLocks/>
                <a:stCxn id="130" idx="0"/>
                <a:endCxn id="13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37CF30B3-E06C-36B4-442E-5F5E4768216A}"/>
                  </a:ext>
                </a:extLst>
              </p:cNvPr>
              <p:cNvCxnSpPr>
                <a:cxnSpLocks/>
                <a:stCxn id="130" idx="6"/>
                <a:endCxn id="123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FF1131C5-F6A8-F681-02AE-1C6FFDA9352B}"/>
                  </a:ext>
                </a:extLst>
              </p:cNvPr>
              <p:cNvCxnSpPr>
                <a:cxnSpLocks/>
                <a:stCxn id="132" idx="7"/>
                <a:endCxn id="123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15662985-6434-E29D-1C28-D52AA23CC76C}"/>
                  </a:ext>
                </a:extLst>
              </p:cNvPr>
              <p:cNvCxnSpPr>
                <a:cxnSpLocks/>
                <a:stCxn id="132" idx="1"/>
                <a:endCxn id="130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969DB4CD-F556-F94C-E1B6-7F4E854173E5}"/>
                  </a:ext>
                </a:extLst>
              </p:cNvPr>
              <p:cNvCxnSpPr>
                <a:cxnSpLocks/>
                <a:stCxn id="138" idx="4"/>
                <a:endCxn id="132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B0977809-033A-E346-7BF7-2F35A53576BB}"/>
                  </a:ext>
                </a:extLst>
              </p:cNvPr>
              <p:cNvCxnSpPr>
                <a:cxnSpLocks/>
                <a:stCxn id="123" idx="6"/>
                <a:endCxn id="135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57F68005-1EF3-90A8-B2A0-D689B087B7DE}"/>
                  </a:ext>
                </a:extLst>
              </p:cNvPr>
              <p:cNvCxnSpPr>
                <a:cxnSpLocks/>
                <a:stCxn id="135" idx="6"/>
                <a:endCxn id="136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CCC5658A-9A6C-1505-6A9A-8266D382C00D}"/>
                  </a:ext>
                </a:extLst>
              </p:cNvPr>
              <p:cNvCxnSpPr>
                <a:cxnSpLocks/>
                <a:stCxn id="136" idx="1"/>
                <a:endCxn id="137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04DED18E-6F53-67AE-F64B-9189104C2DAF}"/>
                  </a:ext>
                </a:extLst>
              </p:cNvPr>
              <p:cNvCxnSpPr>
                <a:cxnSpLocks/>
                <a:stCxn id="137" idx="6"/>
                <a:endCxn id="125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67D3C3F9-72F3-7D82-57ED-A03361639F51}"/>
                  </a:ext>
                </a:extLst>
              </p:cNvPr>
              <p:cNvCxnSpPr>
                <a:cxnSpLocks/>
                <a:stCxn id="125" idx="4"/>
                <a:endCxn id="136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0CCCA393-D4BC-9D3F-5840-C33EC30F06B0}"/>
                  </a:ext>
                </a:extLst>
              </p:cNvPr>
              <p:cNvCxnSpPr>
                <a:cxnSpLocks/>
                <a:stCxn id="127" idx="3"/>
                <a:endCxn id="128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136367AA-1036-8C34-7704-A86203384D2D}"/>
                  </a:ext>
                </a:extLst>
              </p:cNvPr>
              <p:cNvCxnSpPr>
                <a:cxnSpLocks/>
                <a:stCxn id="128" idx="6"/>
                <a:endCxn id="129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248011F4-E6C3-035B-4E06-299ED7EAAC4D}"/>
                  </a:ext>
                </a:extLst>
              </p:cNvPr>
              <p:cNvCxnSpPr>
                <a:cxnSpLocks/>
                <a:stCxn id="129" idx="0"/>
                <a:endCxn id="127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5EDA3896-4ED1-783E-8FDA-93AA5C119580}"/>
                  </a:ext>
                </a:extLst>
              </p:cNvPr>
              <p:cNvCxnSpPr>
                <a:cxnSpLocks/>
                <a:stCxn id="126" idx="6"/>
                <a:endCxn id="120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69A2472C-F71E-7214-54EA-F46D20289A03}"/>
                  </a:ext>
                </a:extLst>
              </p:cNvPr>
              <p:cNvCxnSpPr>
                <a:cxnSpLocks/>
                <a:stCxn id="120" idx="0"/>
                <a:endCxn id="124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DDD018B3-43BD-7AEB-F2FD-80FD4FEA58B4}"/>
                  </a:ext>
                </a:extLst>
              </p:cNvPr>
              <p:cNvCxnSpPr>
                <a:cxnSpLocks/>
                <a:stCxn id="124" idx="2"/>
                <a:endCxn id="131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40543D64-5258-640F-4CA7-AA2878F3C6FF}"/>
                  </a:ext>
                </a:extLst>
              </p:cNvPr>
              <p:cNvCxnSpPr>
                <a:cxnSpLocks/>
                <a:stCxn id="131" idx="4"/>
                <a:endCxn id="126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1EEB36B7-4622-49A2-50DA-7ED75C020DE1}"/>
                  </a:ext>
                </a:extLst>
              </p:cNvPr>
              <p:cNvCxnSpPr>
                <a:cxnSpLocks/>
                <a:stCxn id="126" idx="4"/>
                <a:endCxn id="133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FCA3D916-FF4D-ED33-B9B0-78CDFA2D1AEE}"/>
                  </a:ext>
                </a:extLst>
              </p:cNvPr>
              <p:cNvCxnSpPr>
                <a:cxnSpLocks/>
                <a:stCxn id="133" idx="6"/>
                <a:endCxn id="12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89854271-FB1C-7B88-C393-544635DAD272}"/>
                  </a:ext>
                </a:extLst>
              </p:cNvPr>
              <p:cNvCxnSpPr>
                <a:cxnSpLocks/>
                <a:stCxn id="123" idx="0"/>
                <a:endCxn id="134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609C3C8A-C1AD-8939-BEC0-CA536AC9A374}"/>
                  </a:ext>
                </a:extLst>
              </p:cNvPr>
              <p:cNvCxnSpPr>
                <a:cxnSpLocks/>
                <a:stCxn id="132" idx="4"/>
                <a:endCxn id="127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05B78A90-BCDC-486A-F286-058AB0F5B690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109" name="Group 108">
                  <a:extLst>
                    <a:ext uri="{FF2B5EF4-FFF2-40B4-BE49-F238E27FC236}">
                      <a16:creationId xmlns:a16="http://schemas.microsoft.com/office/drawing/2014/main" id="{DB6206D0-DC9A-D1AD-7A4C-AD7A0441D06D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119" name="Group 118">
                    <a:extLst>
                      <a:ext uri="{FF2B5EF4-FFF2-40B4-BE49-F238E27FC236}">
                        <a16:creationId xmlns:a16="http://schemas.microsoft.com/office/drawing/2014/main" id="{8548315A-54D6-8FFB-FDD7-74E39F042071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121" name="Group 120">
                      <a:extLst>
                        <a:ext uri="{FF2B5EF4-FFF2-40B4-BE49-F238E27FC236}">
                          <a16:creationId xmlns:a16="http://schemas.microsoft.com/office/drawing/2014/main" id="{176FA332-AC77-73B4-67E3-432865DCF13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123" name="Oval 122">
                        <a:extLst>
                          <a:ext uri="{FF2B5EF4-FFF2-40B4-BE49-F238E27FC236}">
                            <a16:creationId xmlns:a16="http://schemas.microsoft.com/office/drawing/2014/main" id="{437D54DE-B184-C783-2BCD-FCC2B7FA69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124" name="Oval 123">
                        <a:extLst>
                          <a:ext uri="{FF2B5EF4-FFF2-40B4-BE49-F238E27FC236}">
                            <a16:creationId xmlns:a16="http://schemas.microsoft.com/office/drawing/2014/main" id="{2656A978-58D1-D0DD-F31F-182929B37A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5" name="Oval 124">
                        <a:extLst>
                          <a:ext uri="{FF2B5EF4-FFF2-40B4-BE49-F238E27FC236}">
                            <a16:creationId xmlns:a16="http://schemas.microsoft.com/office/drawing/2014/main" id="{06CC9EC8-9C4B-D867-E339-10E4D82344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126" name="Oval 125">
                        <a:extLst>
                          <a:ext uri="{FF2B5EF4-FFF2-40B4-BE49-F238E27FC236}">
                            <a16:creationId xmlns:a16="http://schemas.microsoft.com/office/drawing/2014/main" id="{471A54F7-970D-E781-8752-61376EC49A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7" name="Oval 126">
                        <a:extLst>
                          <a:ext uri="{FF2B5EF4-FFF2-40B4-BE49-F238E27FC236}">
                            <a16:creationId xmlns:a16="http://schemas.microsoft.com/office/drawing/2014/main" id="{474D541F-53C8-15D1-3EEA-2FEE14F63C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8" name="Oval 127">
                        <a:extLst>
                          <a:ext uri="{FF2B5EF4-FFF2-40B4-BE49-F238E27FC236}">
                            <a16:creationId xmlns:a16="http://schemas.microsoft.com/office/drawing/2014/main" id="{168092CC-89E1-C8AE-223A-5583FE56AD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29" name="Oval 128">
                        <a:extLst>
                          <a:ext uri="{FF2B5EF4-FFF2-40B4-BE49-F238E27FC236}">
                            <a16:creationId xmlns:a16="http://schemas.microsoft.com/office/drawing/2014/main" id="{79B765DA-BBD3-21B0-7B84-A33E13D4EB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0" name="Oval 129">
                        <a:extLst>
                          <a:ext uri="{FF2B5EF4-FFF2-40B4-BE49-F238E27FC236}">
                            <a16:creationId xmlns:a16="http://schemas.microsoft.com/office/drawing/2014/main" id="{F72F7760-522C-39BF-5D34-F0A53882A3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131" name="Oval 130">
                        <a:extLst>
                          <a:ext uri="{FF2B5EF4-FFF2-40B4-BE49-F238E27FC236}">
                            <a16:creationId xmlns:a16="http://schemas.microsoft.com/office/drawing/2014/main" id="{943028C8-5FF9-7E48-F96B-8D452ADE1F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2" name="Oval 131">
                        <a:extLst>
                          <a:ext uri="{FF2B5EF4-FFF2-40B4-BE49-F238E27FC236}">
                            <a16:creationId xmlns:a16="http://schemas.microsoft.com/office/drawing/2014/main" id="{2415FC9C-64ED-4864-D802-6D62620959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133" name="Oval 132">
                        <a:extLst>
                          <a:ext uri="{FF2B5EF4-FFF2-40B4-BE49-F238E27FC236}">
                            <a16:creationId xmlns:a16="http://schemas.microsoft.com/office/drawing/2014/main" id="{76BD5686-99E8-010E-251D-0092FCE4B8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34" name="Oval 133">
                        <a:extLst>
                          <a:ext uri="{FF2B5EF4-FFF2-40B4-BE49-F238E27FC236}">
                            <a16:creationId xmlns:a16="http://schemas.microsoft.com/office/drawing/2014/main" id="{40029736-DA80-C35A-7CB7-5F480BF4E6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135" name="Oval 134">
                        <a:extLst>
                          <a:ext uri="{FF2B5EF4-FFF2-40B4-BE49-F238E27FC236}">
                            <a16:creationId xmlns:a16="http://schemas.microsoft.com/office/drawing/2014/main" id="{E2AF2023-DCCE-A2E5-5542-AA3F1742C5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136" name="Oval 135">
                        <a:extLst>
                          <a:ext uri="{FF2B5EF4-FFF2-40B4-BE49-F238E27FC236}">
                            <a16:creationId xmlns:a16="http://schemas.microsoft.com/office/drawing/2014/main" id="{7B49AD09-FEF4-03AB-9511-99838599CA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137" name="Oval 136">
                        <a:extLst>
                          <a:ext uri="{FF2B5EF4-FFF2-40B4-BE49-F238E27FC236}">
                            <a16:creationId xmlns:a16="http://schemas.microsoft.com/office/drawing/2014/main" id="{86B5D48D-BBAE-0213-214C-AB14F69B5F3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138" name="Oval 137">
                        <a:extLst>
                          <a:ext uri="{FF2B5EF4-FFF2-40B4-BE49-F238E27FC236}">
                            <a16:creationId xmlns:a16="http://schemas.microsoft.com/office/drawing/2014/main" id="{1930DBB7-8B73-5E61-27A1-96BF619BA0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122" name="Oval 121">
                      <a:extLst>
                        <a:ext uri="{FF2B5EF4-FFF2-40B4-BE49-F238E27FC236}">
                          <a16:creationId xmlns:a16="http://schemas.microsoft.com/office/drawing/2014/main" id="{A0108127-99FD-3317-38FD-4476BBA8CE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20" name="Oval 119">
                    <a:extLst>
                      <a:ext uri="{FF2B5EF4-FFF2-40B4-BE49-F238E27FC236}">
                        <a16:creationId xmlns:a16="http://schemas.microsoft.com/office/drawing/2014/main" id="{62DB954C-15D2-812D-F43E-7970B27203AF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C1F9A704-7597-79D8-7284-700EAD237E47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FA0F35C5-8FAB-E90E-7216-1CB1C8E2CB68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983F6AFF-1C55-0446-C864-7522030BEC6E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0D686DCC-0F49-7A78-9534-53EFBFAE100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5EBDD03E-23A8-8E7B-9A51-4DFBF0DE8A8C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21893AB6-335A-608A-22DC-1C14FF494170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E408C37E-7729-A858-FD3F-B70A590984E4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07403F57-06CB-57E2-8CD6-046A064F9A85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DE27F044-F056-5838-894C-72C688D9BF1A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B5A86A6-FFFE-8594-F4C6-1575CC458A54}"/>
                </a:ext>
              </a:extLst>
            </p:cNvPr>
            <p:cNvCxnSpPr>
              <a:cxnSpLocks/>
              <a:stCxn id="123" idx="7"/>
              <a:endCxn id="137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A45469EA-1B27-146B-A245-7730C329B63C}"/>
                </a:ext>
              </a:extLst>
            </p:cNvPr>
            <p:cNvCxnSpPr>
              <a:cxnSpLocks/>
              <a:stCxn id="127" idx="7"/>
              <a:endCxn id="135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822E7BD-5E99-1117-14D1-8A6E0CA6899C}"/>
              </a:ext>
            </a:extLst>
          </p:cNvPr>
          <p:cNvGrpSpPr/>
          <p:nvPr/>
        </p:nvGrpSpPr>
        <p:grpSpPr>
          <a:xfrm>
            <a:off x="4355006" y="545533"/>
            <a:ext cx="2143142" cy="1794878"/>
            <a:chOff x="4393050" y="572466"/>
            <a:chExt cx="2143142" cy="1794878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9363474A-7B68-31AD-EA57-17A7CC72168D}"/>
                </a:ext>
              </a:extLst>
            </p:cNvPr>
            <p:cNvGrpSpPr/>
            <p:nvPr/>
          </p:nvGrpSpPr>
          <p:grpSpPr>
            <a:xfrm>
              <a:off x="4393050" y="572466"/>
              <a:ext cx="1822672" cy="1794878"/>
              <a:chOff x="4750305" y="521896"/>
              <a:chExt cx="1822672" cy="1794878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A3199E0C-7F66-8330-5935-866E9629746D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204" name="Group 203">
                  <a:extLst>
                    <a:ext uri="{FF2B5EF4-FFF2-40B4-BE49-F238E27FC236}">
                      <a16:creationId xmlns:a16="http://schemas.microsoft.com/office/drawing/2014/main" id="{59F8B492-F93E-285E-83CF-814AA8247D9D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206" name="Rectangle 205">
                    <a:extLst>
                      <a:ext uri="{FF2B5EF4-FFF2-40B4-BE49-F238E27FC236}">
                        <a16:creationId xmlns:a16="http://schemas.microsoft.com/office/drawing/2014/main" id="{6716C644-6E70-A427-8815-1E1475BE33F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7" name="Oval 206">
                    <a:extLst>
                      <a:ext uri="{FF2B5EF4-FFF2-40B4-BE49-F238E27FC236}">
                        <a16:creationId xmlns:a16="http://schemas.microsoft.com/office/drawing/2014/main" id="{2E653608-BC16-E09E-2C78-6D76AE829E90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208" name="Straight Arrow Connector 207">
                    <a:extLst>
                      <a:ext uri="{FF2B5EF4-FFF2-40B4-BE49-F238E27FC236}">
                        <a16:creationId xmlns:a16="http://schemas.microsoft.com/office/drawing/2014/main" id="{EC7B2EBE-8AEA-9BB9-B7E8-6854D01714EC}"/>
                      </a:ext>
                    </a:extLst>
                  </p:cNvPr>
                  <p:cNvCxnSpPr>
                    <a:cxnSpLocks/>
                    <a:stCxn id="207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9" name="TextBox 208">
                    <a:extLst>
                      <a:ext uri="{FF2B5EF4-FFF2-40B4-BE49-F238E27FC236}">
                        <a16:creationId xmlns:a16="http://schemas.microsoft.com/office/drawing/2014/main" id="{CE466863-91DD-D218-2A25-FB2701659F1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10" name="Rectangle 209">
                    <a:extLst>
                      <a:ext uri="{FF2B5EF4-FFF2-40B4-BE49-F238E27FC236}">
                        <a16:creationId xmlns:a16="http://schemas.microsoft.com/office/drawing/2014/main" id="{8BEF2931-F18D-6955-D792-36B04C66C4F4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1" name="Rectangle 210">
                    <a:extLst>
                      <a:ext uri="{FF2B5EF4-FFF2-40B4-BE49-F238E27FC236}">
                        <a16:creationId xmlns:a16="http://schemas.microsoft.com/office/drawing/2014/main" id="{724F544F-7ABF-1F3D-E6EE-677450F2BF82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12" name="TextBox 211">
                    <a:extLst>
                      <a:ext uri="{FF2B5EF4-FFF2-40B4-BE49-F238E27FC236}">
                        <a16:creationId xmlns:a16="http://schemas.microsoft.com/office/drawing/2014/main" id="{764D4EF1-A8AE-D9C5-E98F-5CC483060C1D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05" name="Rectangle 204">
                  <a:extLst>
                    <a:ext uri="{FF2B5EF4-FFF2-40B4-BE49-F238E27FC236}">
                      <a16:creationId xmlns:a16="http://schemas.microsoft.com/office/drawing/2014/main" id="{863B7D2A-D32B-EDD1-A5E9-BC9EEA2AFB5F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43" name="Straight Arrow Connector 142">
                <a:extLst>
                  <a:ext uri="{FF2B5EF4-FFF2-40B4-BE49-F238E27FC236}">
                    <a16:creationId xmlns:a16="http://schemas.microsoft.com/office/drawing/2014/main" id="{A00380E3-1836-08A9-D214-C7B9650F75E9}"/>
                  </a:ext>
                </a:extLst>
              </p:cNvPr>
              <p:cNvCxnSpPr>
                <a:cxnSpLocks/>
                <a:stCxn id="147" idx="4"/>
                <a:endCxn id="146" idx="0"/>
              </p:cNvCxnSpPr>
              <p:nvPr/>
            </p:nvCxnSpPr>
            <p:spPr>
              <a:xfrm flipH="1">
                <a:off x="5713046" y="1262981"/>
                <a:ext cx="1999" cy="14662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708B53A8-ADC2-8C83-C4CA-3041FF7C2248}"/>
                  </a:ext>
                </a:extLst>
              </p:cNvPr>
              <p:cNvCxnSpPr>
                <a:cxnSpLocks/>
                <a:stCxn id="146" idx="7"/>
                <a:endCxn id="148" idx="2"/>
              </p:cNvCxnSpPr>
              <p:nvPr/>
            </p:nvCxnSpPr>
            <p:spPr>
              <a:xfrm flipV="1">
                <a:off x="5772858" y="1328712"/>
                <a:ext cx="206469" cy="10560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C32C77EB-AA67-26B4-70A3-9BA4B28C9DFD}"/>
                  </a:ext>
                </a:extLst>
              </p:cNvPr>
              <p:cNvCxnSpPr>
                <a:cxnSpLocks/>
                <a:stCxn id="148" idx="6"/>
                <a:endCxn id="149" idx="1"/>
              </p:cNvCxnSpPr>
              <p:nvPr/>
            </p:nvCxnSpPr>
            <p:spPr>
              <a:xfrm>
                <a:off x="6148502" y="1328712"/>
                <a:ext cx="134374" cy="10430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9ACB2A11-912D-CFAF-85ED-2B1DD647EA80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DCA70B47-D1CB-DE44-DE71-3AE7B664C304}"/>
                  </a:ext>
                </a:extLst>
              </p:cNvPr>
              <p:cNvSpPr/>
              <p:nvPr/>
            </p:nvSpPr>
            <p:spPr>
              <a:xfrm>
                <a:off x="5630457" y="1094223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87C07107-053E-6CC9-94DB-33E0B87D43C0}"/>
                  </a:ext>
                </a:extLst>
              </p:cNvPr>
              <p:cNvSpPr/>
              <p:nvPr/>
            </p:nvSpPr>
            <p:spPr>
              <a:xfrm>
                <a:off x="5979327" y="124433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23A4984B-C370-0855-E9BD-F771BE665BD7}"/>
                  </a:ext>
                </a:extLst>
              </p:cNvPr>
              <p:cNvSpPr/>
              <p:nvPr/>
            </p:nvSpPr>
            <p:spPr>
              <a:xfrm>
                <a:off x="6258101" y="1408300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F5BFBEC8-41A1-C97C-56FF-FF2CE576B8CB}"/>
                  </a:ext>
                </a:extLst>
              </p:cNvPr>
              <p:cNvCxnSpPr>
                <a:cxnSpLocks/>
                <a:stCxn id="147" idx="6"/>
                <a:endCxn id="148" idx="1"/>
              </p:cNvCxnSpPr>
              <p:nvPr/>
            </p:nvCxnSpPr>
            <p:spPr>
              <a:xfrm>
                <a:off x="5799632" y="1178602"/>
                <a:ext cx="204470" cy="9044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4F18E0AE-CB83-BEF4-9EEA-DE5CAD2ABC3B}"/>
                  </a:ext>
                </a:extLst>
              </p:cNvPr>
              <p:cNvGrpSpPr/>
              <p:nvPr/>
            </p:nvGrpSpPr>
            <p:grpSpPr>
              <a:xfrm>
                <a:off x="5554060" y="1686569"/>
                <a:ext cx="1018917" cy="257901"/>
                <a:chOff x="4332009" y="1447151"/>
                <a:chExt cx="1018917" cy="257901"/>
              </a:xfrm>
            </p:grpSpPr>
            <p:cxnSp>
              <p:nvCxnSpPr>
                <p:cNvPr id="196" name="Straight Arrow Connector 195">
                  <a:extLst>
                    <a:ext uri="{FF2B5EF4-FFF2-40B4-BE49-F238E27FC236}">
                      <a16:creationId xmlns:a16="http://schemas.microsoft.com/office/drawing/2014/main" id="{5594989A-A366-2F95-577D-99EABF8E78E1}"/>
                    </a:ext>
                  </a:extLst>
                </p:cNvPr>
                <p:cNvCxnSpPr>
                  <a:cxnSpLocks/>
                  <a:stCxn id="198" idx="6"/>
                  <a:endCxn id="199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61EE14D6-C1CA-5F4E-3EE1-6DFBC8E4DD24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A621456F-4574-E77E-A79C-913D0FFF34AF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CAD01A3D-4A35-39CD-E872-D8CD1A63E54F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00" name="Straight Arrow Connector 199">
                  <a:extLst>
                    <a:ext uri="{FF2B5EF4-FFF2-40B4-BE49-F238E27FC236}">
                      <a16:creationId xmlns:a16="http://schemas.microsoft.com/office/drawing/2014/main" id="{0DCAC8DA-A2E3-3A05-923A-BDDEE2F1C88A}"/>
                    </a:ext>
                  </a:extLst>
                </p:cNvPr>
                <p:cNvCxnSpPr>
                  <a:cxnSpLocks/>
                  <a:stCxn id="197" idx="6"/>
                  <a:endCxn id="198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1" name="TextBox 200">
                  <a:extLst>
                    <a:ext uri="{FF2B5EF4-FFF2-40B4-BE49-F238E27FC236}">
                      <a16:creationId xmlns:a16="http://schemas.microsoft.com/office/drawing/2014/main" id="{320F742D-D9C6-E57E-A7FF-7390CF6CA158}"/>
                    </a:ext>
                  </a:extLst>
                </p:cNvPr>
                <p:cNvSpPr txBox="1"/>
                <p:nvPr/>
              </p:nvSpPr>
              <p:spPr>
                <a:xfrm>
                  <a:off x="4332009" y="145883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D2A52C8C-8837-A727-5120-5536B06C2806}"/>
                    </a:ext>
                  </a:extLst>
                </p:cNvPr>
                <p:cNvSpPr txBox="1"/>
                <p:nvPr/>
              </p:nvSpPr>
              <p:spPr>
                <a:xfrm>
                  <a:off x="4690850" y="14582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A7A5BB73-F396-7AAA-F580-495255A85F4F}"/>
                    </a:ext>
                  </a:extLst>
                </p:cNvPr>
                <p:cNvSpPr txBox="1"/>
                <p:nvPr/>
              </p:nvSpPr>
              <p:spPr>
                <a:xfrm>
                  <a:off x="4976495" y="14471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0337E5F3-0E7F-7B25-096D-A52ABCB966EE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FE90F802-A0ED-1D0C-D5E4-56BA844F3680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A931B14A-D9B3-FE14-32B6-4570D109ABBC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C7475741-646C-E10E-B03E-1C4519619FE0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82" name="Straight Arrow Connector 181">
                  <a:extLst>
                    <a:ext uri="{FF2B5EF4-FFF2-40B4-BE49-F238E27FC236}">
                      <a16:creationId xmlns:a16="http://schemas.microsoft.com/office/drawing/2014/main" id="{D2CD02F0-00C6-F97C-6719-125569E089D0}"/>
                    </a:ext>
                  </a:extLst>
                </p:cNvPr>
                <p:cNvCxnSpPr>
                  <a:cxnSpLocks/>
                  <a:stCxn id="180" idx="0"/>
                  <a:endCxn id="181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3" name="TextBox 182">
                  <a:extLst>
                    <a:ext uri="{FF2B5EF4-FFF2-40B4-BE49-F238E27FC236}">
                      <a16:creationId xmlns:a16="http://schemas.microsoft.com/office/drawing/2014/main" id="{B21B9FD2-325F-54FE-497F-FE28A7075CE2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84" name="Straight Arrow Connector 183">
                  <a:extLst>
                    <a:ext uri="{FF2B5EF4-FFF2-40B4-BE49-F238E27FC236}">
                      <a16:creationId xmlns:a16="http://schemas.microsoft.com/office/drawing/2014/main" id="{CEEFC38C-964F-3339-F6B6-2F8F86F7DAB3}"/>
                    </a:ext>
                  </a:extLst>
                </p:cNvPr>
                <p:cNvCxnSpPr>
                  <a:cxnSpLocks/>
                  <a:stCxn id="180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Arrow Connector 184">
                  <a:extLst>
                    <a:ext uri="{FF2B5EF4-FFF2-40B4-BE49-F238E27FC236}">
                      <a16:creationId xmlns:a16="http://schemas.microsoft.com/office/drawing/2014/main" id="{6788BBB8-5854-F0CB-9847-C3095B16A4EF}"/>
                    </a:ext>
                  </a:extLst>
                </p:cNvPr>
                <p:cNvCxnSpPr>
                  <a:cxnSpLocks/>
                  <a:stCxn id="181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86" name="Group 185">
                  <a:extLst>
                    <a:ext uri="{FF2B5EF4-FFF2-40B4-BE49-F238E27FC236}">
                      <a16:creationId xmlns:a16="http://schemas.microsoft.com/office/drawing/2014/main" id="{F3EB7F76-A459-F310-E560-1E0291986D0E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193" name="Rectangle 192">
                    <a:extLst>
                      <a:ext uri="{FF2B5EF4-FFF2-40B4-BE49-F238E27FC236}">
                        <a16:creationId xmlns:a16="http://schemas.microsoft.com/office/drawing/2014/main" id="{BD04D913-7E4C-EC38-07B9-B2770F7E9A17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4" name="Rectangle 193">
                    <a:extLst>
                      <a:ext uri="{FF2B5EF4-FFF2-40B4-BE49-F238E27FC236}">
                        <a16:creationId xmlns:a16="http://schemas.microsoft.com/office/drawing/2014/main" id="{3563E3CA-A9ED-767D-75B7-A7E0CEDB3F11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5" name="Rectangle 194">
                    <a:extLst>
                      <a:ext uri="{FF2B5EF4-FFF2-40B4-BE49-F238E27FC236}">
                        <a16:creationId xmlns:a16="http://schemas.microsoft.com/office/drawing/2014/main" id="{FE80D0FF-2D58-3766-1931-7A05BA09E3A7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87" name="TextBox 186">
                  <a:extLst>
                    <a:ext uri="{FF2B5EF4-FFF2-40B4-BE49-F238E27FC236}">
                      <a16:creationId xmlns:a16="http://schemas.microsoft.com/office/drawing/2014/main" id="{AE6601F2-DDA2-A7F3-C2C5-0244399EEF12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88" name="Group 187">
                  <a:extLst>
                    <a:ext uri="{FF2B5EF4-FFF2-40B4-BE49-F238E27FC236}">
                      <a16:creationId xmlns:a16="http://schemas.microsoft.com/office/drawing/2014/main" id="{18F6D023-C8E5-8933-368B-F6C98236A8F7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190" name="Rectangle 189">
                    <a:extLst>
                      <a:ext uri="{FF2B5EF4-FFF2-40B4-BE49-F238E27FC236}">
                        <a16:creationId xmlns:a16="http://schemas.microsoft.com/office/drawing/2014/main" id="{5876DA62-3123-9E6D-7105-299AD4BB6AC6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1" name="Rectangle 190">
                    <a:extLst>
                      <a:ext uri="{FF2B5EF4-FFF2-40B4-BE49-F238E27FC236}">
                        <a16:creationId xmlns:a16="http://schemas.microsoft.com/office/drawing/2014/main" id="{DCEBD5D2-36BE-70AE-635D-19D8F3FEAF33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92" name="Rectangle 191">
                    <a:extLst>
                      <a:ext uri="{FF2B5EF4-FFF2-40B4-BE49-F238E27FC236}">
                        <a16:creationId xmlns:a16="http://schemas.microsoft.com/office/drawing/2014/main" id="{F378A2D7-0F50-D53F-F006-927DDBDA69D2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99FBBD40-5667-13B8-C50C-FC7321568FD8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C6554541-C85D-3F06-ECE5-B8F310B79C37}"/>
                  </a:ext>
                </a:extLst>
              </p:cNvPr>
              <p:cNvCxnSpPr>
                <a:cxnSpLocks/>
                <a:endCxn id="147" idx="1"/>
              </p:cNvCxnSpPr>
              <p:nvPr/>
            </p:nvCxnSpPr>
            <p:spPr>
              <a:xfrm>
                <a:off x="5229016" y="1063837"/>
                <a:ext cx="426216" cy="55100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D7B484BC-C33C-DB8F-B0F3-4C1D5A1E67DF}"/>
                  </a:ext>
                </a:extLst>
              </p:cNvPr>
              <p:cNvGrpSpPr/>
              <p:nvPr/>
            </p:nvGrpSpPr>
            <p:grpSpPr>
              <a:xfrm>
                <a:off x="4750305" y="2054081"/>
                <a:ext cx="1166280" cy="262693"/>
                <a:chOff x="4250193" y="2128158"/>
                <a:chExt cx="1166280" cy="262693"/>
              </a:xfrm>
            </p:grpSpPr>
            <p:grpSp>
              <p:nvGrpSpPr>
                <p:cNvPr id="168" name="Group 167">
                  <a:extLst>
                    <a:ext uri="{FF2B5EF4-FFF2-40B4-BE49-F238E27FC236}">
                      <a16:creationId xmlns:a16="http://schemas.microsoft.com/office/drawing/2014/main" id="{C331A92E-9EAA-E9C9-55DF-50FDA678BCF0}"/>
                    </a:ext>
                  </a:extLst>
                </p:cNvPr>
                <p:cNvGrpSpPr/>
                <p:nvPr/>
              </p:nvGrpSpPr>
              <p:grpSpPr>
                <a:xfrm>
                  <a:off x="4250193" y="2128158"/>
                  <a:ext cx="976642" cy="254183"/>
                  <a:chOff x="4250193" y="2128158"/>
                  <a:chExt cx="976642" cy="254183"/>
                </a:xfrm>
              </p:grpSpPr>
              <p:sp>
                <p:nvSpPr>
                  <p:cNvPr id="170" name="Rectangle 169">
                    <a:extLst>
                      <a:ext uri="{FF2B5EF4-FFF2-40B4-BE49-F238E27FC236}">
                        <a16:creationId xmlns:a16="http://schemas.microsoft.com/office/drawing/2014/main" id="{7E038AC7-4A6A-B766-112B-4805900BDBEC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8"/>
                    <a:ext cx="916182" cy="253562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71" name="Oval 170">
                    <a:extLst>
                      <a:ext uri="{FF2B5EF4-FFF2-40B4-BE49-F238E27FC236}">
                        <a16:creationId xmlns:a16="http://schemas.microsoft.com/office/drawing/2014/main" id="{A4E5E0CE-7FA3-B059-B77B-9A5BE65CCA5A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72" name="Straight Arrow Connector 171">
                    <a:extLst>
                      <a:ext uri="{FF2B5EF4-FFF2-40B4-BE49-F238E27FC236}">
                        <a16:creationId xmlns:a16="http://schemas.microsoft.com/office/drawing/2014/main" id="{6AD1A458-4064-6417-286F-3C5607A7C2F2}"/>
                      </a:ext>
                    </a:extLst>
                  </p:cNvPr>
                  <p:cNvCxnSpPr>
                    <a:cxnSpLocks/>
                    <a:stCxn id="1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3" name="TextBox 172">
                    <a:extLst>
                      <a:ext uri="{FF2B5EF4-FFF2-40B4-BE49-F238E27FC236}">
                        <a16:creationId xmlns:a16="http://schemas.microsoft.com/office/drawing/2014/main" id="{4794FA5A-6E34-93EA-EDD7-77A76F225D5B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4" name="Rectangle 173">
                    <a:extLst>
                      <a:ext uri="{FF2B5EF4-FFF2-40B4-BE49-F238E27FC236}">
                        <a16:creationId xmlns:a16="http://schemas.microsoft.com/office/drawing/2014/main" id="{88E203A5-BC5B-F278-4658-C684099E2FAB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5" name="Rectangle 174">
                    <a:extLst>
                      <a:ext uri="{FF2B5EF4-FFF2-40B4-BE49-F238E27FC236}">
                        <a16:creationId xmlns:a16="http://schemas.microsoft.com/office/drawing/2014/main" id="{F59448E6-87DE-D211-7F5D-F57E3678699D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6" name="Rectangle 175">
                    <a:extLst>
                      <a:ext uri="{FF2B5EF4-FFF2-40B4-BE49-F238E27FC236}">
                        <a16:creationId xmlns:a16="http://schemas.microsoft.com/office/drawing/2014/main" id="{BC3D4BD8-8A43-DAC1-323A-1CF03C397827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7" name="TextBox 176">
                    <a:extLst>
                      <a:ext uri="{FF2B5EF4-FFF2-40B4-BE49-F238E27FC236}">
                        <a16:creationId xmlns:a16="http://schemas.microsoft.com/office/drawing/2014/main" id="{45BCCFF1-4BB4-81EC-FE4C-E5BB1A4A26AC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78" name="Rectangle 177">
                    <a:extLst>
                      <a:ext uri="{FF2B5EF4-FFF2-40B4-BE49-F238E27FC236}">
                        <a16:creationId xmlns:a16="http://schemas.microsoft.com/office/drawing/2014/main" id="{280D1617-62B9-EE0B-CCF5-8550F1B91D3E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9E4CEE43-D8E6-9831-3439-CBDC734E9441}"/>
                    </a:ext>
                  </a:extLst>
                </p:cNvPr>
                <p:cNvSpPr txBox="1"/>
                <p:nvPr/>
              </p:nvSpPr>
              <p:spPr>
                <a:xfrm>
                  <a:off x="4559746" y="2144630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8A00D9EA-E723-515C-144F-1A5EF16B397A}"/>
                  </a:ext>
                </a:extLst>
              </p:cNvPr>
              <p:cNvCxnSpPr>
                <a:cxnSpLocks/>
                <a:stCxn id="170" idx="0"/>
                <a:endCxn id="197" idx="3"/>
              </p:cNvCxnSpPr>
              <p:nvPr/>
            </p:nvCxnSpPr>
            <p:spPr>
              <a:xfrm flipV="1">
                <a:off x="5268856" y="1874373"/>
                <a:ext cx="386376" cy="179708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544A1FC9-7005-E5FC-4F47-27F2B085227C}"/>
                  </a:ext>
                </a:extLst>
              </p:cNvPr>
              <p:cNvGrpSpPr/>
              <p:nvPr/>
            </p:nvGrpSpPr>
            <p:grpSpPr>
              <a:xfrm>
                <a:off x="4808542" y="1330837"/>
                <a:ext cx="832114" cy="253562"/>
                <a:chOff x="4281295" y="2128157"/>
                <a:chExt cx="832114" cy="253562"/>
              </a:xfrm>
            </p:grpSpPr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28E77E71-C543-2391-177C-6638A8C2930F}"/>
                    </a:ext>
                  </a:extLst>
                </p:cNvPr>
                <p:cNvGrpSpPr/>
                <p:nvPr/>
              </p:nvGrpSpPr>
              <p:grpSpPr>
                <a:xfrm>
                  <a:off x="4281295" y="2128157"/>
                  <a:ext cx="832114" cy="248541"/>
                  <a:chOff x="4281295" y="2128157"/>
                  <a:chExt cx="832114" cy="248541"/>
                </a:xfrm>
              </p:grpSpPr>
              <p:sp>
                <p:nvSpPr>
                  <p:cNvPr id="161" name="Rectangle 160">
                    <a:extLst>
                      <a:ext uri="{FF2B5EF4-FFF2-40B4-BE49-F238E27FC236}">
                        <a16:creationId xmlns:a16="http://schemas.microsoft.com/office/drawing/2014/main" id="{A874C67E-1857-1233-0DD5-934A78CF9DF0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62" name="Oval 161">
                    <a:extLst>
                      <a:ext uri="{FF2B5EF4-FFF2-40B4-BE49-F238E27FC236}">
                        <a16:creationId xmlns:a16="http://schemas.microsoft.com/office/drawing/2014/main" id="{862702D6-3BB5-096A-AFBE-E744CA9BB8EE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63" name="Straight Arrow Connector 162">
                    <a:extLst>
                      <a:ext uri="{FF2B5EF4-FFF2-40B4-BE49-F238E27FC236}">
                        <a16:creationId xmlns:a16="http://schemas.microsoft.com/office/drawing/2014/main" id="{0F4A0D60-F8E0-FACC-6CA4-462847143280}"/>
                      </a:ext>
                    </a:extLst>
                  </p:cNvPr>
                  <p:cNvCxnSpPr>
                    <a:cxnSpLocks/>
                    <a:stCxn id="162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4" name="TextBox 163">
                    <a:extLst>
                      <a:ext uri="{FF2B5EF4-FFF2-40B4-BE49-F238E27FC236}">
                        <a16:creationId xmlns:a16="http://schemas.microsoft.com/office/drawing/2014/main" id="{7C442859-9E82-9763-EF77-C185B7EDF78A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5" name="Rectangle 164">
                    <a:extLst>
                      <a:ext uri="{FF2B5EF4-FFF2-40B4-BE49-F238E27FC236}">
                        <a16:creationId xmlns:a16="http://schemas.microsoft.com/office/drawing/2014/main" id="{338ACDA1-4A85-38B3-F11C-34AC2E54BF7A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6" name="Rectangle 165">
                    <a:extLst>
                      <a:ext uri="{FF2B5EF4-FFF2-40B4-BE49-F238E27FC236}">
                        <a16:creationId xmlns:a16="http://schemas.microsoft.com/office/drawing/2014/main" id="{E47C9DE1-9888-5523-4EFA-3C43B15FE4F8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18ADDDF9-D682-1AEB-D638-A1D907F8CD3E}"/>
                      </a:ext>
                    </a:extLst>
                  </p:cNvPr>
                  <p:cNvSpPr txBox="1"/>
                  <p:nvPr/>
                </p:nvSpPr>
                <p:spPr>
                  <a:xfrm>
                    <a:off x="4281295" y="2130477"/>
                    <a:ext cx="379803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831263E2-7160-EA3D-9B85-7E2226EEA067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F3A37667-8173-A86B-D17C-97D0A41D6525}"/>
                  </a:ext>
                </a:extLst>
              </p:cNvPr>
              <p:cNvCxnSpPr>
                <a:cxnSpLocks/>
                <a:stCxn id="160" idx="3"/>
                <a:endCxn id="146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2CC1ACA5-EF13-4835-84F7-820D0CCDAFBF}"/>
                  </a:ext>
                </a:extLst>
              </p:cNvPr>
              <p:cNvCxnSpPr>
                <a:cxnSpLocks/>
                <a:endCxn id="149" idx="0"/>
              </p:cNvCxnSpPr>
              <p:nvPr/>
            </p:nvCxnSpPr>
            <p:spPr>
              <a:xfrm>
                <a:off x="6252571" y="779323"/>
                <a:ext cx="90118" cy="62897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E0EDC7CF-B7A3-9C2D-11F9-76EC3BB09DC3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498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5694160-B416-9023-6FE5-BC822D3F1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Rectangle 849">
            <a:extLst>
              <a:ext uri="{FF2B5EF4-FFF2-40B4-BE49-F238E27FC236}">
                <a16:creationId xmlns:a16="http://schemas.microsoft.com/office/drawing/2014/main" id="{7223823B-73B3-00A3-8C20-AF2A291DC2A2}"/>
              </a:ext>
            </a:extLst>
          </p:cNvPr>
          <p:cNvSpPr/>
          <p:nvPr/>
        </p:nvSpPr>
        <p:spPr>
          <a:xfrm>
            <a:off x="2036848" y="321392"/>
            <a:ext cx="1926614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45B7780F-C161-458A-80E6-E5C76CE7AB46}"/>
              </a:ext>
            </a:extLst>
          </p:cNvPr>
          <p:cNvSpPr/>
          <p:nvPr/>
        </p:nvSpPr>
        <p:spPr>
          <a:xfrm>
            <a:off x="4251573" y="326970"/>
            <a:ext cx="1926614" cy="2531535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598ED474-9DB0-1EE1-9FC7-218394E5DB7B}"/>
              </a:ext>
            </a:extLst>
          </p:cNvPr>
          <p:cNvSpPr/>
          <p:nvPr/>
        </p:nvSpPr>
        <p:spPr>
          <a:xfrm>
            <a:off x="19490" y="326970"/>
            <a:ext cx="1747581" cy="256125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Arrow: Right 107">
            <a:extLst>
              <a:ext uri="{FF2B5EF4-FFF2-40B4-BE49-F238E27FC236}">
                <a16:creationId xmlns:a16="http://schemas.microsoft.com/office/drawing/2014/main" id="{05982741-88D2-6AB1-ED67-5696F8DE6691}"/>
              </a:ext>
            </a:extLst>
          </p:cNvPr>
          <p:cNvSpPr/>
          <p:nvPr/>
        </p:nvSpPr>
        <p:spPr>
          <a:xfrm>
            <a:off x="4017332" y="140664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5" name="Arrow: Right 107">
            <a:extLst>
              <a:ext uri="{FF2B5EF4-FFF2-40B4-BE49-F238E27FC236}">
                <a16:creationId xmlns:a16="http://schemas.microsoft.com/office/drawing/2014/main" id="{BA0BBEA1-7493-60CF-E385-3B15E6450CA2}"/>
              </a:ext>
            </a:extLst>
          </p:cNvPr>
          <p:cNvSpPr/>
          <p:nvPr/>
        </p:nvSpPr>
        <p:spPr>
          <a:xfrm>
            <a:off x="1816509" y="1411874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075A89-BDEE-6BEC-9160-2597F25CC561}"/>
              </a:ext>
            </a:extLst>
          </p:cNvPr>
          <p:cNvSpPr txBox="1"/>
          <p:nvPr/>
        </p:nvSpPr>
        <p:spPr>
          <a:xfrm>
            <a:off x="117052" y="2582262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An example graph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A62FECE4-B861-E998-C2CA-AA2457E4C763}"/>
              </a:ext>
            </a:extLst>
          </p:cNvPr>
          <p:cNvSpPr txBox="1"/>
          <p:nvPr/>
        </p:nvSpPr>
        <p:spPr>
          <a:xfrm>
            <a:off x="1962733" y="257909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Identified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WCC, SCC, BCC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14401EE-7DF0-0B66-4FF5-CED2A0329448}"/>
              </a:ext>
            </a:extLst>
          </p:cNvPr>
          <p:cNvSpPr txBox="1"/>
          <p:nvPr/>
        </p:nvSpPr>
        <p:spPr>
          <a:xfrm>
            <a:off x="4505813" y="2566993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GIR Construction</a:t>
            </a:r>
          </a:p>
        </p:txBody>
      </p:sp>
      <p:grpSp>
        <p:nvGrpSpPr>
          <p:cNvPr id="556" name="Group 555">
            <a:extLst>
              <a:ext uri="{FF2B5EF4-FFF2-40B4-BE49-F238E27FC236}">
                <a16:creationId xmlns:a16="http://schemas.microsoft.com/office/drawing/2014/main" id="{6AEB2FB8-EBCD-2DF2-3ACE-B09D5CEEEE3A}"/>
              </a:ext>
            </a:extLst>
          </p:cNvPr>
          <p:cNvGrpSpPr/>
          <p:nvPr/>
        </p:nvGrpSpPr>
        <p:grpSpPr>
          <a:xfrm>
            <a:off x="-605" y="639329"/>
            <a:ext cx="1777169" cy="1796465"/>
            <a:chOff x="57090" y="815262"/>
            <a:chExt cx="1390454" cy="1440533"/>
          </a:xfrm>
        </p:grpSpPr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1604191A-81F5-402F-BD8A-3ADB69EDD6BD}"/>
                </a:ext>
              </a:extLst>
            </p:cNvPr>
            <p:cNvGrpSpPr/>
            <p:nvPr/>
          </p:nvGrpSpPr>
          <p:grpSpPr>
            <a:xfrm>
              <a:off x="57090" y="815262"/>
              <a:ext cx="1390454" cy="1440533"/>
              <a:chOff x="9940" y="748269"/>
              <a:chExt cx="1390454" cy="1440533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5DDCDB00-9278-38F4-3635-C2597DF4BE44}"/>
                  </a:ext>
                </a:extLst>
              </p:cNvPr>
              <p:cNvCxnSpPr>
                <a:cxnSpLocks/>
                <a:stCxn id="268" idx="5"/>
                <a:endCxn id="218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EFFB1B76-C458-B4F2-F029-E8F04E3FA28D}"/>
                  </a:ext>
                </a:extLst>
              </p:cNvPr>
              <p:cNvCxnSpPr>
                <a:cxnSpLocks/>
                <a:stCxn id="225" idx="0"/>
                <a:endCxn id="268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0B1D45D4-21F0-31D4-5B5F-3CF0180C1FE0}"/>
                  </a:ext>
                </a:extLst>
              </p:cNvPr>
              <p:cNvCxnSpPr>
                <a:cxnSpLocks/>
                <a:stCxn id="225" idx="6"/>
                <a:endCxn id="218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241AEA7-6E1A-7196-DEA6-FECA0CDDA33D}"/>
                  </a:ext>
                </a:extLst>
              </p:cNvPr>
              <p:cNvCxnSpPr>
                <a:cxnSpLocks/>
                <a:stCxn id="237" idx="7"/>
                <a:endCxn id="218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3E2FE0ED-CFEB-286E-0B73-AB0130C1B7EC}"/>
                  </a:ext>
                </a:extLst>
              </p:cNvPr>
              <p:cNvCxnSpPr>
                <a:cxnSpLocks/>
                <a:stCxn id="237" idx="1"/>
                <a:endCxn id="225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36DFE689-BE16-EDC3-B774-24DA70378BFC}"/>
                  </a:ext>
                </a:extLst>
              </p:cNvPr>
              <p:cNvCxnSpPr>
                <a:cxnSpLocks/>
                <a:stCxn id="268" idx="4"/>
                <a:endCxn id="237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5BBACAFF-D82A-6A03-6967-DA8EE509A8DA}"/>
                  </a:ext>
                </a:extLst>
              </p:cNvPr>
              <p:cNvCxnSpPr>
                <a:cxnSpLocks/>
                <a:stCxn id="218" idx="6"/>
                <a:endCxn id="258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4F5D756F-F767-9C38-5C5C-8F4E0C0E42B2}"/>
                  </a:ext>
                </a:extLst>
              </p:cNvPr>
              <p:cNvCxnSpPr>
                <a:cxnSpLocks/>
                <a:stCxn id="258" idx="6"/>
                <a:endCxn id="259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ADE233BB-BE14-DF3F-64E3-2040C80DD47A}"/>
                  </a:ext>
                </a:extLst>
              </p:cNvPr>
              <p:cNvCxnSpPr>
                <a:cxnSpLocks/>
                <a:stCxn id="259" idx="1"/>
                <a:endCxn id="260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4F1E46A5-4A9D-B4BF-40A7-29696747C483}"/>
                  </a:ext>
                </a:extLst>
              </p:cNvPr>
              <p:cNvCxnSpPr>
                <a:cxnSpLocks/>
                <a:stCxn id="260" idx="6"/>
                <a:endCxn id="220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E0BC400F-8976-A081-8808-EA446EC1F1FE}"/>
                  </a:ext>
                </a:extLst>
              </p:cNvPr>
              <p:cNvCxnSpPr>
                <a:cxnSpLocks/>
                <a:stCxn id="220" idx="4"/>
                <a:endCxn id="259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6973445B-2107-1D0A-6194-0B2A9F897873}"/>
                  </a:ext>
                </a:extLst>
              </p:cNvPr>
              <p:cNvCxnSpPr>
                <a:cxnSpLocks/>
                <a:stCxn id="222" idx="3"/>
                <a:endCxn id="223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E8F8CAF1-2AE3-E795-CE08-48587AF46ABC}"/>
                  </a:ext>
                </a:extLst>
              </p:cNvPr>
              <p:cNvCxnSpPr>
                <a:cxnSpLocks/>
                <a:stCxn id="223" idx="6"/>
                <a:endCxn id="224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1106D763-3848-56EF-E5AF-8B60EA7E5043}"/>
                  </a:ext>
                </a:extLst>
              </p:cNvPr>
              <p:cNvCxnSpPr>
                <a:cxnSpLocks/>
                <a:stCxn id="224" idx="0"/>
                <a:endCxn id="222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91B5DFE8-868B-6A01-9865-DFA5BCB15776}"/>
                  </a:ext>
                </a:extLst>
              </p:cNvPr>
              <p:cNvCxnSpPr>
                <a:cxnSpLocks/>
                <a:stCxn id="221" idx="6"/>
                <a:endCxn id="64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AF82366B-1E3D-DFF5-B463-54E4EF0DC05F}"/>
                  </a:ext>
                </a:extLst>
              </p:cNvPr>
              <p:cNvCxnSpPr>
                <a:cxnSpLocks/>
                <a:stCxn id="64" idx="0"/>
                <a:endCxn id="219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Arrow Connector 119">
                <a:extLst>
                  <a:ext uri="{FF2B5EF4-FFF2-40B4-BE49-F238E27FC236}">
                    <a16:creationId xmlns:a16="http://schemas.microsoft.com/office/drawing/2014/main" id="{4174F53B-7C83-E03F-A863-7EF72C589E54}"/>
                  </a:ext>
                </a:extLst>
              </p:cNvPr>
              <p:cNvCxnSpPr>
                <a:cxnSpLocks/>
                <a:stCxn id="219" idx="2"/>
                <a:endCxn id="226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7A475EF6-1AA3-B625-0C4B-6F69C879D6BA}"/>
                  </a:ext>
                </a:extLst>
              </p:cNvPr>
              <p:cNvCxnSpPr>
                <a:cxnSpLocks/>
                <a:stCxn id="226" idx="4"/>
                <a:endCxn id="221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BF713A5E-3348-E3DA-0851-36022DEA3940}"/>
                  </a:ext>
                </a:extLst>
              </p:cNvPr>
              <p:cNvCxnSpPr>
                <a:cxnSpLocks/>
                <a:stCxn id="221" idx="4"/>
                <a:endCxn id="238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>
                <a:extLst>
                  <a:ext uri="{FF2B5EF4-FFF2-40B4-BE49-F238E27FC236}">
                    <a16:creationId xmlns:a16="http://schemas.microsoft.com/office/drawing/2014/main" id="{E53C3571-7291-E78B-17B8-2CD6F5BD236F}"/>
                  </a:ext>
                </a:extLst>
              </p:cNvPr>
              <p:cNvCxnSpPr>
                <a:cxnSpLocks/>
                <a:stCxn id="238" idx="6"/>
                <a:endCxn id="62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Arrow Connector 140">
                <a:extLst>
                  <a:ext uri="{FF2B5EF4-FFF2-40B4-BE49-F238E27FC236}">
                    <a16:creationId xmlns:a16="http://schemas.microsoft.com/office/drawing/2014/main" id="{315EB9B7-52E5-036A-58A8-DFF450208882}"/>
                  </a:ext>
                </a:extLst>
              </p:cNvPr>
              <p:cNvCxnSpPr>
                <a:cxnSpLocks/>
                <a:stCxn id="218" idx="0"/>
                <a:endCxn id="257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8B8DF533-AF77-5949-C212-8262E3801557}"/>
                  </a:ext>
                </a:extLst>
              </p:cNvPr>
              <p:cNvCxnSpPr>
                <a:cxnSpLocks/>
                <a:stCxn id="237" idx="4"/>
                <a:endCxn id="222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AA6CEE37-1AA7-E3AC-7D07-A409AC5D4E59}"/>
                  </a:ext>
                </a:extLst>
              </p:cNvPr>
              <p:cNvGrpSpPr/>
              <p:nvPr/>
            </p:nvGrpSpPr>
            <p:grpSpPr>
              <a:xfrm>
                <a:off x="9940" y="748269"/>
                <a:ext cx="1390454" cy="1440533"/>
                <a:chOff x="9940" y="748269"/>
                <a:chExt cx="1390454" cy="1440533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DD215FDB-6AA3-2F4B-BFE8-36912B942A76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7197C0F6-9E2B-520C-2E87-6BD0F4F2FDAC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217" name="Group 216">
                      <a:extLst>
                        <a:ext uri="{FF2B5EF4-FFF2-40B4-BE49-F238E27FC236}">
                          <a16:creationId xmlns:a16="http://schemas.microsoft.com/office/drawing/2014/main" id="{8B4DA53F-7A26-1703-5E83-61EB51EF1E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218" name="Oval 217">
                        <a:extLst>
                          <a:ext uri="{FF2B5EF4-FFF2-40B4-BE49-F238E27FC236}">
                            <a16:creationId xmlns:a16="http://schemas.microsoft.com/office/drawing/2014/main" id="{50ABF231-4070-B15B-FB61-DBC44EC1A4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219" name="Oval 218">
                        <a:extLst>
                          <a:ext uri="{FF2B5EF4-FFF2-40B4-BE49-F238E27FC236}">
                            <a16:creationId xmlns:a16="http://schemas.microsoft.com/office/drawing/2014/main" id="{BF49FA10-9606-1014-CC74-D5A67F7723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0" name="Oval 219">
                        <a:extLst>
                          <a:ext uri="{FF2B5EF4-FFF2-40B4-BE49-F238E27FC236}">
                            <a16:creationId xmlns:a16="http://schemas.microsoft.com/office/drawing/2014/main" id="{29D92987-6F21-7708-33E0-CF09163EC6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221" name="Oval 220">
                        <a:extLst>
                          <a:ext uri="{FF2B5EF4-FFF2-40B4-BE49-F238E27FC236}">
                            <a16:creationId xmlns:a16="http://schemas.microsoft.com/office/drawing/2014/main" id="{E39A70C0-B753-0B7E-F5C5-2476924BA2B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2" name="Oval 221">
                        <a:extLst>
                          <a:ext uri="{FF2B5EF4-FFF2-40B4-BE49-F238E27FC236}">
                            <a16:creationId xmlns:a16="http://schemas.microsoft.com/office/drawing/2014/main" id="{DA4F3371-854F-A3F6-6202-99491E5FDF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3" name="Oval 222">
                        <a:extLst>
                          <a:ext uri="{FF2B5EF4-FFF2-40B4-BE49-F238E27FC236}">
                            <a16:creationId xmlns:a16="http://schemas.microsoft.com/office/drawing/2014/main" id="{50C9971B-453C-22E1-8DAF-DCF7690369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4" name="Oval 223">
                        <a:extLst>
                          <a:ext uri="{FF2B5EF4-FFF2-40B4-BE49-F238E27FC236}">
                            <a16:creationId xmlns:a16="http://schemas.microsoft.com/office/drawing/2014/main" id="{B5503CEC-9D46-3EF4-D459-F7675E4D8D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25" name="Oval 224">
                        <a:extLst>
                          <a:ext uri="{FF2B5EF4-FFF2-40B4-BE49-F238E27FC236}">
                            <a16:creationId xmlns:a16="http://schemas.microsoft.com/office/drawing/2014/main" id="{41E50852-4A42-88A4-65BD-1125540FD3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226" name="Oval 225">
                        <a:extLst>
                          <a:ext uri="{FF2B5EF4-FFF2-40B4-BE49-F238E27FC236}">
                            <a16:creationId xmlns:a16="http://schemas.microsoft.com/office/drawing/2014/main" id="{3A3DD656-5A5D-276A-4E32-80DA330CD1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37" name="Oval 236">
                        <a:extLst>
                          <a:ext uri="{FF2B5EF4-FFF2-40B4-BE49-F238E27FC236}">
                            <a16:creationId xmlns:a16="http://schemas.microsoft.com/office/drawing/2014/main" id="{DA840496-B821-11B6-578E-8A5DEA94A9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238" name="Oval 237">
                        <a:extLst>
                          <a:ext uri="{FF2B5EF4-FFF2-40B4-BE49-F238E27FC236}">
                            <a16:creationId xmlns:a16="http://schemas.microsoft.com/office/drawing/2014/main" id="{ABE44B61-238A-49F4-0DD5-33913DA4AD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57" name="Oval 256">
                        <a:extLst>
                          <a:ext uri="{FF2B5EF4-FFF2-40B4-BE49-F238E27FC236}">
                            <a16:creationId xmlns:a16="http://schemas.microsoft.com/office/drawing/2014/main" id="{001F98A4-7333-C2F6-5F84-40EB609AF8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258" name="Oval 257">
                        <a:extLst>
                          <a:ext uri="{FF2B5EF4-FFF2-40B4-BE49-F238E27FC236}">
                            <a16:creationId xmlns:a16="http://schemas.microsoft.com/office/drawing/2014/main" id="{74AF1F20-1543-0B1B-97F5-51815EE2D6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259" name="Oval 258">
                        <a:extLst>
                          <a:ext uri="{FF2B5EF4-FFF2-40B4-BE49-F238E27FC236}">
                            <a16:creationId xmlns:a16="http://schemas.microsoft.com/office/drawing/2014/main" id="{A95EC737-080D-195B-1003-54BA90665E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260" name="Oval 259">
                        <a:extLst>
                          <a:ext uri="{FF2B5EF4-FFF2-40B4-BE49-F238E27FC236}">
                            <a16:creationId xmlns:a16="http://schemas.microsoft.com/office/drawing/2014/main" id="{777ABFEE-8536-D443-D426-B1A5AA9545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268" name="Oval 267">
                        <a:extLst>
                          <a:ext uri="{FF2B5EF4-FFF2-40B4-BE49-F238E27FC236}">
                            <a16:creationId xmlns:a16="http://schemas.microsoft.com/office/drawing/2014/main" id="{1A3B2511-77E1-5D18-34D3-FC0E283C32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62" name="Oval 61">
                      <a:extLst>
                        <a:ext uri="{FF2B5EF4-FFF2-40B4-BE49-F238E27FC236}">
                          <a16:creationId xmlns:a16="http://schemas.microsoft.com/office/drawing/2014/main" id="{2EA2B177-7E97-ED7F-3970-8E16762655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64" name="Oval 63">
                    <a:extLst>
                      <a:ext uri="{FF2B5EF4-FFF2-40B4-BE49-F238E27FC236}">
                        <a16:creationId xmlns:a16="http://schemas.microsoft.com/office/drawing/2014/main" id="{87D6FE19-D665-0407-F8ED-FF29336BE643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374BDD2-B5EA-FDA3-AFE9-796C1A3CD198}"/>
                    </a:ext>
                  </a:extLst>
                </p:cNvPr>
                <p:cNvSpPr txBox="1"/>
                <p:nvPr/>
              </p:nvSpPr>
              <p:spPr>
                <a:xfrm>
                  <a:off x="695849" y="13481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26217AC-0A76-1A69-96FF-51ED0D9FC6BD}"/>
                    </a:ext>
                  </a:extLst>
                </p:cNvPr>
                <p:cNvSpPr txBox="1"/>
                <p:nvPr/>
              </p:nvSpPr>
              <p:spPr>
                <a:xfrm>
                  <a:off x="703622" y="1641316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86E7CE2-06E0-95CF-DC51-24F5A4EB1BDF}"/>
                    </a:ext>
                  </a:extLst>
                </p:cNvPr>
                <p:cNvSpPr txBox="1"/>
                <p:nvPr/>
              </p:nvSpPr>
              <p:spPr>
                <a:xfrm>
                  <a:off x="174757" y="1612857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7AFF4A8-2852-0287-7BCD-39370D1264F5}"/>
                    </a:ext>
                  </a:extLst>
                </p:cNvPr>
                <p:cNvSpPr txBox="1"/>
                <p:nvPr/>
              </p:nvSpPr>
              <p:spPr>
                <a:xfrm>
                  <a:off x="9940" y="19176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7755A00-C9F9-C6EF-FF98-78AAE44B3336}"/>
                    </a:ext>
                  </a:extLst>
                </p:cNvPr>
                <p:cNvSpPr txBox="1"/>
                <p:nvPr/>
              </p:nvSpPr>
              <p:spPr>
                <a:xfrm>
                  <a:off x="338035" y="192430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9D0BC0F-9659-A481-AF32-FAD940D5204E}"/>
                    </a:ext>
                  </a:extLst>
                </p:cNvPr>
                <p:cNvSpPr txBox="1"/>
                <p:nvPr/>
              </p:nvSpPr>
              <p:spPr>
                <a:xfrm>
                  <a:off x="1025963" y="1653775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C088CEF-7162-68DF-16AE-B2E36C7601F7}"/>
                    </a:ext>
                  </a:extLst>
                </p:cNvPr>
                <p:cNvSpPr txBox="1"/>
                <p:nvPr/>
              </p:nvSpPr>
              <p:spPr>
                <a:xfrm>
                  <a:off x="1018536" y="1353104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0019633-76F7-0EB5-1832-687862338CED}"/>
                    </a:ext>
                  </a:extLst>
                </p:cNvPr>
                <p:cNvSpPr txBox="1"/>
                <p:nvPr/>
              </p:nvSpPr>
              <p:spPr>
                <a:xfrm>
                  <a:off x="70180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820C148-6CDF-F083-1D91-1C1AAED31143}"/>
                    </a:ext>
                  </a:extLst>
                </p:cNvPr>
                <p:cNvSpPr txBox="1"/>
                <p:nvPr/>
              </p:nvSpPr>
              <p:spPr>
                <a:xfrm>
                  <a:off x="1015175" y="194258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AE323C4E-4B0B-6202-B8E4-70DB8917FC53}"/>
                </a:ext>
              </a:extLst>
            </p:cNvPr>
            <p:cNvCxnSpPr>
              <a:cxnSpLocks/>
              <a:stCxn id="218" idx="7"/>
              <a:endCxn id="260" idx="3"/>
            </p:cNvCxnSpPr>
            <p:nvPr/>
          </p:nvCxnSpPr>
          <p:spPr>
            <a:xfrm flipV="1">
              <a:off x="594687" y="972637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Arrow Connector 551">
              <a:extLst>
                <a:ext uri="{FF2B5EF4-FFF2-40B4-BE49-F238E27FC236}">
                  <a16:creationId xmlns:a16="http://schemas.microsoft.com/office/drawing/2014/main" id="{DE455C27-5E58-008D-6980-96CE9A9A6616}"/>
                </a:ext>
              </a:extLst>
            </p:cNvPr>
            <p:cNvCxnSpPr>
              <a:cxnSpLocks/>
              <a:stCxn id="222" idx="7"/>
              <a:endCxn id="258" idx="3"/>
            </p:cNvCxnSpPr>
            <p:nvPr/>
          </p:nvCxnSpPr>
          <p:spPr>
            <a:xfrm flipV="1">
              <a:off x="409123" y="1283462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7" name="Group 846">
            <a:extLst>
              <a:ext uri="{FF2B5EF4-FFF2-40B4-BE49-F238E27FC236}">
                <a16:creationId xmlns:a16="http://schemas.microsoft.com/office/drawing/2014/main" id="{B9146C23-02B0-2F3C-90EE-FC3735F99BBC}"/>
              </a:ext>
            </a:extLst>
          </p:cNvPr>
          <p:cNvGrpSpPr/>
          <p:nvPr/>
        </p:nvGrpSpPr>
        <p:grpSpPr>
          <a:xfrm>
            <a:off x="2142756" y="505651"/>
            <a:ext cx="1777425" cy="1910920"/>
            <a:chOff x="2014238" y="753357"/>
            <a:chExt cx="1435100" cy="1503341"/>
          </a:xfrm>
        </p:grpSpPr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ED02860F-B91D-5457-7708-1B584C91357E}"/>
                </a:ext>
              </a:extLst>
            </p:cNvPr>
            <p:cNvSpPr/>
            <p:nvPr/>
          </p:nvSpPr>
          <p:spPr>
            <a:xfrm>
              <a:off x="2719174" y="1389206"/>
              <a:ext cx="617986" cy="828701"/>
            </a:xfrm>
            <a:custGeom>
              <a:avLst/>
              <a:gdLst>
                <a:gd name="connsiteX0" fmla="*/ 271911 w 617986"/>
                <a:gd name="connsiteY0" fmla="*/ 4770 h 828701"/>
                <a:gd name="connsiteX1" fmla="*/ 271911 w 617986"/>
                <a:gd name="connsiteY1" fmla="*/ 4770 h 828701"/>
                <a:gd name="connsiteX2" fmla="*/ 146499 w 617986"/>
                <a:gd name="connsiteY2" fmla="*/ 7 h 828701"/>
                <a:gd name="connsiteX3" fmla="*/ 133799 w 617986"/>
                <a:gd name="connsiteY3" fmla="*/ 1595 h 828701"/>
                <a:gd name="connsiteX4" fmla="*/ 108399 w 617986"/>
                <a:gd name="connsiteY4" fmla="*/ 12707 h 828701"/>
                <a:gd name="connsiteX5" fmla="*/ 76649 w 617986"/>
                <a:gd name="connsiteY5" fmla="*/ 30170 h 828701"/>
                <a:gd name="connsiteX6" fmla="*/ 71886 w 617986"/>
                <a:gd name="connsiteY6" fmla="*/ 34932 h 828701"/>
                <a:gd name="connsiteX7" fmla="*/ 63949 w 617986"/>
                <a:gd name="connsiteY7" fmla="*/ 41282 h 828701"/>
                <a:gd name="connsiteX8" fmla="*/ 43311 w 617986"/>
                <a:gd name="connsiteY8" fmla="*/ 69857 h 828701"/>
                <a:gd name="connsiteX9" fmla="*/ 36961 w 617986"/>
                <a:gd name="connsiteY9" fmla="*/ 84145 h 828701"/>
                <a:gd name="connsiteX10" fmla="*/ 33786 w 617986"/>
                <a:gd name="connsiteY10" fmla="*/ 96845 h 828701"/>
                <a:gd name="connsiteX11" fmla="*/ 32199 w 617986"/>
                <a:gd name="connsiteY11" fmla="*/ 109545 h 828701"/>
                <a:gd name="connsiteX12" fmla="*/ 29024 w 617986"/>
                <a:gd name="connsiteY12" fmla="*/ 123832 h 828701"/>
                <a:gd name="connsiteX13" fmla="*/ 25849 w 617986"/>
                <a:gd name="connsiteY13" fmla="*/ 141295 h 828701"/>
                <a:gd name="connsiteX14" fmla="*/ 24261 w 617986"/>
                <a:gd name="connsiteY14" fmla="*/ 160345 h 828701"/>
                <a:gd name="connsiteX15" fmla="*/ 22674 w 617986"/>
                <a:gd name="connsiteY15" fmla="*/ 238132 h 828701"/>
                <a:gd name="connsiteX16" fmla="*/ 16324 w 617986"/>
                <a:gd name="connsiteY16" fmla="*/ 276232 h 828701"/>
                <a:gd name="connsiteX17" fmla="*/ 14736 w 617986"/>
                <a:gd name="connsiteY17" fmla="*/ 292107 h 828701"/>
                <a:gd name="connsiteX18" fmla="*/ 11561 w 617986"/>
                <a:gd name="connsiteY18" fmla="*/ 320682 h 828701"/>
                <a:gd name="connsiteX19" fmla="*/ 5211 w 617986"/>
                <a:gd name="connsiteY19" fmla="*/ 433395 h 828701"/>
                <a:gd name="connsiteX20" fmla="*/ 2036 w 617986"/>
                <a:gd name="connsiteY20" fmla="*/ 465145 h 828701"/>
                <a:gd name="connsiteX21" fmla="*/ 2036 w 617986"/>
                <a:gd name="connsiteY21" fmla="*/ 598495 h 828701"/>
                <a:gd name="connsiteX22" fmla="*/ 8386 w 617986"/>
                <a:gd name="connsiteY22" fmla="*/ 650882 h 828701"/>
                <a:gd name="connsiteX23" fmla="*/ 13149 w 617986"/>
                <a:gd name="connsiteY23" fmla="*/ 671520 h 828701"/>
                <a:gd name="connsiteX24" fmla="*/ 14736 w 617986"/>
                <a:gd name="connsiteY24" fmla="*/ 688982 h 828701"/>
                <a:gd name="connsiteX25" fmla="*/ 17911 w 617986"/>
                <a:gd name="connsiteY25" fmla="*/ 701682 h 828701"/>
                <a:gd name="connsiteX26" fmla="*/ 24261 w 617986"/>
                <a:gd name="connsiteY26" fmla="*/ 730257 h 828701"/>
                <a:gd name="connsiteX27" fmla="*/ 27436 w 617986"/>
                <a:gd name="connsiteY27" fmla="*/ 755657 h 828701"/>
                <a:gd name="connsiteX28" fmla="*/ 30611 w 617986"/>
                <a:gd name="connsiteY28" fmla="*/ 768357 h 828701"/>
                <a:gd name="connsiteX29" fmla="*/ 46486 w 617986"/>
                <a:gd name="connsiteY29" fmla="*/ 785820 h 828701"/>
                <a:gd name="connsiteX30" fmla="*/ 56011 w 617986"/>
                <a:gd name="connsiteY30" fmla="*/ 792170 h 828701"/>
                <a:gd name="connsiteX31" fmla="*/ 70299 w 617986"/>
                <a:gd name="connsiteY31" fmla="*/ 803282 h 828701"/>
                <a:gd name="connsiteX32" fmla="*/ 92524 w 617986"/>
                <a:gd name="connsiteY32" fmla="*/ 812807 h 828701"/>
                <a:gd name="connsiteX33" fmla="*/ 100461 w 617986"/>
                <a:gd name="connsiteY33" fmla="*/ 815982 h 828701"/>
                <a:gd name="connsiteX34" fmla="*/ 111574 w 617986"/>
                <a:gd name="connsiteY34" fmla="*/ 817570 h 828701"/>
                <a:gd name="connsiteX35" fmla="*/ 140149 w 617986"/>
                <a:gd name="connsiteY35" fmla="*/ 823920 h 828701"/>
                <a:gd name="connsiteX36" fmla="*/ 236986 w 617986"/>
                <a:gd name="connsiteY36" fmla="*/ 825507 h 828701"/>
                <a:gd name="connsiteX37" fmla="*/ 325886 w 617986"/>
                <a:gd name="connsiteY37" fmla="*/ 828682 h 828701"/>
                <a:gd name="connsiteX38" fmla="*/ 379861 w 617986"/>
                <a:gd name="connsiteY38" fmla="*/ 827095 h 828701"/>
                <a:gd name="connsiteX39" fmla="*/ 473524 w 617986"/>
                <a:gd name="connsiteY39" fmla="*/ 825507 h 828701"/>
                <a:gd name="connsiteX40" fmla="*/ 489399 w 617986"/>
                <a:gd name="connsiteY40" fmla="*/ 822332 h 828701"/>
                <a:gd name="connsiteX41" fmla="*/ 502099 w 617986"/>
                <a:gd name="connsiteY41" fmla="*/ 819157 h 828701"/>
                <a:gd name="connsiteX42" fmla="*/ 517974 w 617986"/>
                <a:gd name="connsiteY42" fmla="*/ 817570 h 828701"/>
                <a:gd name="connsiteX43" fmla="*/ 522736 w 617986"/>
                <a:gd name="connsiteY43" fmla="*/ 815982 h 828701"/>
                <a:gd name="connsiteX44" fmla="*/ 537024 w 617986"/>
                <a:gd name="connsiteY44" fmla="*/ 814395 h 828701"/>
                <a:gd name="connsiteX45" fmla="*/ 556074 w 617986"/>
                <a:gd name="connsiteY45" fmla="*/ 801695 h 828701"/>
                <a:gd name="connsiteX46" fmla="*/ 578299 w 617986"/>
                <a:gd name="connsiteY46" fmla="*/ 782645 h 828701"/>
                <a:gd name="connsiteX47" fmla="*/ 600524 w 617986"/>
                <a:gd name="connsiteY47" fmla="*/ 742957 h 828701"/>
                <a:gd name="connsiteX48" fmla="*/ 608461 w 617986"/>
                <a:gd name="connsiteY48" fmla="*/ 708032 h 828701"/>
                <a:gd name="connsiteX49" fmla="*/ 610049 w 617986"/>
                <a:gd name="connsiteY49" fmla="*/ 693745 h 828701"/>
                <a:gd name="connsiteX50" fmla="*/ 613224 w 617986"/>
                <a:gd name="connsiteY50" fmla="*/ 671520 h 828701"/>
                <a:gd name="connsiteX51" fmla="*/ 614811 w 617986"/>
                <a:gd name="connsiteY51" fmla="*/ 649295 h 828701"/>
                <a:gd name="connsiteX52" fmla="*/ 617986 w 617986"/>
                <a:gd name="connsiteY52" fmla="*/ 512770 h 828701"/>
                <a:gd name="connsiteX53" fmla="*/ 614811 w 617986"/>
                <a:gd name="connsiteY53" fmla="*/ 265120 h 828701"/>
                <a:gd name="connsiteX54" fmla="*/ 611636 w 617986"/>
                <a:gd name="connsiteY54" fmla="*/ 179395 h 828701"/>
                <a:gd name="connsiteX55" fmla="*/ 608461 w 617986"/>
                <a:gd name="connsiteY55" fmla="*/ 127007 h 828701"/>
                <a:gd name="connsiteX56" fmla="*/ 606874 w 617986"/>
                <a:gd name="connsiteY56" fmla="*/ 117482 h 828701"/>
                <a:gd name="connsiteX57" fmla="*/ 603699 w 617986"/>
                <a:gd name="connsiteY57" fmla="*/ 109545 h 828701"/>
                <a:gd name="connsiteX58" fmla="*/ 602111 w 617986"/>
                <a:gd name="connsiteY58" fmla="*/ 100020 h 828701"/>
                <a:gd name="connsiteX59" fmla="*/ 598936 w 617986"/>
                <a:gd name="connsiteY59" fmla="*/ 92082 h 828701"/>
                <a:gd name="connsiteX60" fmla="*/ 597349 w 617986"/>
                <a:gd name="connsiteY60" fmla="*/ 87320 h 828701"/>
                <a:gd name="connsiteX61" fmla="*/ 594174 w 617986"/>
                <a:gd name="connsiteY61" fmla="*/ 76207 h 828701"/>
                <a:gd name="connsiteX62" fmla="*/ 590999 w 617986"/>
                <a:gd name="connsiteY62" fmla="*/ 69857 h 828701"/>
                <a:gd name="connsiteX63" fmla="*/ 589411 w 617986"/>
                <a:gd name="connsiteY63" fmla="*/ 65095 h 828701"/>
                <a:gd name="connsiteX64" fmla="*/ 586236 w 617986"/>
                <a:gd name="connsiteY64" fmla="*/ 60332 h 828701"/>
                <a:gd name="connsiteX65" fmla="*/ 575124 w 617986"/>
                <a:gd name="connsiteY65" fmla="*/ 41282 h 828701"/>
                <a:gd name="connsiteX66" fmla="*/ 568774 w 617986"/>
                <a:gd name="connsiteY66" fmla="*/ 36520 h 828701"/>
                <a:gd name="connsiteX67" fmla="*/ 548136 w 617986"/>
                <a:gd name="connsiteY67" fmla="*/ 28582 h 828701"/>
                <a:gd name="connsiteX68" fmla="*/ 537024 w 617986"/>
                <a:gd name="connsiteY68" fmla="*/ 26995 h 828701"/>
                <a:gd name="connsiteX69" fmla="*/ 513211 w 617986"/>
                <a:gd name="connsiteY69" fmla="*/ 20645 h 828701"/>
                <a:gd name="connsiteX70" fmla="*/ 502099 w 617986"/>
                <a:gd name="connsiteY70" fmla="*/ 17470 h 828701"/>
                <a:gd name="connsiteX71" fmla="*/ 489399 w 617986"/>
                <a:gd name="connsiteY71" fmla="*/ 15882 h 828701"/>
                <a:gd name="connsiteX72" fmla="*/ 451299 w 617986"/>
                <a:gd name="connsiteY72" fmla="*/ 11120 h 828701"/>
                <a:gd name="connsiteX73" fmla="*/ 441774 w 617986"/>
                <a:gd name="connsiteY73" fmla="*/ 9532 h 828701"/>
                <a:gd name="connsiteX74" fmla="*/ 427486 w 617986"/>
                <a:gd name="connsiteY74" fmla="*/ 7945 h 828701"/>
                <a:gd name="connsiteX75" fmla="*/ 414786 w 617986"/>
                <a:gd name="connsiteY75" fmla="*/ 4770 h 828701"/>
                <a:gd name="connsiteX76" fmla="*/ 346524 w 617986"/>
                <a:gd name="connsiteY76" fmla="*/ 3182 h 828701"/>
                <a:gd name="connsiteX77" fmla="*/ 271911 w 617986"/>
                <a:gd name="connsiteY77" fmla="*/ 4770 h 828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17986" h="828701">
                  <a:moveTo>
                    <a:pt x="271911" y="4770"/>
                  </a:moveTo>
                  <a:lnTo>
                    <a:pt x="271911" y="4770"/>
                  </a:lnTo>
                  <a:lnTo>
                    <a:pt x="146499" y="7"/>
                  </a:lnTo>
                  <a:cubicBezTo>
                    <a:pt x="142234" y="-91"/>
                    <a:pt x="137982" y="758"/>
                    <a:pt x="133799" y="1595"/>
                  </a:cubicBezTo>
                  <a:cubicBezTo>
                    <a:pt x="119807" y="4394"/>
                    <a:pt x="122718" y="5548"/>
                    <a:pt x="108399" y="12707"/>
                  </a:cubicBezTo>
                  <a:cubicBezTo>
                    <a:pt x="96450" y="18681"/>
                    <a:pt x="87514" y="19307"/>
                    <a:pt x="76649" y="30170"/>
                  </a:cubicBezTo>
                  <a:cubicBezTo>
                    <a:pt x="75061" y="31757"/>
                    <a:pt x="73576" y="33454"/>
                    <a:pt x="71886" y="34932"/>
                  </a:cubicBezTo>
                  <a:cubicBezTo>
                    <a:pt x="69336" y="37163"/>
                    <a:pt x="66261" y="38805"/>
                    <a:pt x="63949" y="41282"/>
                  </a:cubicBezTo>
                  <a:cubicBezTo>
                    <a:pt x="54505" y="51401"/>
                    <a:pt x="49113" y="58253"/>
                    <a:pt x="43311" y="69857"/>
                  </a:cubicBezTo>
                  <a:cubicBezTo>
                    <a:pt x="40980" y="74519"/>
                    <a:pt x="38696" y="79230"/>
                    <a:pt x="36961" y="84145"/>
                  </a:cubicBezTo>
                  <a:cubicBezTo>
                    <a:pt x="35509" y="88260"/>
                    <a:pt x="34844" y="92612"/>
                    <a:pt x="33786" y="96845"/>
                  </a:cubicBezTo>
                  <a:cubicBezTo>
                    <a:pt x="33257" y="101078"/>
                    <a:pt x="32940" y="105344"/>
                    <a:pt x="32199" y="109545"/>
                  </a:cubicBezTo>
                  <a:cubicBezTo>
                    <a:pt x="31351" y="114349"/>
                    <a:pt x="29981" y="119048"/>
                    <a:pt x="29024" y="123832"/>
                  </a:cubicBezTo>
                  <a:cubicBezTo>
                    <a:pt x="27864" y="129634"/>
                    <a:pt x="26907" y="135474"/>
                    <a:pt x="25849" y="141295"/>
                  </a:cubicBezTo>
                  <a:cubicBezTo>
                    <a:pt x="25320" y="147645"/>
                    <a:pt x="24470" y="153976"/>
                    <a:pt x="24261" y="160345"/>
                  </a:cubicBezTo>
                  <a:cubicBezTo>
                    <a:pt x="23411" y="186265"/>
                    <a:pt x="23927" y="212228"/>
                    <a:pt x="22674" y="238132"/>
                  </a:cubicBezTo>
                  <a:cubicBezTo>
                    <a:pt x="22252" y="246847"/>
                    <a:pt x="17639" y="267027"/>
                    <a:pt x="16324" y="276232"/>
                  </a:cubicBezTo>
                  <a:cubicBezTo>
                    <a:pt x="15572" y="281497"/>
                    <a:pt x="15323" y="286821"/>
                    <a:pt x="14736" y="292107"/>
                  </a:cubicBezTo>
                  <a:cubicBezTo>
                    <a:pt x="10242" y="332555"/>
                    <a:pt x="16376" y="272550"/>
                    <a:pt x="11561" y="320682"/>
                  </a:cubicBezTo>
                  <a:cubicBezTo>
                    <a:pt x="10058" y="358272"/>
                    <a:pt x="8619" y="395915"/>
                    <a:pt x="5211" y="433395"/>
                  </a:cubicBezTo>
                  <a:cubicBezTo>
                    <a:pt x="4248" y="443987"/>
                    <a:pt x="3094" y="454562"/>
                    <a:pt x="2036" y="465145"/>
                  </a:cubicBezTo>
                  <a:cubicBezTo>
                    <a:pt x="-399" y="523596"/>
                    <a:pt x="-946" y="518954"/>
                    <a:pt x="2036" y="598495"/>
                  </a:cubicBezTo>
                  <a:cubicBezTo>
                    <a:pt x="2885" y="621134"/>
                    <a:pt x="5569" y="630226"/>
                    <a:pt x="8386" y="650882"/>
                  </a:cubicBezTo>
                  <a:cubicBezTo>
                    <a:pt x="10813" y="668677"/>
                    <a:pt x="7546" y="660314"/>
                    <a:pt x="13149" y="671520"/>
                  </a:cubicBezTo>
                  <a:cubicBezTo>
                    <a:pt x="13678" y="677341"/>
                    <a:pt x="13825" y="683209"/>
                    <a:pt x="14736" y="688982"/>
                  </a:cubicBezTo>
                  <a:cubicBezTo>
                    <a:pt x="15417" y="693292"/>
                    <a:pt x="16964" y="697422"/>
                    <a:pt x="17911" y="701682"/>
                  </a:cubicBezTo>
                  <a:cubicBezTo>
                    <a:pt x="25973" y="737959"/>
                    <a:pt x="16518" y="699284"/>
                    <a:pt x="24261" y="730257"/>
                  </a:cubicBezTo>
                  <a:cubicBezTo>
                    <a:pt x="26639" y="758784"/>
                    <a:pt x="24096" y="740625"/>
                    <a:pt x="27436" y="755657"/>
                  </a:cubicBezTo>
                  <a:cubicBezTo>
                    <a:pt x="27649" y="756616"/>
                    <a:pt x="29227" y="766380"/>
                    <a:pt x="30611" y="768357"/>
                  </a:cubicBezTo>
                  <a:cubicBezTo>
                    <a:pt x="32222" y="770659"/>
                    <a:pt x="42737" y="782821"/>
                    <a:pt x="46486" y="785820"/>
                  </a:cubicBezTo>
                  <a:cubicBezTo>
                    <a:pt x="49466" y="788204"/>
                    <a:pt x="52934" y="789914"/>
                    <a:pt x="56011" y="792170"/>
                  </a:cubicBezTo>
                  <a:cubicBezTo>
                    <a:pt x="60876" y="795738"/>
                    <a:pt x="64903" y="800584"/>
                    <a:pt x="70299" y="803282"/>
                  </a:cubicBezTo>
                  <a:cubicBezTo>
                    <a:pt x="90399" y="813332"/>
                    <a:pt x="75393" y="806577"/>
                    <a:pt x="92524" y="812807"/>
                  </a:cubicBezTo>
                  <a:cubicBezTo>
                    <a:pt x="95202" y="813781"/>
                    <a:pt x="97697" y="815291"/>
                    <a:pt x="100461" y="815982"/>
                  </a:cubicBezTo>
                  <a:cubicBezTo>
                    <a:pt x="104091" y="816890"/>
                    <a:pt x="107912" y="816799"/>
                    <a:pt x="111574" y="817570"/>
                  </a:cubicBezTo>
                  <a:cubicBezTo>
                    <a:pt x="113970" y="818074"/>
                    <a:pt x="133893" y="823733"/>
                    <a:pt x="140149" y="823920"/>
                  </a:cubicBezTo>
                  <a:cubicBezTo>
                    <a:pt x="172418" y="824883"/>
                    <a:pt x="204707" y="824978"/>
                    <a:pt x="236986" y="825507"/>
                  </a:cubicBezTo>
                  <a:cubicBezTo>
                    <a:pt x="273370" y="829147"/>
                    <a:pt x="264564" y="828682"/>
                    <a:pt x="325886" y="828682"/>
                  </a:cubicBezTo>
                  <a:cubicBezTo>
                    <a:pt x="343885" y="828682"/>
                    <a:pt x="361866" y="827482"/>
                    <a:pt x="379861" y="827095"/>
                  </a:cubicBezTo>
                  <a:lnTo>
                    <a:pt x="473524" y="825507"/>
                  </a:lnTo>
                  <a:cubicBezTo>
                    <a:pt x="478816" y="824449"/>
                    <a:pt x="484131" y="823503"/>
                    <a:pt x="489399" y="822332"/>
                  </a:cubicBezTo>
                  <a:cubicBezTo>
                    <a:pt x="493659" y="821385"/>
                    <a:pt x="497795" y="819874"/>
                    <a:pt x="502099" y="819157"/>
                  </a:cubicBezTo>
                  <a:cubicBezTo>
                    <a:pt x="507345" y="818283"/>
                    <a:pt x="512682" y="818099"/>
                    <a:pt x="517974" y="817570"/>
                  </a:cubicBezTo>
                  <a:cubicBezTo>
                    <a:pt x="519561" y="817041"/>
                    <a:pt x="521086" y="816257"/>
                    <a:pt x="522736" y="815982"/>
                  </a:cubicBezTo>
                  <a:cubicBezTo>
                    <a:pt x="527463" y="815194"/>
                    <a:pt x="532619" y="816283"/>
                    <a:pt x="537024" y="814395"/>
                  </a:cubicBezTo>
                  <a:cubicBezTo>
                    <a:pt x="544039" y="811389"/>
                    <a:pt x="550280" y="806662"/>
                    <a:pt x="556074" y="801695"/>
                  </a:cubicBezTo>
                  <a:cubicBezTo>
                    <a:pt x="563482" y="795345"/>
                    <a:pt x="573128" y="790919"/>
                    <a:pt x="578299" y="782645"/>
                  </a:cubicBezTo>
                  <a:cubicBezTo>
                    <a:pt x="587310" y="768228"/>
                    <a:pt x="595144" y="758329"/>
                    <a:pt x="600524" y="742957"/>
                  </a:cubicBezTo>
                  <a:cubicBezTo>
                    <a:pt x="604171" y="732535"/>
                    <a:pt x="606826" y="718930"/>
                    <a:pt x="608461" y="708032"/>
                  </a:cubicBezTo>
                  <a:cubicBezTo>
                    <a:pt x="609172" y="703293"/>
                    <a:pt x="609429" y="698496"/>
                    <a:pt x="610049" y="693745"/>
                  </a:cubicBezTo>
                  <a:cubicBezTo>
                    <a:pt x="611017" y="686324"/>
                    <a:pt x="612166" y="678928"/>
                    <a:pt x="613224" y="671520"/>
                  </a:cubicBezTo>
                  <a:cubicBezTo>
                    <a:pt x="613753" y="664112"/>
                    <a:pt x="614650" y="656720"/>
                    <a:pt x="614811" y="649295"/>
                  </a:cubicBezTo>
                  <a:cubicBezTo>
                    <a:pt x="617836" y="510142"/>
                    <a:pt x="611138" y="567573"/>
                    <a:pt x="617986" y="512770"/>
                  </a:cubicBezTo>
                  <a:cubicBezTo>
                    <a:pt x="617480" y="470779"/>
                    <a:pt x="615641" y="311994"/>
                    <a:pt x="614811" y="265120"/>
                  </a:cubicBezTo>
                  <a:cubicBezTo>
                    <a:pt x="612515" y="135385"/>
                    <a:pt x="614917" y="243369"/>
                    <a:pt x="611636" y="179395"/>
                  </a:cubicBezTo>
                  <a:cubicBezTo>
                    <a:pt x="609904" y="145625"/>
                    <a:pt x="611683" y="149564"/>
                    <a:pt x="608461" y="127007"/>
                  </a:cubicBezTo>
                  <a:cubicBezTo>
                    <a:pt x="608006" y="123821"/>
                    <a:pt x="607721" y="120587"/>
                    <a:pt x="606874" y="117482"/>
                  </a:cubicBezTo>
                  <a:cubicBezTo>
                    <a:pt x="606124" y="114733"/>
                    <a:pt x="604757" y="112191"/>
                    <a:pt x="603699" y="109545"/>
                  </a:cubicBezTo>
                  <a:cubicBezTo>
                    <a:pt x="603170" y="106370"/>
                    <a:pt x="602958" y="103125"/>
                    <a:pt x="602111" y="100020"/>
                  </a:cubicBezTo>
                  <a:cubicBezTo>
                    <a:pt x="601361" y="97271"/>
                    <a:pt x="599937" y="94750"/>
                    <a:pt x="598936" y="92082"/>
                  </a:cubicBezTo>
                  <a:cubicBezTo>
                    <a:pt x="598349" y="90515"/>
                    <a:pt x="597809" y="88929"/>
                    <a:pt x="597349" y="87320"/>
                  </a:cubicBezTo>
                  <a:cubicBezTo>
                    <a:pt x="596201" y="83303"/>
                    <a:pt x="595802" y="80005"/>
                    <a:pt x="594174" y="76207"/>
                  </a:cubicBezTo>
                  <a:cubicBezTo>
                    <a:pt x="593242" y="74032"/>
                    <a:pt x="591931" y="72032"/>
                    <a:pt x="590999" y="69857"/>
                  </a:cubicBezTo>
                  <a:cubicBezTo>
                    <a:pt x="590340" y="68319"/>
                    <a:pt x="590159" y="66592"/>
                    <a:pt x="589411" y="65095"/>
                  </a:cubicBezTo>
                  <a:cubicBezTo>
                    <a:pt x="588558" y="63388"/>
                    <a:pt x="587163" y="62000"/>
                    <a:pt x="586236" y="60332"/>
                  </a:cubicBezTo>
                  <a:cubicBezTo>
                    <a:pt x="582150" y="52976"/>
                    <a:pt x="580882" y="47760"/>
                    <a:pt x="575124" y="41282"/>
                  </a:cubicBezTo>
                  <a:cubicBezTo>
                    <a:pt x="573366" y="39305"/>
                    <a:pt x="571043" y="37881"/>
                    <a:pt x="568774" y="36520"/>
                  </a:cubicBezTo>
                  <a:cubicBezTo>
                    <a:pt x="561643" y="32241"/>
                    <a:pt x="556325" y="30337"/>
                    <a:pt x="548136" y="28582"/>
                  </a:cubicBezTo>
                  <a:cubicBezTo>
                    <a:pt x="544477" y="27798"/>
                    <a:pt x="540728" y="27524"/>
                    <a:pt x="537024" y="26995"/>
                  </a:cubicBezTo>
                  <a:cubicBezTo>
                    <a:pt x="509000" y="18989"/>
                    <a:pt x="544050" y="28869"/>
                    <a:pt x="513211" y="20645"/>
                  </a:cubicBezTo>
                  <a:cubicBezTo>
                    <a:pt x="509489" y="19652"/>
                    <a:pt x="505876" y="18226"/>
                    <a:pt x="502099" y="17470"/>
                  </a:cubicBezTo>
                  <a:cubicBezTo>
                    <a:pt x="497916" y="16633"/>
                    <a:pt x="493618" y="16515"/>
                    <a:pt x="489399" y="15882"/>
                  </a:cubicBezTo>
                  <a:cubicBezTo>
                    <a:pt x="457740" y="11133"/>
                    <a:pt x="483024" y="13763"/>
                    <a:pt x="451299" y="11120"/>
                  </a:cubicBezTo>
                  <a:cubicBezTo>
                    <a:pt x="448124" y="10591"/>
                    <a:pt x="444965" y="9957"/>
                    <a:pt x="441774" y="9532"/>
                  </a:cubicBezTo>
                  <a:cubicBezTo>
                    <a:pt x="437024" y="8899"/>
                    <a:pt x="432205" y="8778"/>
                    <a:pt x="427486" y="7945"/>
                  </a:cubicBezTo>
                  <a:cubicBezTo>
                    <a:pt x="423189" y="7187"/>
                    <a:pt x="419142" y="5026"/>
                    <a:pt x="414786" y="4770"/>
                  </a:cubicBezTo>
                  <a:cubicBezTo>
                    <a:pt x="392065" y="3433"/>
                    <a:pt x="369278" y="3711"/>
                    <a:pt x="346524" y="3182"/>
                  </a:cubicBezTo>
                  <a:lnTo>
                    <a:pt x="271911" y="477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0CB2C1ED-75B6-45F9-FC01-BE20B193DE44}"/>
                </a:ext>
              </a:extLst>
            </p:cNvPr>
            <p:cNvSpPr/>
            <p:nvPr/>
          </p:nvSpPr>
          <p:spPr>
            <a:xfrm>
              <a:off x="2014238" y="753357"/>
              <a:ext cx="1435100" cy="1474853"/>
            </a:xfrm>
            <a:custGeom>
              <a:avLst/>
              <a:gdLst>
                <a:gd name="connsiteX0" fmla="*/ 1368425 w 1435100"/>
                <a:gd name="connsiteY0" fmla="*/ 41275 h 1474853"/>
                <a:gd name="connsiteX1" fmla="*/ 1368425 w 1435100"/>
                <a:gd name="connsiteY1" fmla="*/ 41275 h 1474853"/>
                <a:gd name="connsiteX2" fmla="*/ 1111250 w 1435100"/>
                <a:gd name="connsiteY2" fmla="*/ 25400 h 1474853"/>
                <a:gd name="connsiteX3" fmla="*/ 1085850 w 1435100"/>
                <a:gd name="connsiteY3" fmla="*/ 22225 h 1474853"/>
                <a:gd name="connsiteX4" fmla="*/ 844550 w 1435100"/>
                <a:gd name="connsiteY4" fmla="*/ 25400 h 1474853"/>
                <a:gd name="connsiteX5" fmla="*/ 673100 w 1435100"/>
                <a:gd name="connsiteY5" fmla="*/ 22225 h 1474853"/>
                <a:gd name="connsiteX6" fmla="*/ 644525 w 1435100"/>
                <a:gd name="connsiteY6" fmla="*/ 15875 h 1474853"/>
                <a:gd name="connsiteX7" fmla="*/ 596900 w 1435100"/>
                <a:gd name="connsiteY7" fmla="*/ 9525 h 1474853"/>
                <a:gd name="connsiteX8" fmla="*/ 584200 w 1435100"/>
                <a:gd name="connsiteY8" fmla="*/ 6350 h 1474853"/>
                <a:gd name="connsiteX9" fmla="*/ 549275 w 1435100"/>
                <a:gd name="connsiteY9" fmla="*/ 0 h 1474853"/>
                <a:gd name="connsiteX10" fmla="*/ 463550 w 1435100"/>
                <a:gd name="connsiteY10" fmla="*/ 6350 h 1474853"/>
                <a:gd name="connsiteX11" fmla="*/ 431800 w 1435100"/>
                <a:gd name="connsiteY11" fmla="*/ 12700 h 1474853"/>
                <a:gd name="connsiteX12" fmla="*/ 412750 w 1435100"/>
                <a:gd name="connsiteY12" fmla="*/ 19050 h 1474853"/>
                <a:gd name="connsiteX13" fmla="*/ 355600 w 1435100"/>
                <a:gd name="connsiteY13" fmla="*/ 25400 h 1474853"/>
                <a:gd name="connsiteX14" fmla="*/ 314325 w 1435100"/>
                <a:gd name="connsiteY14" fmla="*/ 31750 h 1474853"/>
                <a:gd name="connsiteX15" fmla="*/ 276225 w 1435100"/>
                <a:gd name="connsiteY15" fmla="*/ 47625 h 1474853"/>
                <a:gd name="connsiteX16" fmla="*/ 266700 w 1435100"/>
                <a:gd name="connsiteY16" fmla="*/ 50800 h 1474853"/>
                <a:gd name="connsiteX17" fmla="*/ 222250 w 1435100"/>
                <a:gd name="connsiteY17" fmla="*/ 79375 h 1474853"/>
                <a:gd name="connsiteX18" fmla="*/ 187325 w 1435100"/>
                <a:gd name="connsiteY18" fmla="*/ 114300 h 1474853"/>
                <a:gd name="connsiteX19" fmla="*/ 146050 w 1435100"/>
                <a:gd name="connsiteY19" fmla="*/ 155575 h 1474853"/>
                <a:gd name="connsiteX20" fmla="*/ 127000 w 1435100"/>
                <a:gd name="connsiteY20" fmla="*/ 174625 h 1474853"/>
                <a:gd name="connsiteX21" fmla="*/ 101600 w 1435100"/>
                <a:gd name="connsiteY21" fmla="*/ 238125 h 1474853"/>
                <a:gd name="connsiteX22" fmla="*/ 88900 w 1435100"/>
                <a:gd name="connsiteY22" fmla="*/ 269875 h 1474853"/>
                <a:gd name="connsiteX23" fmla="*/ 73025 w 1435100"/>
                <a:gd name="connsiteY23" fmla="*/ 307975 h 1474853"/>
                <a:gd name="connsiteX24" fmla="*/ 63500 w 1435100"/>
                <a:gd name="connsiteY24" fmla="*/ 339725 h 1474853"/>
                <a:gd name="connsiteX25" fmla="*/ 60325 w 1435100"/>
                <a:gd name="connsiteY25" fmla="*/ 358775 h 1474853"/>
                <a:gd name="connsiteX26" fmla="*/ 57150 w 1435100"/>
                <a:gd name="connsiteY26" fmla="*/ 384175 h 1474853"/>
                <a:gd name="connsiteX27" fmla="*/ 47625 w 1435100"/>
                <a:gd name="connsiteY27" fmla="*/ 431800 h 1474853"/>
                <a:gd name="connsiteX28" fmla="*/ 41275 w 1435100"/>
                <a:gd name="connsiteY28" fmla="*/ 504825 h 1474853"/>
                <a:gd name="connsiteX29" fmla="*/ 38100 w 1435100"/>
                <a:gd name="connsiteY29" fmla="*/ 523875 h 1474853"/>
                <a:gd name="connsiteX30" fmla="*/ 34925 w 1435100"/>
                <a:gd name="connsiteY30" fmla="*/ 660400 h 1474853"/>
                <a:gd name="connsiteX31" fmla="*/ 31750 w 1435100"/>
                <a:gd name="connsiteY31" fmla="*/ 685800 h 1474853"/>
                <a:gd name="connsiteX32" fmla="*/ 28575 w 1435100"/>
                <a:gd name="connsiteY32" fmla="*/ 727075 h 1474853"/>
                <a:gd name="connsiteX33" fmla="*/ 22225 w 1435100"/>
                <a:gd name="connsiteY33" fmla="*/ 800100 h 1474853"/>
                <a:gd name="connsiteX34" fmla="*/ 15875 w 1435100"/>
                <a:gd name="connsiteY34" fmla="*/ 838200 h 1474853"/>
                <a:gd name="connsiteX35" fmla="*/ 12700 w 1435100"/>
                <a:gd name="connsiteY35" fmla="*/ 863600 h 1474853"/>
                <a:gd name="connsiteX36" fmla="*/ 0 w 1435100"/>
                <a:gd name="connsiteY36" fmla="*/ 927100 h 1474853"/>
                <a:gd name="connsiteX37" fmla="*/ 6350 w 1435100"/>
                <a:gd name="connsiteY37" fmla="*/ 1123950 h 1474853"/>
                <a:gd name="connsiteX38" fmla="*/ 12700 w 1435100"/>
                <a:gd name="connsiteY38" fmla="*/ 1171575 h 1474853"/>
                <a:gd name="connsiteX39" fmla="*/ 15875 w 1435100"/>
                <a:gd name="connsiteY39" fmla="*/ 1203325 h 1474853"/>
                <a:gd name="connsiteX40" fmla="*/ 22225 w 1435100"/>
                <a:gd name="connsiteY40" fmla="*/ 1228725 h 1474853"/>
                <a:gd name="connsiteX41" fmla="*/ 28575 w 1435100"/>
                <a:gd name="connsiteY41" fmla="*/ 1292225 h 1474853"/>
                <a:gd name="connsiteX42" fmla="*/ 38100 w 1435100"/>
                <a:gd name="connsiteY42" fmla="*/ 1327150 h 1474853"/>
                <a:gd name="connsiteX43" fmla="*/ 47625 w 1435100"/>
                <a:gd name="connsiteY43" fmla="*/ 1358900 h 1474853"/>
                <a:gd name="connsiteX44" fmla="*/ 53975 w 1435100"/>
                <a:gd name="connsiteY44" fmla="*/ 1371600 h 1474853"/>
                <a:gd name="connsiteX45" fmla="*/ 57150 w 1435100"/>
                <a:gd name="connsiteY45" fmla="*/ 1387475 h 1474853"/>
                <a:gd name="connsiteX46" fmla="*/ 66675 w 1435100"/>
                <a:gd name="connsiteY46" fmla="*/ 1400175 h 1474853"/>
                <a:gd name="connsiteX47" fmla="*/ 101600 w 1435100"/>
                <a:gd name="connsiteY47" fmla="*/ 1431925 h 1474853"/>
                <a:gd name="connsiteX48" fmla="*/ 111125 w 1435100"/>
                <a:gd name="connsiteY48" fmla="*/ 1435100 h 1474853"/>
                <a:gd name="connsiteX49" fmla="*/ 120650 w 1435100"/>
                <a:gd name="connsiteY49" fmla="*/ 1441450 h 1474853"/>
                <a:gd name="connsiteX50" fmla="*/ 139700 w 1435100"/>
                <a:gd name="connsiteY50" fmla="*/ 1447800 h 1474853"/>
                <a:gd name="connsiteX51" fmla="*/ 161925 w 1435100"/>
                <a:gd name="connsiteY51" fmla="*/ 1454150 h 1474853"/>
                <a:gd name="connsiteX52" fmla="*/ 177800 w 1435100"/>
                <a:gd name="connsiteY52" fmla="*/ 1457325 h 1474853"/>
                <a:gd name="connsiteX53" fmla="*/ 234950 w 1435100"/>
                <a:gd name="connsiteY53" fmla="*/ 1460500 h 1474853"/>
                <a:gd name="connsiteX54" fmla="*/ 492125 w 1435100"/>
                <a:gd name="connsiteY54" fmla="*/ 1460500 h 1474853"/>
                <a:gd name="connsiteX55" fmla="*/ 520700 w 1435100"/>
                <a:gd name="connsiteY55" fmla="*/ 1454150 h 1474853"/>
                <a:gd name="connsiteX56" fmla="*/ 549275 w 1435100"/>
                <a:gd name="connsiteY56" fmla="*/ 1447800 h 1474853"/>
                <a:gd name="connsiteX57" fmla="*/ 568325 w 1435100"/>
                <a:gd name="connsiteY57" fmla="*/ 1441450 h 1474853"/>
                <a:gd name="connsiteX58" fmla="*/ 581025 w 1435100"/>
                <a:gd name="connsiteY58" fmla="*/ 1431925 h 1474853"/>
                <a:gd name="connsiteX59" fmla="*/ 615950 w 1435100"/>
                <a:gd name="connsiteY59" fmla="*/ 1384300 h 1474853"/>
                <a:gd name="connsiteX60" fmla="*/ 619125 w 1435100"/>
                <a:gd name="connsiteY60" fmla="*/ 1374775 h 1474853"/>
                <a:gd name="connsiteX61" fmla="*/ 622300 w 1435100"/>
                <a:gd name="connsiteY61" fmla="*/ 1352550 h 1474853"/>
                <a:gd name="connsiteX62" fmla="*/ 615950 w 1435100"/>
                <a:gd name="connsiteY62" fmla="*/ 1285875 h 1474853"/>
                <a:gd name="connsiteX63" fmla="*/ 612775 w 1435100"/>
                <a:gd name="connsiteY63" fmla="*/ 1276350 h 1474853"/>
                <a:gd name="connsiteX64" fmla="*/ 606425 w 1435100"/>
                <a:gd name="connsiteY64" fmla="*/ 1263650 h 1474853"/>
                <a:gd name="connsiteX65" fmla="*/ 603250 w 1435100"/>
                <a:gd name="connsiteY65" fmla="*/ 1247775 h 1474853"/>
                <a:gd name="connsiteX66" fmla="*/ 596900 w 1435100"/>
                <a:gd name="connsiteY66" fmla="*/ 1235075 h 1474853"/>
                <a:gd name="connsiteX67" fmla="*/ 593725 w 1435100"/>
                <a:gd name="connsiteY67" fmla="*/ 1216025 h 1474853"/>
                <a:gd name="connsiteX68" fmla="*/ 587375 w 1435100"/>
                <a:gd name="connsiteY68" fmla="*/ 1203325 h 1474853"/>
                <a:gd name="connsiteX69" fmla="*/ 584200 w 1435100"/>
                <a:gd name="connsiteY69" fmla="*/ 1190625 h 1474853"/>
                <a:gd name="connsiteX70" fmla="*/ 581025 w 1435100"/>
                <a:gd name="connsiteY70" fmla="*/ 1181100 h 1474853"/>
                <a:gd name="connsiteX71" fmla="*/ 577850 w 1435100"/>
                <a:gd name="connsiteY71" fmla="*/ 1165225 h 1474853"/>
                <a:gd name="connsiteX72" fmla="*/ 571500 w 1435100"/>
                <a:gd name="connsiteY72" fmla="*/ 1149350 h 1474853"/>
                <a:gd name="connsiteX73" fmla="*/ 568325 w 1435100"/>
                <a:gd name="connsiteY73" fmla="*/ 1139825 h 1474853"/>
                <a:gd name="connsiteX74" fmla="*/ 555625 w 1435100"/>
                <a:gd name="connsiteY74" fmla="*/ 1120775 h 1474853"/>
                <a:gd name="connsiteX75" fmla="*/ 549275 w 1435100"/>
                <a:gd name="connsiteY75" fmla="*/ 1111250 h 1474853"/>
                <a:gd name="connsiteX76" fmla="*/ 542925 w 1435100"/>
                <a:gd name="connsiteY76" fmla="*/ 1095375 h 1474853"/>
                <a:gd name="connsiteX77" fmla="*/ 527050 w 1435100"/>
                <a:gd name="connsiteY77" fmla="*/ 1044575 h 1474853"/>
                <a:gd name="connsiteX78" fmla="*/ 523875 w 1435100"/>
                <a:gd name="connsiteY78" fmla="*/ 1028700 h 1474853"/>
                <a:gd name="connsiteX79" fmla="*/ 517525 w 1435100"/>
                <a:gd name="connsiteY79" fmla="*/ 1012825 h 1474853"/>
                <a:gd name="connsiteX80" fmla="*/ 514350 w 1435100"/>
                <a:gd name="connsiteY80" fmla="*/ 996950 h 1474853"/>
                <a:gd name="connsiteX81" fmla="*/ 508000 w 1435100"/>
                <a:gd name="connsiteY81" fmla="*/ 977900 h 1474853"/>
                <a:gd name="connsiteX82" fmla="*/ 504825 w 1435100"/>
                <a:gd name="connsiteY82" fmla="*/ 930275 h 1474853"/>
                <a:gd name="connsiteX83" fmla="*/ 501650 w 1435100"/>
                <a:gd name="connsiteY83" fmla="*/ 908050 h 1474853"/>
                <a:gd name="connsiteX84" fmla="*/ 498475 w 1435100"/>
                <a:gd name="connsiteY84" fmla="*/ 866775 h 1474853"/>
                <a:gd name="connsiteX85" fmla="*/ 508000 w 1435100"/>
                <a:gd name="connsiteY85" fmla="*/ 765175 h 1474853"/>
                <a:gd name="connsiteX86" fmla="*/ 511175 w 1435100"/>
                <a:gd name="connsiteY86" fmla="*/ 746125 h 1474853"/>
                <a:gd name="connsiteX87" fmla="*/ 517525 w 1435100"/>
                <a:gd name="connsiteY87" fmla="*/ 730250 h 1474853"/>
                <a:gd name="connsiteX88" fmla="*/ 533400 w 1435100"/>
                <a:gd name="connsiteY88" fmla="*/ 685800 h 1474853"/>
                <a:gd name="connsiteX89" fmla="*/ 555625 w 1435100"/>
                <a:gd name="connsiteY89" fmla="*/ 647700 h 1474853"/>
                <a:gd name="connsiteX90" fmla="*/ 558800 w 1435100"/>
                <a:gd name="connsiteY90" fmla="*/ 635000 h 1474853"/>
                <a:gd name="connsiteX91" fmla="*/ 565150 w 1435100"/>
                <a:gd name="connsiteY91" fmla="*/ 625475 h 1474853"/>
                <a:gd name="connsiteX92" fmla="*/ 571500 w 1435100"/>
                <a:gd name="connsiteY92" fmla="*/ 612775 h 1474853"/>
                <a:gd name="connsiteX93" fmla="*/ 574675 w 1435100"/>
                <a:gd name="connsiteY93" fmla="*/ 603250 h 1474853"/>
                <a:gd name="connsiteX94" fmla="*/ 584200 w 1435100"/>
                <a:gd name="connsiteY94" fmla="*/ 593725 h 1474853"/>
                <a:gd name="connsiteX95" fmla="*/ 600075 w 1435100"/>
                <a:gd name="connsiteY95" fmla="*/ 581025 h 1474853"/>
                <a:gd name="connsiteX96" fmla="*/ 635000 w 1435100"/>
                <a:gd name="connsiteY96" fmla="*/ 568325 h 1474853"/>
                <a:gd name="connsiteX97" fmla="*/ 787400 w 1435100"/>
                <a:gd name="connsiteY97" fmla="*/ 571500 h 1474853"/>
                <a:gd name="connsiteX98" fmla="*/ 844550 w 1435100"/>
                <a:gd name="connsiteY98" fmla="*/ 581025 h 1474853"/>
                <a:gd name="connsiteX99" fmla="*/ 857250 w 1435100"/>
                <a:gd name="connsiteY99" fmla="*/ 584200 h 1474853"/>
                <a:gd name="connsiteX100" fmla="*/ 869950 w 1435100"/>
                <a:gd name="connsiteY100" fmla="*/ 587375 h 1474853"/>
                <a:gd name="connsiteX101" fmla="*/ 911225 w 1435100"/>
                <a:gd name="connsiteY101" fmla="*/ 590550 h 1474853"/>
                <a:gd name="connsiteX102" fmla="*/ 996950 w 1435100"/>
                <a:gd name="connsiteY102" fmla="*/ 587375 h 1474853"/>
                <a:gd name="connsiteX103" fmla="*/ 1016000 w 1435100"/>
                <a:gd name="connsiteY103" fmla="*/ 584200 h 1474853"/>
                <a:gd name="connsiteX104" fmla="*/ 1063625 w 1435100"/>
                <a:gd name="connsiteY104" fmla="*/ 574675 h 1474853"/>
                <a:gd name="connsiteX105" fmla="*/ 1079500 w 1435100"/>
                <a:gd name="connsiteY105" fmla="*/ 571500 h 1474853"/>
                <a:gd name="connsiteX106" fmla="*/ 1165225 w 1435100"/>
                <a:gd name="connsiteY106" fmla="*/ 565150 h 1474853"/>
                <a:gd name="connsiteX107" fmla="*/ 1193800 w 1435100"/>
                <a:gd name="connsiteY107" fmla="*/ 558800 h 1474853"/>
                <a:gd name="connsiteX108" fmla="*/ 1212850 w 1435100"/>
                <a:gd name="connsiteY108" fmla="*/ 552450 h 1474853"/>
                <a:gd name="connsiteX109" fmla="*/ 1225550 w 1435100"/>
                <a:gd name="connsiteY109" fmla="*/ 542925 h 1474853"/>
                <a:gd name="connsiteX110" fmla="*/ 1257300 w 1435100"/>
                <a:gd name="connsiteY110" fmla="*/ 530225 h 1474853"/>
                <a:gd name="connsiteX111" fmla="*/ 1276350 w 1435100"/>
                <a:gd name="connsiteY111" fmla="*/ 517525 h 1474853"/>
                <a:gd name="connsiteX112" fmla="*/ 1292225 w 1435100"/>
                <a:gd name="connsiteY112" fmla="*/ 498475 h 1474853"/>
                <a:gd name="connsiteX113" fmla="*/ 1311275 w 1435100"/>
                <a:gd name="connsiteY113" fmla="*/ 469900 h 1474853"/>
                <a:gd name="connsiteX114" fmla="*/ 1320800 w 1435100"/>
                <a:gd name="connsiteY114" fmla="*/ 457200 h 1474853"/>
                <a:gd name="connsiteX115" fmla="*/ 1327150 w 1435100"/>
                <a:gd name="connsiteY115" fmla="*/ 441325 h 1474853"/>
                <a:gd name="connsiteX116" fmla="*/ 1336675 w 1435100"/>
                <a:gd name="connsiteY116" fmla="*/ 428625 h 1474853"/>
                <a:gd name="connsiteX117" fmla="*/ 1349375 w 1435100"/>
                <a:gd name="connsiteY117" fmla="*/ 393700 h 1474853"/>
                <a:gd name="connsiteX118" fmla="*/ 1362075 w 1435100"/>
                <a:gd name="connsiteY118" fmla="*/ 361950 h 1474853"/>
                <a:gd name="connsiteX119" fmla="*/ 1368425 w 1435100"/>
                <a:gd name="connsiteY119" fmla="*/ 349250 h 1474853"/>
                <a:gd name="connsiteX120" fmla="*/ 1374775 w 1435100"/>
                <a:gd name="connsiteY120" fmla="*/ 320675 h 1474853"/>
                <a:gd name="connsiteX121" fmla="*/ 1381125 w 1435100"/>
                <a:gd name="connsiteY121" fmla="*/ 307975 h 1474853"/>
                <a:gd name="connsiteX122" fmla="*/ 1390650 w 1435100"/>
                <a:gd name="connsiteY122" fmla="*/ 269875 h 1474853"/>
                <a:gd name="connsiteX123" fmla="*/ 1393825 w 1435100"/>
                <a:gd name="connsiteY123" fmla="*/ 257175 h 1474853"/>
                <a:gd name="connsiteX124" fmla="*/ 1397000 w 1435100"/>
                <a:gd name="connsiteY124" fmla="*/ 247650 h 1474853"/>
                <a:gd name="connsiteX125" fmla="*/ 1403350 w 1435100"/>
                <a:gd name="connsiteY125" fmla="*/ 231775 h 1474853"/>
                <a:gd name="connsiteX126" fmla="*/ 1406525 w 1435100"/>
                <a:gd name="connsiteY126" fmla="*/ 215900 h 1474853"/>
                <a:gd name="connsiteX127" fmla="*/ 1409700 w 1435100"/>
                <a:gd name="connsiteY127" fmla="*/ 203200 h 1474853"/>
                <a:gd name="connsiteX128" fmla="*/ 1419225 w 1435100"/>
                <a:gd name="connsiteY128" fmla="*/ 184150 h 1474853"/>
                <a:gd name="connsiteX129" fmla="*/ 1428750 w 1435100"/>
                <a:gd name="connsiteY129" fmla="*/ 152400 h 1474853"/>
                <a:gd name="connsiteX130" fmla="*/ 1435100 w 1435100"/>
                <a:gd name="connsiteY130" fmla="*/ 127000 h 1474853"/>
                <a:gd name="connsiteX131" fmla="*/ 1431925 w 1435100"/>
                <a:gd name="connsiteY131" fmla="*/ 98425 h 1474853"/>
                <a:gd name="connsiteX132" fmla="*/ 1425575 w 1435100"/>
                <a:gd name="connsiteY132" fmla="*/ 88900 h 1474853"/>
                <a:gd name="connsiteX133" fmla="*/ 1419225 w 1435100"/>
                <a:gd name="connsiteY133" fmla="*/ 73025 h 1474853"/>
                <a:gd name="connsiteX134" fmla="*/ 1412875 w 1435100"/>
                <a:gd name="connsiteY134" fmla="*/ 60325 h 1474853"/>
                <a:gd name="connsiteX135" fmla="*/ 1406525 w 1435100"/>
                <a:gd name="connsiteY135" fmla="*/ 44450 h 1474853"/>
                <a:gd name="connsiteX136" fmla="*/ 1403350 w 1435100"/>
                <a:gd name="connsiteY136" fmla="*/ 34925 h 1474853"/>
                <a:gd name="connsiteX137" fmla="*/ 1393825 w 1435100"/>
                <a:gd name="connsiteY137" fmla="*/ 28575 h 1474853"/>
                <a:gd name="connsiteX138" fmla="*/ 1368425 w 1435100"/>
                <a:gd name="connsiteY138" fmla="*/ 28575 h 1474853"/>
                <a:gd name="connsiteX139" fmla="*/ 1368425 w 1435100"/>
                <a:gd name="connsiteY139" fmla="*/ 41275 h 147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1435100" h="1474853">
                  <a:moveTo>
                    <a:pt x="1368425" y="41275"/>
                  </a:moveTo>
                  <a:lnTo>
                    <a:pt x="1368425" y="41275"/>
                  </a:lnTo>
                  <a:lnTo>
                    <a:pt x="1111250" y="25400"/>
                  </a:lnTo>
                  <a:cubicBezTo>
                    <a:pt x="1102737" y="24826"/>
                    <a:pt x="1094383" y="22225"/>
                    <a:pt x="1085850" y="22225"/>
                  </a:cubicBezTo>
                  <a:cubicBezTo>
                    <a:pt x="1005410" y="22225"/>
                    <a:pt x="924983" y="24342"/>
                    <a:pt x="844550" y="25400"/>
                  </a:cubicBezTo>
                  <a:cubicBezTo>
                    <a:pt x="787400" y="24342"/>
                    <a:pt x="730195" y="24944"/>
                    <a:pt x="673100" y="22225"/>
                  </a:cubicBezTo>
                  <a:cubicBezTo>
                    <a:pt x="663354" y="21761"/>
                    <a:pt x="654150" y="17479"/>
                    <a:pt x="644525" y="15875"/>
                  </a:cubicBezTo>
                  <a:cubicBezTo>
                    <a:pt x="593696" y="7403"/>
                    <a:pt x="636054" y="17356"/>
                    <a:pt x="596900" y="9525"/>
                  </a:cubicBezTo>
                  <a:cubicBezTo>
                    <a:pt x="592621" y="8669"/>
                    <a:pt x="588460" y="7297"/>
                    <a:pt x="584200" y="6350"/>
                  </a:cubicBezTo>
                  <a:cubicBezTo>
                    <a:pt x="570887" y="3392"/>
                    <a:pt x="563061" y="2298"/>
                    <a:pt x="549275" y="0"/>
                  </a:cubicBezTo>
                  <a:cubicBezTo>
                    <a:pt x="519560" y="1564"/>
                    <a:pt x="492349" y="1550"/>
                    <a:pt x="463550" y="6350"/>
                  </a:cubicBezTo>
                  <a:cubicBezTo>
                    <a:pt x="452904" y="8124"/>
                    <a:pt x="442271" y="10082"/>
                    <a:pt x="431800" y="12700"/>
                  </a:cubicBezTo>
                  <a:cubicBezTo>
                    <a:pt x="425306" y="14323"/>
                    <a:pt x="419352" y="17950"/>
                    <a:pt x="412750" y="19050"/>
                  </a:cubicBezTo>
                  <a:cubicBezTo>
                    <a:pt x="393844" y="22201"/>
                    <a:pt x="374575" y="22689"/>
                    <a:pt x="355600" y="25400"/>
                  </a:cubicBezTo>
                  <a:cubicBezTo>
                    <a:pt x="327002" y="29485"/>
                    <a:pt x="340757" y="27345"/>
                    <a:pt x="314325" y="31750"/>
                  </a:cubicBezTo>
                  <a:cubicBezTo>
                    <a:pt x="301625" y="37042"/>
                    <a:pt x="289277" y="43274"/>
                    <a:pt x="276225" y="47625"/>
                  </a:cubicBezTo>
                  <a:cubicBezTo>
                    <a:pt x="273050" y="48683"/>
                    <a:pt x="269585" y="49103"/>
                    <a:pt x="266700" y="50800"/>
                  </a:cubicBezTo>
                  <a:cubicBezTo>
                    <a:pt x="251518" y="59731"/>
                    <a:pt x="234705" y="66920"/>
                    <a:pt x="222250" y="79375"/>
                  </a:cubicBezTo>
                  <a:cubicBezTo>
                    <a:pt x="210608" y="91017"/>
                    <a:pt x="199973" y="103760"/>
                    <a:pt x="187325" y="114300"/>
                  </a:cubicBezTo>
                  <a:cubicBezTo>
                    <a:pt x="154130" y="141963"/>
                    <a:pt x="181207" y="117713"/>
                    <a:pt x="146050" y="155575"/>
                  </a:cubicBezTo>
                  <a:cubicBezTo>
                    <a:pt x="139939" y="162156"/>
                    <a:pt x="131981" y="167153"/>
                    <a:pt x="127000" y="174625"/>
                  </a:cubicBezTo>
                  <a:cubicBezTo>
                    <a:pt x="101075" y="213512"/>
                    <a:pt x="113220" y="203264"/>
                    <a:pt x="101600" y="238125"/>
                  </a:cubicBezTo>
                  <a:cubicBezTo>
                    <a:pt x="97995" y="248939"/>
                    <a:pt x="93469" y="259432"/>
                    <a:pt x="88900" y="269875"/>
                  </a:cubicBezTo>
                  <a:cubicBezTo>
                    <a:pt x="79613" y="291102"/>
                    <a:pt x="78573" y="285782"/>
                    <a:pt x="73025" y="307975"/>
                  </a:cubicBezTo>
                  <a:cubicBezTo>
                    <a:pt x="65119" y="339600"/>
                    <a:pt x="75635" y="315454"/>
                    <a:pt x="63500" y="339725"/>
                  </a:cubicBezTo>
                  <a:cubicBezTo>
                    <a:pt x="62442" y="346075"/>
                    <a:pt x="61235" y="352402"/>
                    <a:pt x="60325" y="358775"/>
                  </a:cubicBezTo>
                  <a:cubicBezTo>
                    <a:pt x="59118" y="367222"/>
                    <a:pt x="58722" y="375789"/>
                    <a:pt x="57150" y="384175"/>
                  </a:cubicBezTo>
                  <a:cubicBezTo>
                    <a:pt x="46831" y="439211"/>
                    <a:pt x="53881" y="381748"/>
                    <a:pt x="47625" y="431800"/>
                  </a:cubicBezTo>
                  <a:cubicBezTo>
                    <a:pt x="40239" y="490885"/>
                    <a:pt x="49117" y="426410"/>
                    <a:pt x="41275" y="504825"/>
                  </a:cubicBezTo>
                  <a:cubicBezTo>
                    <a:pt x="40634" y="511231"/>
                    <a:pt x="39158" y="517525"/>
                    <a:pt x="38100" y="523875"/>
                  </a:cubicBezTo>
                  <a:cubicBezTo>
                    <a:pt x="37042" y="569383"/>
                    <a:pt x="36709" y="614914"/>
                    <a:pt x="34925" y="660400"/>
                  </a:cubicBezTo>
                  <a:cubicBezTo>
                    <a:pt x="34591" y="668926"/>
                    <a:pt x="32559" y="677306"/>
                    <a:pt x="31750" y="685800"/>
                  </a:cubicBezTo>
                  <a:cubicBezTo>
                    <a:pt x="30442" y="699537"/>
                    <a:pt x="29558" y="713311"/>
                    <a:pt x="28575" y="727075"/>
                  </a:cubicBezTo>
                  <a:cubicBezTo>
                    <a:pt x="24995" y="777194"/>
                    <a:pt x="27286" y="762141"/>
                    <a:pt x="22225" y="800100"/>
                  </a:cubicBezTo>
                  <a:cubicBezTo>
                    <a:pt x="10599" y="887298"/>
                    <a:pt x="26062" y="771987"/>
                    <a:pt x="15875" y="838200"/>
                  </a:cubicBezTo>
                  <a:cubicBezTo>
                    <a:pt x="14578" y="846633"/>
                    <a:pt x="14200" y="855200"/>
                    <a:pt x="12700" y="863600"/>
                  </a:cubicBezTo>
                  <a:cubicBezTo>
                    <a:pt x="8905" y="884850"/>
                    <a:pt x="0" y="927100"/>
                    <a:pt x="0" y="927100"/>
                  </a:cubicBezTo>
                  <a:cubicBezTo>
                    <a:pt x="545" y="949465"/>
                    <a:pt x="2737" y="1080588"/>
                    <a:pt x="6350" y="1123950"/>
                  </a:cubicBezTo>
                  <a:cubicBezTo>
                    <a:pt x="7680" y="1139910"/>
                    <a:pt x="10792" y="1155674"/>
                    <a:pt x="12700" y="1171575"/>
                  </a:cubicBezTo>
                  <a:cubicBezTo>
                    <a:pt x="13967" y="1182135"/>
                    <a:pt x="14126" y="1192834"/>
                    <a:pt x="15875" y="1203325"/>
                  </a:cubicBezTo>
                  <a:cubicBezTo>
                    <a:pt x="17310" y="1211933"/>
                    <a:pt x="22225" y="1228725"/>
                    <a:pt x="22225" y="1228725"/>
                  </a:cubicBezTo>
                  <a:cubicBezTo>
                    <a:pt x="23267" y="1241234"/>
                    <a:pt x="25722" y="1277007"/>
                    <a:pt x="28575" y="1292225"/>
                  </a:cubicBezTo>
                  <a:cubicBezTo>
                    <a:pt x="34749" y="1325153"/>
                    <a:pt x="32544" y="1307704"/>
                    <a:pt x="38100" y="1327150"/>
                  </a:cubicBezTo>
                  <a:cubicBezTo>
                    <a:pt x="41138" y="1337784"/>
                    <a:pt x="42595" y="1348840"/>
                    <a:pt x="47625" y="1358900"/>
                  </a:cubicBezTo>
                  <a:lnTo>
                    <a:pt x="53975" y="1371600"/>
                  </a:lnTo>
                  <a:cubicBezTo>
                    <a:pt x="55033" y="1376892"/>
                    <a:pt x="54958" y="1382544"/>
                    <a:pt x="57150" y="1387475"/>
                  </a:cubicBezTo>
                  <a:cubicBezTo>
                    <a:pt x="59299" y="1392311"/>
                    <a:pt x="63115" y="1396259"/>
                    <a:pt x="66675" y="1400175"/>
                  </a:cubicBezTo>
                  <a:cubicBezTo>
                    <a:pt x="73628" y="1407823"/>
                    <a:pt x="90122" y="1425366"/>
                    <a:pt x="101600" y="1431925"/>
                  </a:cubicBezTo>
                  <a:cubicBezTo>
                    <a:pt x="104506" y="1433585"/>
                    <a:pt x="108132" y="1433603"/>
                    <a:pt x="111125" y="1435100"/>
                  </a:cubicBezTo>
                  <a:cubicBezTo>
                    <a:pt x="114538" y="1436807"/>
                    <a:pt x="117163" y="1439900"/>
                    <a:pt x="120650" y="1441450"/>
                  </a:cubicBezTo>
                  <a:cubicBezTo>
                    <a:pt x="126767" y="1444168"/>
                    <a:pt x="133350" y="1445683"/>
                    <a:pt x="139700" y="1447800"/>
                  </a:cubicBezTo>
                  <a:cubicBezTo>
                    <a:pt x="150307" y="1451336"/>
                    <a:pt x="149965" y="1451492"/>
                    <a:pt x="161925" y="1454150"/>
                  </a:cubicBezTo>
                  <a:cubicBezTo>
                    <a:pt x="167193" y="1455321"/>
                    <a:pt x="172424" y="1456858"/>
                    <a:pt x="177800" y="1457325"/>
                  </a:cubicBezTo>
                  <a:cubicBezTo>
                    <a:pt x="196808" y="1458978"/>
                    <a:pt x="215900" y="1459442"/>
                    <a:pt x="234950" y="1460500"/>
                  </a:cubicBezTo>
                  <a:cubicBezTo>
                    <a:pt x="322482" y="1489677"/>
                    <a:pt x="248851" y="1466292"/>
                    <a:pt x="492125" y="1460500"/>
                  </a:cubicBezTo>
                  <a:cubicBezTo>
                    <a:pt x="507752" y="1460128"/>
                    <a:pt x="508564" y="1457618"/>
                    <a:pt x="520700" y="1454150"/>
                  </a:cubicBezTo>
                  <a:cubicBezTo>
                    <a:pt x="580574" y="1437043"/>
                    <a:pt x="477256" y="1467442"/>
                    <a:pt x="549275" y="1447800"/>
                  </a:cubicBezTo>
                  <a:cubicBezTo>
                    <a:pt x="555733" y="1446039"/>
                    <a:pt x="568325" y="1441450"/>
                    <a:pt x="568325" y="1441450"/>
                  </a:cubicBezTo>
                  <a:cubicBezTo>
                    <a:pt x="572558" y="1438275"/>
                    <a:pt x="577436" y="1435813"/>
                    <a:pt x="581025" y="1431925"/>
                  </a:cubicBezTo>
                  <a:cubicBezTo>
                    <a:pt x="591785" y="1420268"/>
                    <a:pt x="607873" y="1400454"/>
                    <a:pt x="615950" y="1384300"/>
                  </a:cubicBezTo>
                  <a:cubicBezTo>
                    <a:pt x="617447" y="1381307"/>
                    <a:pt x="618067" y="1377950"/>
                    <a:pt x="619125" y="1374775"/>
                  </a:cubicBezTo>
                  <a:cubicBezTo>
                    <a:pt x="620183" y="1367367"/>
                    <a:pt x="622300" y="1360034"/>
                    <a:pt x="622300" y="1352550"/>
                  </a:cubicBezTo>
                  <a:cubicBezTo>
                    <a:pt x="622300" y="1321812"/>
                    <a:pt x="622665" y="1309379"/>
                    <a:pt x="615950" y="1285875"/>
                  </a:cubicBezTo>
                  <a:cubicBezTo>
                    <a:pt x="615031" y="1282657"/>
                    <a:pt x="614093" y="1279426"/>
                    <a:pt x="612775" y="1276350"/>
                  </a:cubicBezTo>
                  <a:cubicBezTo>
                    <a:pt x="610911" y="1272000"/>
                    <a:pt x="608542" y="1267883"/>
                    <a:pt x="606425" y="1263650"/>
                  </a:cubicBezTo>
                  <a:cubicBezTo>
                    <a:pt x="605367" y="1258358"/>
                    <a:pt x="604957" y="1252895"/>
                    <a:pt x="603250" y="1247775"/>
                  </a:cubicBezTo>
                  <a:cubicBezTo>
                    <a:pt x="601753" y="1243285"/>
                    <a:pt x="598260" y="1239608"/>
                    <a:pt x="596900" y="1235075"/>
                  </a:cubicBezTo>
                  <a:cubicBezTo>
                    <a:pt x="595050" y="1228909"/>
                    <a:pt x="595575" y="1222191"/>
                    <a:pt x="593725" y="1216025"/>
                  </a:cubicBezTo>
                  <a:cubicBezTo>
                    <a:pt x="592365" y="1211492"/>
                    <a:pt x="589037" y="1207757"/>
                    <a:pt x="587375" y="1203325"/>
                  </a:cubicBezTo>
                  <a:cubicBezTo>
                    <a:pt x="585843" y="1199239"/>
                    <a:pt x="585399" y="1194821"/>
                    <a:pt x="584200" y="1190625"/>
                  </a:cubicBezTo>
                  <a:cubicBezTo>
                    <a:pt x="583281" y="1187407"/>
                    <a:pt x="581837" y="1184347"/>
                    <a:pt x="581025" y="1181100"/>
                  </a:cubicBezTo>
                  <a:cubicBezTo>
                    <a:pt x="579716" y="1175865"/>
                    <a:pt x="579401" y="1170394"/>
                    <a:pt x="577850" y="1165225"/>
                  </a:cubicBezTo>
                  <a:cubicBezTo>
                    <a:pt x="576212" y="1159766"/>
                    <a:pt x="573501" y="1154686"/>
                    <a:pt x="571500" y="1149350"/>
                  </a:cubicBezTo>
                  <a:cubicBezTo>
                    <a:pt x="570325" y="1146216"/>
                    <a:pt x="569950" y="1142751"/>
                    <a:pt x="568325" y="1139825"/>
                  </a:cubicBezTo>
                  <a:cubicBezTo>
                    <a:pt x="564619" y="1133154"/>
                    <a:pt x="559858" y="1127125"/>
                    <a:pt x="555625" y="1120775"/>
                  </a:cubicBezTo>
                  <a:cubicBezTo>
                    <a:pt x="553508" y="1117600"/>
                    <a:pt x="550692" y="1114793"/>
                    <a:pt x="549275" y="1111250"/>
                  </a:cubicBezTo>
                  <a:cubicBezTo>
                    <a:pt x="547158" y="1105958"/>
                    <a:pt x="544842" y="1100742"/>
                    <a:pt x="542925" y="1095375"/>
                  </a:cubicBezTo>
                  <a:cubicBezTo>
                    <a:pt x="537903" y="1081312"/>
                    <a:pt x="530833" y="1059708"/>
                    <a:pt x="527050" y="1044575"/>
                  </a:cubicBezTo>
                  <a:cubicBezTo>
                    <a:pt x="525741" y="1039340"/>
                    <a:pt x="525426" y="1033869"/>
                    <a:pt x="523875" y="1028700"/>
                  </a:cubicBezTo>
                  <a:cubicBezTo>
                    <a:pt x="522237" y="1023241"/>
                    <a:pt x="519163" y="1018284"/>
                    <a:pt x="517525" y="1012825"/>
                  </a:cubicBezTo>
                  <a:cubicBezTo>
                    <a:pt x="515974" y="1007656"/>
                    <a:pt x="515770" y="1002156"/>
                    <a:pt x="514350" y="996950"/>
                  </a:cubicBezTo>
                  <a:cubicBezTo>
                    <a:pt x="512589" y="990492"/>
                    <a:pt x="510117" y="984250"/>
                    <a:pt x="508000" y="977900"/>
                  </a:cubicBezTo>
                  <a:cubicBezTo>
                    <a:pt x="506942" y="962025"/>
                    <a:pt x="506265" y="946120"/>
                    <a:pt x="504825" y="930275"/>
                  </a:cubicBezTo>
                  <a:cubicBezTo>
                    <a:pt x="504147" y="922822"/>
                    <a:pt x="502395" y="915496"/>
                    <a:pt x="501650" y="908050"/>
                  </a:cubicBezTo>
                  <a:cubicBezTo>
                    <a:pt x="500277" y="894320"/>
                    <a:pt x="499533" y="880533"/>
                    <a:pt x="498475" y="866775"/>
                  </a:cubicBezTo>
                  <a:cubicBezTo>
                    <a:pt x="503374" y="805539"/>
                    <a:pt x="501649" y="806459"/>
                    <a:pt x="508000" y="765175"/>
                  </a:cubicBezTo>
                  <a:cubicBezTo>
                    <a:pt x="508979" y="758812"/>
                    <a:pt x="509481" y="752336"/>
                    <a:pt x="511175" y="746125"/>
                  </a:cubicBezTo>
                  <a:cubicBezTo>
                    <a:pt x="512675" y="740627"/>
                    <a:pt x="515723" y="735657"/>
                    <a:pt x="517525" y="730250"/>
                  </a:cubicBezTo>
                  <a:cubicBezTo>
                    <a:pt x="523769" y="711517"/>
                    <a:pt x="518283" y="708476"/>
                    <a:pt x="533400" y="685800"/>
                  </a:cubicBezTo>
                  <a:cubicBezTo>
                    <a:pt x="543084" y="671274"/>
                    <a:pt x="549156" y="663873"/>
                    <a:pt x="555625" y="647700"/>
                  </a:cubicBezTo>
                  <a:cubicBezTo>
                    <a:pt x="557246" y="643648"/>
                    <a:pt x="557081" y="639011"/>
                    <a:pt x="558800" y="635000"/>
                  </a:cubicBezTo>
                  <a:cubicBezTo>
                    <a:pt x="560303" y="631493"/>
                    <a:pt x="563257" y="628788"/>
                    <a:pt x="565150" y="625475"/>
                  </a:cubicBezTo>
                  <a:cubicBezTo>
                    <a:pt x="567498" y="621366"/>
                    <a:pt x="569636" y="617125"/>
                    <a:pt x="571500" y="612775"/>
                  </a:cubicBezTo>
                  <a:cubicBezTo>
                    <a:pt x="572818" y="609699"/>
                    <a:pt x="572819" y="606035"/>
                    <a:pt x="574675" y="603250"/>
                  </a:cubicBezTo>
                  <a:cubicBezTo>
                    <a:pt x="577166" y="599514"/>
                    <a:pt x="580821" y="596682"/>
                    <a:pt x="584200" y="593725"/>
                  </a:cubicBezTo>
                  <a:cubicBezTo>
                    <a:pt x="589300" y="589263"/>
                    <a:pt x="594436" y="584784"/>
                    <a:pt x="600075" y="581025"/>
                  </a:cubicBezTo>
                  <a:cubicBezTo>
                    <a:pt x="610609" y="574002"/>
                    <a:pt x="622970" y="571332"/>
                    <a:pt x="635000" y="568325"/>
                  </a:cubicBezTo>
                  <a:lnTo>
                    <a:pt x="787400" y="571500"/>
                  </a:lnTo>
                  <a:cubicBezTo>
                    <a:pt x="815542" y="572470"/>
                    <a:pt x="818917" y="574617"/>
                    <a:pt x="844550" y="581025"/>
                  </a:cubicBezTo>
                  <a:lnTo>
                    <a:pt x="857250" y="584200"/>
                  </a:lnTo>
                  <a:cubicBezTo>
                    <a:pt x="861483" y="585258"/>
                    <a:pt x="865599" y="587040"/>
                    <a:pt x="869950" y="587375"/>
                  </a:cubicBezTo>
                  <a:lnTo>
                    <a:pt x="911225" y="590550"/>
                  </a:lnTo>
                  <a:cubicBezTo>
                    <a:pt x="939800" y="589492"/>
                    <a:pt x="968408" y="589105"/>
                    <a:pt x="996950" y="587375"/>
                  </a:cubicBezTo>
                  <a:cubicBezTo>
                    <a:pt x="1003376" y="586986"/>
                    <a:pt x="1009673" y="585386"/>
                    <a:pt x="1016000" y="584200"/>
                  </a:cubicBezTo>
                  <a:lnTo>
                    <a:pt x="1063625" y="574675"/>
                  </a:lnTo>
                  <a:cubicBezTo>
                    <a:pt x="1068917" y="573617"/>
                    <a:pt x="1074115" y="571859"/>
                    <a:pt x="1079500" y="571500"/>
                  </a:cubicBezTo>
                  <a:cubicBezTo>
                    <a:pt x="1139841" y="567477"/>
                    <a:pt x="1111270" y="569646"/>
                    <a:pt x="1165225" y="565150"/>
                  </a:cubicBezTo>
                  <a:cubicBezTo>
                    <a:pt x="1174289" y="563337"/>
                    <a:pt x="1184832" y="561490"/>
                    <a:pt x="1193800" y="558800"/>
                  </a:cubicBezTo>
                  <a:cubicBezTo>
                    <a:pt x="1200211" y="556877"/>
                    <a:pt x="1212850" y="552450"/>
                    <a:pt x="1212850" y="552450"/>
                  </a:cubicBezTo>
                  <a:cubicBezTo>
                    <a:pt x="1217083" y="549275"/>
                    <a:pt x="1220817" y="545292"/>
                    <a:pt x="1225550" y="542925"/>
                  </a:cubicBezTo>
                  <a:cubicBezTo>
                    <a:pt x="1261896" y="524752"/>
                    <a:pt x="1229558" y="546870"/>
                    <a:pt x="1257300" y="530225"/>
                  </a:cubicBezTo>
                  <a:cubicBezTo>
                    <a:pt x="1263844" y="526298"/>
                    <a:pt x="1276350" y="517525"/>
                    <a:pt x="1276350" y="517525"/>
                  </a:cubicBezTo>
                  <a:cubicBezTo>
                    <a:pt x="1299041" y="483488"/>
                    <a:pt x="1263704" y="535145"/>
                    <a:pt x="1292225" y="498475"/>
                  </a:cubicBezTo>
                  <a:cubicBezTo>
                    <a:pt x="1314450" y="469900"/>
                    <a:pt x="1296987" y="488950"/>
                    <a:pt x="1311275" y="469900"/>
                  </a:cubicBezTo>
                  <a:cubicBezTo>
                    <a:pt x="1314450" y="465667"/>
                    <a:pt x="1318230" y="461826"/>
                    <a:pt x="1320800" y="457200"/>
                  </a:cubicBezTo>
                  <a:cubicBezTo>
                    <a:pt x="1323568" y="452218"/>
                    <a:pt x="1324382" y="446307"/>
                    <a:pt x="1327150" y="441325"/>
                  </a:cubicBezTo>
                  <a:cubicBezTo>
                    <a:pt x="1329720" y="436699"/>
                    <a:pt x="1334105" y="433251"/>
                    <a:pt x="1336675" y="428625"/>
                  </a:cubicBezTo>
                  <a:cubicBezTo>
                    <a:pt x="1341044" y="420761"/>
                    <a:pt x="1346469" y="401450"/>
                    <a:pt x="1349375" y="393700"/>
                  </a:cubicBezTo>
                  <a:cubicBezTo>
                    <a:pt x="1353377" y="383027"/>
                    <a:pt x="1356977" y="372145"/>
                    <a:pt x="1362075" y="361950"/>
                  </a:cubicBezTo>
                  <a:cubicBezTo>
                    <a:pt x="1364192" y="357717"/>
                    <a:pt x="1366763" y="353682"/>
                    <a:pt x="1368425" y="349250"/>
                  </a:cubicBezTo>
                  <a:cubicBezTo>
                    <a:pt x="1374529" y="332972"/>
                    <a:pt x="1368740" y="338780"/>
                    <a:pt x="1374775" y="320675"/>
                  </a:cubicBezTo>
                  <a:cubicBezTo>
                    <a:pt x="1376272" y="316185"/>
                    <a:pt x="1379628" y="312465"/>
                    <a:pt x="1381125" y="307975"/>
                  </a:cubicBezTo>
                  <a:lnTo>
                    <a:pt x="1390650" y="269875"/>
                  </a:lnTo>
                  <a:cubicBezTo>
                    <a:pt x="1391708" y="265642"/>
                    <a:pt x="1392445" y="261315"/>
                    <a:pt x="1393825" y="257175"/>
                  </a:cubicBezTo>
                  <a:cubicBezTo>
                    <a:pt x="1394883" y="254000"/>
                    <a:pt x="1395825" y="250784"/>
                    <a:pt x="1397000" y="247650"/>
                  </a:cubicBezTo>
                  <a:cubicBezTo>
                    <a:pt x="1399001" y="242314"/>
                    <a:pt x="1401712" y="237234"/>
                    <a:pt x="1403350" y="231775"/>
                  </a:cubicBezTo>
                  <a:cubicBezTo>
                    <a:pt x="1404901" y="226606"/>
                    <a:pt x="1405354" y="221168"/>
                    <a:pt x="1406525" y="215900"/>
                  </a:cubicBezTo>
                  <a:cubicBezTo>
                    <a:pt x="1407472" y="211640"/>
                    <a:pt x="1408501" y="207396"/>
                    <a:pt x="1409700" y="203200"/>
                  </a:cubicBezTo>
                  <a:cubicBezTo>
                    <a:pt x="1416648" y="178884"/>
                    <a:pt x="1408093" y="209197"/>
                    <a:pt x="1419225" y="184150"/>
                  </a:cubicBezTo>
                  <a:cubicBezTo>
                    <a:pt x="1425261" y="170569"/>
                    <a:pt x="1425056" y="165330"/>
                    <a:pt x="1428750" y="152400"/>
                  </a:cubicBezTo>
                  <a:cubicBezTo>
                    <a:pt x="1435259" y="129620"/>
                    <a:pt x="1428645" y="159275"/>
                    <a:pt x="1435100" y="127000"/>
                  </a:cubicBezTo>
                  <a:cubicBezTo>
                    <a:pt x="1434042" y="117475"/>
                    <a:pt x="1434249" y="107722"/>
                    <a:pt x="1431925" y="98425"/>
                  </a:cubicBezTo>
                  <a:cubicBezTo>
                    <a:pt x="1431000" y="94723"/>
                    <a:pt x="1427282" y="92313"/>
                    <a:pt x="1425575" y="88900"/>
                  </a:cubicBezTo>
                  <a:cubicBezTo>
                    <a:pt x="1423026" y="83802"/>
                    <a:pt x="1421540" y="78233"/>
                    <a:pt x="1419225" y="73025"/>
                  </a:cubicBezTo>
                  <a:cubicBezTo>
                    <a:pt x="1417303" y="68700"/>
                    <a:pt x="1414797" y="64650"/>
                    <a:pt x="1412875" y="60325"/>
                  </a:cubicBezTo>
                  <a:cubicBezTo>
                    <a:pt x="1410560" y="55117"/>
                    <a:pt x="1408526" y="49786"/>
                    <a:pt x="1406525" y="44450"/>
                  </a:cubicBezTo>
                  <a:cubicBezTo>
                    <a:pt x="1405350" y="41316"/>
                    <a:pt x="1405441" y="37538"/>
                    <a:pt x="1403350" y="34925"/>
                  </a:cubicBezTo>
                  <a:cubicBezTo>
                    <a:pt x="1400966" y="31945"/>
                    <a:pt x="1397000" y="30692"/>
                    <a:pt x="1393825" y="28575"/>
                  </a:cubicBezTo>
                  <a:cubicBezTo>
                    <a:pt x="1377742" y="36616"/>
                    <a:pt x="1375284" y="45722"/>
                    <a:pt x="1368425" y="28575"/>
                  </a:cubicBezTo>
                  <a:cubicBezTo>
                    <a:pt x="1367639" y="26610"/>
                    <a:pt x="1368425" y="24342"/>
                    <a:pt x="1368425" y="4127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1DA1F17B-7DE6-EA1F-2E71-F02EE2FFC1AF}"/>
                </a:ext>
              </a:extLst>
            </p:cNvPr>
            <p:cNvSpPr/>
            <p:nvPr/>
          </p:nvSpPr>
          <p:spPr>
            <a:xfrm>
              <a:off x="2760663" y="1430338"/>
              <a:ext cx="579469" cy="501656"/>
            </a:xfrm>
            <a:custGeom>
              <a:avLst/>
              <a:gdLst>
                <a:gd name="connsiteX0" fmla="*/ 247650 w 579469"/>
                <a:gd name="connsiteY0" fmla="*/ 0 h 501656"/>
                <a:gd name="connsiteX1" fmla="*/ 247650 w 579469"/>
                <a:gd name="connsiteY1" fmla="*/ 0 h 501656"/>
                <a:gd name="connsiteX2" fmla="*/ 120650 w 579469"/>
                <a:gd name="connsiteY2" fmla="*/ 3175 h 501656"/>
                <a:gd name="connsiteX3" fmla="*/ 80962 w 579469"/>
                <a:gd name="connsiteY3" fmla="*/ 11112 h 501656"/>
                <a:gd name="connsiteX4" fmla="*/ 76200 w 579469"/>
                <a:gd name="connsiteY4" fmla="*/ 14287 h 501656"/>
                <a:gd name="connsiteX5" fmla="*/ 65087 w 579469"/>
                <a:gd name="connsiteY5" fmla="*/ 17462 h 501656"/>
                <a:gd name="connsiteX6" fmla="*/ 50800 w 579469"/>
                <a:gd name="connsiteY6" fmla="*/ 26987 h 501656"/>
                <a:gd name="connsiteX7" fmla="*/ 39687 w 579469"/>
                <a:gd name="connsiteY7" fmla="*/ 34925 h 501656"/>
                <a:gd name="connsiteX8" fmla="*/ 23812 w 579469"/>
                <a:gd name="connsiteY8" fmla="*/ 58737 h 501656"/>
                <a:gd name="connsiteX9" fmla="*/ 19050 w 579469"/>
                <a:gd name="connsiteY9" fmla="*/ 68262 h 501656"/>
                <a:gd name="connsiteX10" fmla="*/ 17462 w 579469"/>
                <a:gd name="connsiteY10" fmla="*/ 82550 h 501656"/>
                <a:gd name="connsiteX11" fmla="*/ 14287 w 579469"/>
                <a:gd name="connsiteY11" fmla="*/ 103187 h 501656"/>
                <a:gd name="connsiteX12" fmla="*/ 11112 w 579469"/>
                <a:gd name="connsiteY12" fmla="*/ 141287 h 501656"/>
                <a:gd name="connsiteX13" fmla="*/ 7937 w 579469"/>
                <a:gd name="connsiteY13" fmla="*/ 185737 h 501656"/>
                <a:gd name="connsiteX14" fmla="*/ 4762 w 579469"/>
                <a:gd name="connsiteY14" fmla="*/ 209550 h 501656"/>
                <a:gd name="connsiteX15" fmla="*/ 3175 w 579469"/>
                <a:gd name="connsiteY15" fmla="*/ 225425 h 501656"/>
                <a:gd name="connsiteX16" fmla="*/ 1587 w 579469"/>
                <a:gd name="connsiteY16" fmla="*/ 236537 h 501656"/>
                <a:gd name="connsiteX17" fmla="*/ 0 w 579469"/>
                <a:gd name="connsiteY17" fmla="*/ 301625 h 501656"/>
                <a:gd name="connsiteX18" fmla="*/ 4762 w 579469"/>
                <a:gd name="connsiteY18" fmla="*/ 352425 h 501656"/>
                <a:gd name="connsiteX19" fmla="*/ 7937 w 579469"/>
                <a:gd name="connsiteY19" fmla="*/ 369887 h 501656"/>
                <a:gd name="connsiteX20" fmla="*/ 11112 w 579469"/>
                <a:gd name="connsiteY20" fmla="*/ 376237 h 501656"/>
                <a:gd name="connsiteX21" fmla="*/ 15875 w 579469"/>
                <a:gd name="connsiteY21" fmla="*/ 390525 h 501656"/>
                <a:gd name="connsiteX22" fmla="*/ 17462 w 579469"/>
                <a:gd name="connsiteY22" fmla="*/ 396875 h 501656"/>
                <a:gd name="connsiteX23" fmla="*/ 23812 w 579469"/>
                <a:gd name="connsiteY23" fmla="*/ 411162 h 501656"/>
                <a:gd name="connsiteX24" fmla="*/ 26987 w 579469"/>
                <a:gd name="connsiteY24" fmla="*/ 422275 h 501656"/>
                <a:gd name="connsiteX25" fmla="*/ 33337 w 579469"/>
                <a:gd name="connsiteY25" fmla="*/ 434975 h 501656"/>
                <a:gd name="connsiteX26" fmla="*/ 36512 w 579469"/>
                <a:gd name="connsiteY26" fmla="*/ 441325 h 501656"/>
                <a:gd name="connsiteX27" fmla="*/ 42862 w 579469"/>
                <a:gd name="connsiteY27" fmla="*/ 450850 h 501656"/>
                <a:gd name="connsiteX28" fmla="*/ 47625 w 579469"/>
                <a:gd name="connsiteY28" fmla="*/ 460375 h 501656"/>
                <a:gd name="connsiteX29" fmla="*/ 63500 w 579469"/>
                <a:gd name="connsiteY29" fmla="*/ 473075 h 501656"/>
                <a:gd name="connsiteX30" fmla="*/ 71437 w 579469"/>
                <a:gd name="connsiteY30" fmla="*/ 477837 h 501656"/>
                <a:gd name="connsiteX31" fmla="*/ 80962 w 579469"/>
                <a:gd name="connsiteY31" fmla="*/ 484187 h 501656"/>
                <a:gd name="connsiteX32" fmla="*/ 101600 w 579469"/>
                <a:gd name="connsiteY32" fmla="*/ 490537 h 501656"/>
                <a:gd name="connsiteX33" fmla="*/ 109537 w 579469"/>
                <a:gd name="connsiteY33" fmla="*/ 492125 h 501656"/>
                <a:gd name="connsiteX34" fmla="*/ 168275 w 579469"/>
                <a:gd name="connsiteY34" fmla="*/ 495300 h 501656"/>
                <a:gd name="connsiteX35" fmla="*/ 250825 w 579469"/>
                <a:gd name="connsiteY35" fmla="*/ 498475 h 501656"/>
                <a:gd name="connsiteX36" fmla="*/ 311150 w 579469"/>
                <a:gd name="connsiteY36" fmla="*/ 500062 h 501656"/>
                <a:gd name="connsiteX37" fmla="*/ 328612 w 579469"/>
                <a:gd name="connsiteY37" fmla="*/ 501650 h 501656"/>
                <a:gd name="connsiteX38" fmla="*/ 427037 w 579469"/>
                <a:gd name="connsiteY38" fmla="*/ 496887 h 501656"/>
                <a:gd name="connsiteX39" fmla="*/ 454025 w 579469"/>
                <a:gd name="connsiteY39" fmla="*/ 492125 h 501656"/>
                <a:gd name="connsiteX40" fmla="*/ 473075 w 579469"/>
                <a:gd name="connsiteY40" fmla="*/ 481012 h 501656"/>
                <a:gd name="connsiteX41" fmla="*/ 484187 w 579469"/>
                <a:gd name="connsiteY41" fmla="*/ 474662 h 501656"/>
                <a:gd name="connsiteX42" fmla="*/ 490537 w 579469"/>
                <a:gd name="connsiteY42" fmla="*/ 468312 h 501656"/>
                <a:gd name="connsiteX43" fmla="*/ 501650 w 579469"/>
                <a:gd name="connsiteY43" fmla="*/ 461962 h 501656"/>
                <a:gd name="connsiteX44" fmla="*/ 506412 w 579469"/>
                <a:gd name="connsiteY44" fmla="*/ 457200 h 501656"/>
                <a:gd name="connsiteX45" fmla="*/ 514350 w 579469"/>
                <a:gd name="connsiteY45" fmla="*/ 450850 h 501656"/>
                <a:gd name="connsiteX46" fmla="*/ 527050 w 579469"/>
                <a:gd name="connsiteY46" fmla="*/ 436562 h 501656"/>
                <a:gd name="connsiteX47" fmla="*/ 533400 w 579469"/>
                <a:gd name="connsiteY47" fmla="*/ 427037 h 501656"/>
                <a:gd name="connsiteX48" fmla="*/ 536575 w 579469"/>
                <a:gd name="connsiteY48" fmla="*/ 417512 h 501656"/>
                <a:gd name="connsiteX49" fmla="*/ 547687 w 579469"/>
                <a:gd name="connsiteY49" fmla="*/ 384175 h 501656"/>
                <a:gd name="connsiteX50" fmla="*/ 560387 w 579469"/>
                <a:gd name="connsiteY50" fmla="*/ 331787 h 501656"/>
                <a:gd name="connsiteX51" fmla="*/ 561975 w 579469"/>
                <a:gd name="connsiteY51" fmla="*/ 309562 h 501656"/>
                <a:gd name="connsiteX52" fmla="*/ 566737 w 579469"/>
                <a:gd name="connsiteY52" fmla="*/ 287337 h 501656"/>
                <a:gd name="connsiteX53" fmla="*/ 569912 w 579469"/>
                <a:gd name="connsiteY53" fmla="*/ 266700 h 501656"/>
                <a:gd name="connsiteX54" fmla="*/ 573087 w 579469"/>
                <a:gd name="connsiteY54" fmla="*/ 252412 h 501656"/>
                <a:gd name="connsiteX55" fmla="*/ 574675 w 579469"/>
                <a:gd name="connsiteY55" fmla="*/ 238125 h 501656"/>
                <a:gd name="connsiteX56" fmla="*/ 577850 w 579469"/>
                <a:gd name="connsiteY56" fmla="*/ 215900 h 501656"/>
                <a:gd name="connsiteX57" fmla="*/ 579437 w 579469"/>
                <a:gd name="connsiteY57" fmla="*/ 157162 h 501656"/>
                <a:gd name="connsiteX58" fmla="*/ 576262 w 579469"/>
                <a:gd name="connsiteY58" fmla="*/ 101600 h 501656"/>
                <a:gd name="connsiteX59" fmla="*/ 573087 w 579469"/>
                <a:gd name="connsiteY59" fmla="*/ 87312 h 501656"/>
                <a:gd name="connsiteX60" fmla="*/ 568325 w 579469"/>
                <a:gd name="connsiteY60" fmla="*/ 76200 h 501656"/>
                <a:gd name="connsiteX61" fmla="*/ 560387 w 579469"/>
                <a:gd name="connsiteY61" fmla="*/ 55562 h 501656"/>
                <a:gd name="connsiteX62" fmla="*/ 550862 w 579469"/>
                <a:gd name="connsiteY62" fmla="*/ 46037 h 501656"/>
                <a:gd name="connsiteX63" fmla="*/ 522287 w 579469"/>
                <a:gd name="connsiteY63" fmla="*/ 25400 h 501656"/>
                <a:gd name="connsiteX64" fmla="*/ 501650 w 579469"/>
                <a:gd name="connsiteY64" fmla="*/ 20637 h 501656"/>
                <a:gd name="connsiteX65" fmla="*/ 490537 w 579469"/>
                <a:gd name="connsiteY65" fmla="*/ 17462 h 501656"/>
                <a:gd name="connsiteX66" fmla="*/ 473075 w 579469"/>
                <a:gd name="connsiteY66" fmla="*/ 12700 h 501656"/>
                <a:gd name="connsiteX67" fmla="*/ 449262 w 579469"/>
                <a:gd name="connsiteY67" fmla="*/ 4762 h 501656"/>
                <a:gd name="connsiteX68" fmla="*/ 433387 w 579469"/>
                <a:gd name="connsiteY68" fmla="*/ 3175 h 501656"/>
                <a:gd name="connsiteX69" fmla="*/ 398462 w 579469"/>
                <a:gd name="connsiteY69" fmla="*/ 0 h 501656"/>
                <a:gd name="connsiteX70" fmla="*/ 269875 w 579469"/>
                <a:gd name="connsiteY70" fmla="*/ 1587 h 501656"/>
                <a:gd name="connsiteX71" fmla="*/ 247650 w 579469"/>
                <a:gd name="connsiteY71" fmla="*/ 0 h 50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579469" h="501656">
                  <a:moveTo>
                    <a:pt x="247650" y="0"/>
                  </a:moveTo>
                  <a:lnTo>
                    <a:pt x="247650" y="0"/>
                  </a:lnTo>
                  <a:cubicBezTo>
                    <a:pt x="205317" y="1058"/>
                    <a:pt x="162922" y="664"/>
                    <a:pt x="120650" y="3175"/>
                  </a:cubicBezTo>
                  <a:cubicBezTo>
                    <a:pt x="109579" y="3833"/>
                    <a:pt x="93579" y="7959"/>
                    <a:pt x="80962" y="11112"/>
                  </a:cubicBezTo>
                  <a:cubicBezTo>
                    <a:pt x="79375" y="12170"/>
                    <a:pt x="77906" y="13434"/>
                    <a:pt x="76200" y="14287"/>
                  </a:cubicBezTo>
                  <a:cubicBezTo>
                    <a:pt x="73920" y="15427"/>
                    <a:pt x="67126" y="16952"/>
                    <a:pt x="65087" y="17462"/>
                  </a:cubicBezTo>
                  <a:cubicBezTo>
                    <a:pt x="60325" y="20637"/>
                    <a:pt x="55379" y="23553"/>
                    <a:pt x="50800" y="26987"/>
                  </a:cubicBezTo>
                  <a:cubicBezTo>
                    <a:pt x="42924" y="32895"/>
                    <a:pt x="46652" y="30282"/>
                    <a:pt x="39687" y="34925"/>
                  </a:cubicBezTo>
                  <a:cubicBezTo>
                    <a:pt x="33964" y="42556"/>
                    <a:pt x="28390" y="50345"/>
                    <a:pt x="23812" y="58737"/>
                  </a:cubicBezTo>
                  <a:cubicBezTo>
                    <a:pt x="22112" y="61853"/>
                    <a:pt x="20637" y="65087"/>
                    <a:pt x="19050" y="68262"/>
                  </a:cubicBezTo>
                  <a:cubicBezTo>
                    <a:pt x="18521" y="73025"/>
                    <a:pt x="18095" y="77800"/>
                    <a:pt x="17462" y="82550"/>
                  </a:cubicBezTo>
                  <a:cubicBezTo>
                    <a:pt x="16165" y="92278"/>
                    <a:pt x="15278" y="92943"/>
                    <a:pt x="14287" y="103187"/>
                  </a:cubicBezTo>
                  <a:cubicBezTo>
                    <a:pt x="13059" y="115872"/>
                    <a:pt x="11819" y="128563"/>
                    <a:pt x="11112" y="141287"/>
                  </a:cubicBezTo>
                  <a:cubicBezTo>
                    <a:pt x="8578" y="186908"/>
                    <a:pt x="10838" y="153827"/>
                    <a:pt x="7937" y="185737"/>
                  </a:cubicBezTo>
                  <a:cubicBezTo>
                    <a:pt x="5995" y="207104"/>
                    <a:pt x="8422" y="198572"/>
                    <a:pt x="4762" y="209550"/>
                  </a:cubicBezTo>
                  <a:cubicBezTo>
                    <a:pt x="4233" y="214842"/>
                    <a:pt x="3796" y="220143"/>
                    <a:pt x="3175" y="225425"/>
                  </a:cubicBezTo>
                  <a:cubicBezTo>
                    <a:pt x="2738" y="229141"/>
                    <a:pt x="1743" y="232799"/>
                    <a:pt x="1587" y="236537"/>
                  </a:cubicBezTo>
                  <a:cubicBezTo>
                    <a:pt x="684" y="258221"/>
                    <a:pt x="529" y="279929"/>
                    <a:pt x="0" y="301625"/>
                  </a:cubicBezTo>
                  <a:cubicBezTo>
                    <a:pt x="2684" y="368744"/>
                    <a:pt x="-2324" y="321720"/>
                    <a:pt x="4762" y="352425"/>
                  </a:cubicBezTo>
                  <a:cubicBezTo>
                    <a:pt x="5359" y="355011"/>
                    <a:pt x="6922" y="366840"/>
                    <a:pt x="7937" y="369887"/>
                  </a:cubicBezTo>
                  <a:cubicBezTo>
                    <a:pt x="8685" y="372132"/>
                    <a:pt x="10054" y="374120"/>
                    <a:pt x="11112" y="376237"/>
                  </a:cubicBezTo>
                  <a:cubicBezTo>
                    <a:pt x="14917" y="399061"/>
                    <a:pt x="9786" y="376316"/>
                    <a:pt x="15875" y="390525"/>
                  </a:cubicBezTo>
                  <a:cubicBezTo>
                    <a:pt x="16734" y="392530"/>
                    <a:pt x="16835" y="394785"/>
                    <a:pt x="17462" y="396875"/>
                  </a:cubicBezTo>
                  <a:cubicBezTo>
                    <a:pt x="20553" y="407179"/>
                    <a:pt x="19172" y="404203"/>
                    <a:pt x="23812" y="411162"/>
                  </a:cubicBezTo>
                  <a:cubicBezTo>
                    <a:pt x="24484" y="413849"/>
                    <a:pt x="25724" y="419497"/>
                    <a:pt x="26987" y="422275"/>
                  </a:cubicBezTo>
                  <a:cubicBezTo>
                    <a:pt x="28945" y="426584"/>
                    <a:pt x="31220" y="430742"/>
                    <a:pt x="33337" y="434975"/>
                  </a:cubicBezTo>
                  <a:cubicBezTo>
                    <a:pt x="34395" y="437092"/>
                    <a:pt x="35199" y="439356"/>
                    <a:pt x="36512" y="441325"/>
                  </a:cubicBezTo>
                  <a:cubicBezTo>
                    <a:pt x="38629" y="444500"/>
                    <a:pt x="41155" y="447437"/>
                    <a:pt x="42862" y="450850"/>
                  </a:cubicBezTo>
                  <a:cubicBezTo>
                    <a:pt x="44450" y="454025"/>
                    <a:pt x="45589" y="457467"/>
                    <a:pt x="47625" y="460375"/>
                  </a:cubicBezTo>
                  <a:cubicBezTo>
                    <a:pt x="51418" y="465793"/>
                    <a:pt x="58183" y="469692"/>
                    <a:pt x="63500" y="473075"/>
                  </a:cubicBezTo>
                  <a:cubicBezTo>
                    <a:pt x="66103" y="474731"/>
                    <a:pt x="68870" y="476126"/>
                    <a:pt x="71437" y="477837"/>
                  </a:cubicBezTo>
                  <a:cubicBezTo>
                    <a:pt x="74612" y="479954"/>
                    <a:pt x="77549" y="482480"/>
                    <a:pt x="80962" y="484187"/>
                  </a:cubicBezTo>
                  <a:cubicBezTo>
                    <a:pt x="83578" y="485495"/>
                    <a:pt x="99430" y="489994"/>
                    <a:pt x="101600" y="490537"/>
                  </a:cubicBezTo>
                  <a:cubicBezTo>
                    <a:pt x="104218" y="491191"/>
                    <a:pt x="106882" y="491642"/>
                    <a:pt x="109537" y="492125"/>
                  </a:cubicBezTo>
                  <a:cubicBezTo>
                    <a:pt x="132637" y="496325"/>
                    <a:pt x="129180" y="494038"/>
                    <a:pt x="168275" y="495300"/>
                  </a:cubicBezTo>
                  <a:cubicBezTo>
                    <a:pt x="206543" y="499126"/>
                    <a:pt x="177697" y="496647"/>
                    <a:pt x="250825" y="498475"/>
                  </a:cubicBezTo>
                  <a:lnTo>
                    <a:pt x="311150" y="500062"/>
                  </a:lnTo>
                  <a:cubicBezTo>
                    <a:pt x="316971" y="500591"/>
                    <a:pt x="322768" y="501751"/>
                    <a:pt x="328612" y="501650"/>
                  </a:cubicBezTo>
                  <a:cubicBezTo>
                    <a:pt x="368907" y="500955"/>
                    <a:pt x="391893" y="499231"/>
                    <a:pt x="427037" y="496887"/>
                  </a:cubicBezTo>
                  <a:cubicBezTo>
                    <a:pt x="436033" y="495300"/>
                    <a:pt x="445629" y="495724"/>
                    <a:pt x="454025" y="492125"/>
                  </a:cubicBezTo>
                  <a:cubicBezTo>
                    <a:pt x="475633" y="482863"/>
                    <a:pt x="455783" y="492540"/>
                    <a:pt x="473075" y="481012"/>
                  </a:cubicBezTo>
                  <a:cubicBezTo>
                    <a:pt x="476625" y="478646"/>
                    <a:pt x="480737" y="477171"/>
                    <a:pt x="484187" y="474662"/>
                  </a:cubicBezTo>
                  <a:cubicBezTo>
                    <a:pt x="486608" y="472901"/>
                    <a:pt x="488142" y="470108"/>
                    <a:pt x="490537" y="468312"/>
                  </a:cubicBezTo>
                  <a:cubicBezTo>
                    <a:pt x="506067" y="456664"/>
                    <a:pt x="488892" y="472593"/>
                    <a:pt x="501650" y="461962"/>
                  </a:cubicBezTo>
                  <a:cubicBezTo>
                    <a:pt x="503375" y="460525"/>
                    <a:pt x="504723" y="458678"/>
                    <a:pt x="506412" y="457200"/>
                  </a:cubicBezTo>
                  <a:cubicBezTo>
                    <a:pt x="508962" y="454969"/>
                    <a:pt x="511817" y="453101"/>
                    <a:pt x="514350" y="450850"/>
                  </a:cubicBezTo>
                  <a:cubicBezTo>
                    <a:pt x="519230" y="446512"/>
                    <a:pt x="523206" y="441848"/>
                    <a:pt x="527050" y="436562"/>
                  </a:cubicBezTo>
                  <a:cubicBezTo>
                    <a:pt x="529294" y="433476"/>
                    <a:pt x="531693" y="430450"/>
                    <a:pt x="533400" y="427037"/>
                  </a:cubicBezTo>
                  <a:cubicBezTo>
                    <a:pt x="534897" y="424044"/>
                    <a:pt x="535362" y="420631"/>
                    <a:pt x="536575" y="417512"/>
                  </a:cubicBezTo>
                  <a:cubicBezTo>
                    <a:pt x="553451" y="374115"/>
                    <a:pt x="538011" y="419250"/>
                    <a:pt x="547687" y="384175"/>
                  </a:cubicBezTo>
                  <a:cubicBezTo>
                    <a:pt x="560381" y="338160"/>
                    <a:pt x="554796" y="368132"/>
                    <a:pt x="560387" y="331787"/>
                  </a:cubicBezTo>
                  <a:cubicBezTo>
                    <a:pt x="560916" y="324379"/>
                    <a:pt x="560925" y="316915"/>
                    <a:pt x="561975" y="309562"/>
                  </a:cubicBezTo>
                  <a:cubicBezTo>
                    <a:pt x="563046" y="302062"/>
                    <a:pt x="565357" y="294787"/>
                    <a:pt x="566737" y="287337"/>
                  </a:cubicBezTo>
                  <a:cubicBezTo>
                    <a:pt x="568004" y="280493"/>
                    <a:pt x="568667" y="273548"/>
                    <a:pt x="569912" y="266700"/>
                  </a:cubicBezTo>
                  <a:cubicBezTo>
                    <a:pt x="570785" y="261900"/>
                    <a:pt x="572285" y="257224"/>
                    <a:pt x="573087" y="252412"/>
                  </a:cubicBezTo>
                  <a:cubicBezTo>
                    <a:pt x="573875" y="247686"/>
                    <a:pt x="574055" y="242876"/>
                    <a:pt x="574675" y="238125"/>
                  </a:cubicBezTo>
                  <a:cubicBezTo>
                    <a:pt x="575643" y="230704"/>
                    <a:pt x="576792" y="223308"/>
                    <a:pt x="577850" y="215900"/>
                  </a:cubicBezTo>
                  <a:cubicBezTo>
                    <a:pt x="578379" y="196321"/>
                    <a:pt x="579437" y="176748"/>
                    <a:pt x="579437" y="157162"/>
                  </a:cubicBezTo>
                  <a:cubicBezTo>
                    <a:pt x="579437" y="135989"/>
                    <a:pt x="580019" y="120384"/>
                    <a:pt x="576262" y="101600"/>
                  </a:cubicBezTo>
                  <a:cubicBezTo>
                    <a:pt x="575305" y="96816"/>
                    <a:pt x="574542" y="91969"/>
                    <a:pt x="573087" y="87312"/>
                  </a:cubicBezTo>
                  <a:cubicBezTo>
                    <a:pt x="571885" y="83466"/>
                    <a:pt x="569680" y="79995"/>
                    <a:pt x="568325" y="76200"/>
                  </a:cubicBezTo>
                  <a:cubicBezTo>
                    <a:pt x="565393" y="67989"/>
                    <a:pt x="565751" y="62714"/>
                    <a:pt x="560387" y="55562"/>
                  </a:cubicBezTo>
                  <a:cubicBezTo>
                    <a:pt x="557693" y="51970"/>
                    <a:pt x="554311" y="48912"/>
                    <a:pt x="550862" y="46037"/>
                  </a:cubicBezTo>
                  <a:cubicBezTo>
                    <a:pt x="536961" y="34453"/>
                    <a:pt x="535823" y="31040"/>
                    <a:pt x="522287" y="25400"/>
                  </a:cubicBezTo>
                  <a:cubicBezTo>
                    <a:pt x="513191" y="21610"/>
                    <a:pt x="511626" y="22063"/>
                    <a:pt x="501650" y="20637"/>
                  </a:cubicBezTo>
                  <a:cubicBezTo>
                    <a:pt x="485605" y="15291"/>
                    <a:pt x="510521" y="23458"/>
                    <a:pt x="490537" y="17462"/>
                  </a:cubicBezTo>
                  <a:cubicBezTo>
                    <a:pt x="474431" y="12630"/>
                    <a:pt x="487535" y="15591"/>
                    <a:pt x="473075" y="12700"/>
                  </a:cubicBezTo>
                  <a:cubicBezTo>
                    <a:pt x="462833" y="8310"/>
                    <a:pt x="460587" y="6649"/>
                    <a:pt x="449262" y="4762"/>
                  </a:cubicBezTo>
                  <a:cubicBezTo>
                    <a:pt x="444016" y="3888"/>
                    <a:pt x="438685" y="3636"/>
                    <a:pt x="433387" y="3175"/>
                  </a:cubicBezTo>
                  <a:cubicBezTo>
                    <a:pt x="397424" y="48"/>
                    <a:pt x="426933" y="3162"/>
                    <a:pt x="398462" y="0"/>
                  </a:cubicBezTo>
                  <a:lnTo>
                    <a:pt x="269875" y="1587"/>
                  </a:lnTo>
                  <a:cubicBezTo>
                    <a:pt x="236534" y="2254"/>
                    <a:pt x="251354" y="264"/>
                    <a:pt x="247650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3493A118-9DB0-34D6-408F-2DD6281553DB}"/>
                </a:ext>
              </a:extLst>
            </p:cNvPr>
            <p:cNvSpPr/>
            <p:nvPr/>
          </p:nvSpPr>
          <p:spPr>
            <a:xfrm>
              <a:off x="2947988" y="820738"/>
              <a:ext cx="477837" cy="517525"/>
            </a:xfrm>
            <a:custGeom>
              <a:avLst/>
              <a:gdLst>
                <a:gd name="connsiteX0" fmla="*/ 98425 w 477837"/>
                <a:gd name="connsiteY0" fmla="*/ 0 h 517525"/>
                <a:gd name="connsiteX1" fmla="*/ 98425 w 477837"/>
                <a:gd name="connsiteY1" fmla="*/ 0 h 517525"/>
                <a:gd name="connsiteX2" fmla="*/ 6350 w 477837"/>
                <a:gd name="connsiteY2" fmla="*/ 50800 h 517525"/>
                <a:gd name="connsiteX3" fmla="*/ 3175 w 477837"/>
                <a:gd name="connsiteY3" fmla="*/ 57150 h 517525"/>
                <a:gd name="connsiteX4" fmla="*/ 0 w 477837"/>
                <a:gd name="connsiteY4" fmla="*/ 96837 h 517525"/>
                <a:gd name="connsiteX5" fmla="*/ 3175 w 477837"/>
                <a:gd name="connsiteY5" fmla="*/ 214312 h 517525"/>
                <a:gd name="connsiteX6" fmla="*/ 6350 w 477837"/>
                <a:gd name="connsiteY6" fmla="*/ 222250 h 517525"/>
                <a:gd name="connsiteX7" fmla="*/ 7937 w 477837"/>
                <a:gd name="connsiteY7" fmla="*/ 234950 h 517525"/>
                <a:gd name="connsiteX8" fmla="*/ 11112 w 477837"/>
                <a:gd name="connsiteY8" fmla="*/ 260350 h 517525"/>
                <a:gd name="connsiteX9" fmla="*/ 14287 w 477837"/>
                <a:gd name="connsiteY9" fmla="*/ 269875 h 517525"/>
                <a:gd name="connsiteX10" fmla="*/ 15875 w 477837"/>
                <a:gd name="connsiteY10" fmla="*/ 277812 h 517525"/>
                <a:gd name="connsiteX11" fmla="*/ 23812 w 477837"/>
                <a:gd name="connsiteY11" fmla="*/ 300037 h 517525"/>
                <a:gd name="connsiteX12" fmla="*/ 28575 w 477837"/>
                <a:gd name="connsiteY12" fmla="*/ 315912 h 517525"/>
                <a:gd name="connsiteX13" fmla="*/ 34925 w 477837"/>
                <a:gd name="connsiteY13" fmla="*/ 346075 h 517525"/>
                <a:gd name="connsiteX14" fmla="*/ 36512 w 477837"/>
                <a:gd name="connsiteY14" fmla="*/ 355600 h 517525"/>
                <a:gd name="connsiteX15" fmla="*/ 44450 w 477837"/>
                <a:gd name="connsiteY15" fmla="*/ 376237 h 517525"/>
                <a:gd name="connsiteX16" fmla="*/ 47625 w 477837"/>
                <a:gd name="connsiteY16" fmla="*/ 387350 h 517525"/>
                <a:gd name="connsiteX17" fmla="*/ 52387 w 477837"/>
                <a:gd name="connsiteY17" fmla="*/ 400050 h 517525"/>
                <a:gd name="connsiteX18" fmla="*/ 58737 w 477837"/>
                <a:gd name="connsiteY18" fmla="*/ 419100 h 517525"/>
                <a:gd name="connsiteX19" fmla="*/ 68262 w 477837"/>
                <a:gd name="connsiteY19" fmla="*/ 433387 h 517525"/>
                <a:gd name="connsiteX20" fmla="*/ 71437 w 477837"/>
                <a:gd name="connsiteY20" fmla="*/ 439737 h 517525"/>
                <a:gd name="connsiteX21" fmla="*/ 90487 w 477837"/>
                <a:gd name="connsiteY21" fmla="*/ 457200 h 517525"/>
                <a:gd name="connsiteX22" fmla="*/ 96837 w 477837"/>
                <a:gd name="connsiteY22" fmla="*/ 465137 h 517525"/>
                <a:gd name="connsiteX23" fmla="*/ 104775 w 477837"/>
                <a:gd name="connsiteY23" fmla="*/ 469900 h 517525"/>
                <a:gd name="connsiteX24" fmla="*/ 109537 w 477837"/>
                <a:gd name="connsiteY24" fmla="*/ 474662 h 517525"/>
                <a:gd name="connsiteX25" fmla="*/ 120650 w 477837"/>
                <a:gd name="connsiteY25" fmla="*/ 481012 h 517525"/>
                <a:gd name="connsiteX26" fmla="*/ 130175 w 477837"/>
                <a:gd name="connsiteY26" fmla="*/ 487362 h 517525"/>
                <a:gd name="connsiteX27" fmla="*/ 134937 w 477837"/>
                <a:gd name="connsiteY27" fmla="*/ 488950 h 517525"/>
                <a:gd name="connsiteX28" fmla="*/ 139700 w 477837"/>
                <a:gd name="connsiteY28" fmla="*/ 492125 h 517525"/>
                <a:gd name="connsiteX29" fmla="*/ 149225 w 477837"/>
                <a:gd name="connsiteY29" fmla="*/ 495300 h 517525"/>
                <a:gd name="connsiteX30" fmla="*/ 153987 w 477837"/>
                <a:gd name="connsiteY30" fmla="*/ 496887 h 517525"/>
                <a:gd name="connsiteX31" fmla="*/ 165100 w 477837"/>
                <a:gd name="connsiteY31" fmla="*/ 498475 h 517525"/>
                <a:gd name="connsiteX32" fmla="*/ 171450 w 477837"/>
                <a:gd name="connsiteY32" fmla="*/ 501650 h 517525"/>
                <a:gd name="connsiteX33" fmla="*/ 180975 w 477837"/>
                <a:gd name="connsiteY33" fmla="*/ 504825 h 517525"/>
                <a:gd name="connsiteX34" fmla="*/ 192087 w 477837"/>
                <a:gd name="connsiteY34" fmla="*/ 509587 h 517525"/>
                <a:gd name="connsiteX35" fmla="*/ 212725 w 477837"/>
                <a:gd name="connsiteY35" fmla="*/ 512762 h 517525"/>
                <a:gd name="connsiteX36" fmla="*/ 217487 w 477837"/>
                <a:gd name="connsiteY36" fmla="*/ 514350 h 517525"/>
                <a:gd name="connsiteX37" fmla="*/ 230187 w 477837"/>
                <a:gd name="connsiteY37" fmla="*/ 517525 h 517525"/>
                <a:gd name="connsiteX38" fmla="*/ 261937 w 477837"/>
                <a:gd name="connsiteY38" fmla="*/ 515937 h 517525"/>
                <a:gd name="connsiteX39" fmla="*/ 268287 w 477837"/>
                <a:gd name="connsiteY39" fmla="*/ 514350 h 517525"/>
                <a:gd name="connsiteX40" fmla="*/ 273050 w 477837"/>
                <a:gd name="connsiteY40" fmla="*/ 509587 h 517525"/>
                <a:gd name="connsiteX41" fmla="*/ 282575 w 477837"/>
                <a:gd name="connsiteY41" fmla="*/ 503237 h 517525"/>
                <a:gd name="connsiteX42" fmla="*/ 298450 w 477837"/>
                <a:gd name="connsiteY42" fmla="*/ 488950 h 517525"/>
                <a:gd name="connsiteX43" fmla="*/ 307975 w 477837"/>
                <a:gd name="connsiteY43" fmla="*/ 481012 h 517525"/>
                <a:gd name="connsiteX44" fmla="*/ 314325 w 477837"/>
                <a:gd name="connsiteY44" fmla="*/ 473075 h 517525"/>
                <a:gd name="connsiteX45" fmla="*/ 330200 w 477837"/>
                <a:gd name="connsiteY45" fmla="*/ 457200 h 517525"/>
                <a:gd name="connsiteX46" fmla="*/ 336550 w 477837"/>
                <a:gd name="connsiteY46" fmla="*/ 447675 h 517525"/>
                <a:gd name="connsiteX47" fmla="*/ 350837 w 477837"/>
                <a:gd name="connsiteY47" fmla="*/ 431800 h 517525"/>
                <a:gd name="connsiteX48" fmla="*/ 361950 w 477837"/>
                <a:gd name="connsiteY48" fmla="*/ 414337 h 517525"/>
                <a:gd name="connsiteX49" fmla="*/ 366712 w 477837"/>
                <a:gd name="connsiteY49" fmla="*/ 404812 h 517525"/>
                <a:gd name="connsiteX50" fmla="*/ 374650 w 477837"/>
                <a:gd name="connsiteY50" fmla="*/ 392112 h 517525"/>
                <a:gd name="connsiteX51" fmla="*/ 381000 w 477837"/>
                <a:gd name="connsiteY51" fmla="*/ 377825 h 517525"/>
                <a:gd name="connsiteX52" fmla="*/ 396875 w 477837"/>
                <a:gd name="connsiteY52" fmla="*/ 355600 h 517525"/>
                <a:gd name="connsiteX53" fmla="*/ 409575 w 477837"/>
                <a:gd name="connsiteY53" fmla="*/ 334962 h 517525"/>
                <a:gd name="connsiteX54" fmla="*/ 415925 w 477837"/>
                <a:gd name="connsiteY54" fmla="*/ 322262 h 517525"/>
                <a:gd name="connsiteX55" fmla="*/ 428625 w 477837"/>
                <a:gd name="connsiteY55" fmla="*/ 285750 h 517525"/>
                <a:gd name="connsiteX56" fmla="*/ 433387 w 477837"/>
                <a:gd name="connsiteY56" fmla="*/ 273050 h 517525"/>
                <a:gd name="connsiteX57" fmla="*/ 436562 w 477837"/>
                <a:gd name="connsiteY57" fmla="*/ 261937 h 517525"/>
                <a:gd name="connsiteX58" fmla="*/ 441325 w 477837"/>
                <a:gd name="connsiteY58" fmla="*/ 249237 h 517525"/>
                <a:gd name="connsiteX59" fmla="*/ 444500 w 477837"/>
                <a:gd name="connsiteY59" fmla="*/ 236537 h 517525"/>
                <a:gd name="connsiteX60" fmla="*/ 449262 w 477837"/>
                <a:gd name="connsiteY60" fmla="*/ 225425 h 517525"/>
                <a:gd name="connsiteX61" fmla="*/ 452437 w 477837"/>
                <a:gd name="connsiteY61" fmla="*/ 212725 h 517525"/>
                <a:gd name="connsiteX62" fmla="*/ 455612 w 477837"/>
                <a:gd name="connsiteY62" fmla="*/ 203200 h 517525"/>
                <a:gd name="connsiteX63" fmla="*/ 460375 w 477837"/>
                <a:gd name="connsiteY63" fmla="*/ 187325 h 517525"/>
                <a:gd name="connsiteX64" fmla="*/ 463550 w 477837"/>
                <a:gd name="connsiteY64" fmla="*/ 171450 h 517525"/>
                <a:gd name="connsiteX65" fmla="*/ 469900 w 477837"/>
                <a:gd name="connsiteY65" fmla="*/ 153987 h 517525"/>
                <a:gd name="connsiteX66" fmla="*/ 473075 w 477837"/>
                <a:gd name="connsiteY66" fmla="*/ 141287 h 517525"/>
                <a:gd name="connsiteX67" fmla="*/ 474662 w 477837"/>
                <a:gd name="connsiteY67" fmla="*/ 136525 h 517525"/>
                <a:gd name="connsiteX68" fmla="*/ 476250 w 477837"/>
                <a:gd name="connsiteY68" fmla="*/ 127000 h 517525"/>
                <a:gd name="connsiteX69" fmla="*/ 477837 w 477837"/>
                <a:gd name="connsiteY69" fmla="*/ 120650 h 517525"/>
                <a:gd name="connsiteX70" fmla="*/ 474662 w 477837"/>
                <a:gd name="connsiteY70" fmla="*/ 80962 h 517525"/>
                <a:gd name="connsiteX71" fmla="*/ 473075 w 477837"/>
                <a:gd name="connsiteY71" fmla="*/ 73025 h 517525"/>
                <a:gd name="connsiteX72" fmla="*/ 468312 w 477837"/>
                <a:gd name="connsiteY72" fmla="*/ 55562 h 517525"/>
                <a:gd name="connsiteX73" fmla="*/ 463550 w 477837"/>
                <a:gd name="connsiteY73" fmla="*/ 47625 h 517525"/>
                <a:gd name="connsiteX74" fmla="*/ 458787 w 477837"/>
                <a:gd name="connsiteY74" fmla="*/ 38100 h 517525"/>
                <a:gd name="connsiteX75" fmla="*/ 454025 w 477837"/>
                <a:gd name="connsiteY75" fmla="*/ 31750 h 517525"/>
                <a:gd name="connsiteX76" fmla="*/ 434975 w 477837"/>
                <a:gd name="connsiteY76" fmla="*/ 15875 h 517525"/>
                <a:gd name="connsiteX77" fmla="*/ 415925 w 477837"/>
                <a:gd name="connsiteY77" fmla="*/ 9525 h 517525"/>
                <a:gd name="connsiteX78" fmla="*/ 323850 w 477837"/>
                <a:gd name="connsiteY78" fmla="*/ 7937 h 517525"/>
                <a:gd name="connsiteX79" fmla="*/ 303212 w 477837"/>
                <a:gd name="connsiteY79" fmla="*/ 4762 h 517525"/>
                <a:gd name="connsiteX80" fmla="*/ 233362 w 477837"/>
                <a:gd name="connsiteY80" fmla="*/ 6350 h 517525"/>
                <a:gd name="connsiteX81" fmla="*/ 211137 w 477837"/>
                <a:gd name="connsiteY81" fmla="*/ 7937 h 517525"/>
                <a:gd name="connsiteX82" fmla="*/ 112712 w 477837"/>
                <a:gd name="connsiteY82" fmla="*/ 4762 h 517525"/>
                <a:gd name="connsiteX83" fmla="*/ 85725 w 477837"/>
                <a:gd name="connsiteY83" fmla="*/ 4762 h 517525"/>
                <a:gd name="connsiteX84" fmla="*/ 98425 w 477837"/>
                <a:gd name="connsiteY84" fmla="*/ 0 h 51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477837" h="517525">
                  <a:moveTo>
                    <a:pt x="98425" y="0"/>
                  </a:moveTo>
                  <a:lnTo>
                    <a:pt x="98425" y="0"/>
                  </a:lnTo>
                  <a:cubicBezTo>
                    <a:pt x="67733" y="16933"/>
                    <a:pt x="36408" y="32765"/>
                    <a:pt x="6350" y="50800"/>
                  </a:cubicBezTo>
                  <a:cubicBezTo>
                    <a:pt x="4321" y="52018"/>
                    <a:pt x="3498" y="54806"/>
                    <a:pt x="3175" y="57150"/>
                  </a:cubicBezTo>
                  <a:cubicBezTo>
                    <a:pt x="1362" y="70297"/>
                    <a:pt x="1058" y="83608"/>
                    <a:pt x="0" y="96837"/>
                  </a:cubicBezTo>
                  <a:cubicBezTo>
                    <a:pt x="1058" y="135995"/>
                    <a:pt x="1194" y="175189"/>
                    <a:pt x="3175" y="214312"/>
                  </a:cubicBezTo>
                  <a:cubicBezTo>
                    <a:pt x="3319" y="217158"/>
                    <a:pt x="5709" y="219473"/>
                    <a:pt x="6350" y="222250"/>
                  </a:cubicBezTo>
                  <a:cubicBezTo>
                    <a:pt x="7309" y="226407"/>
                    <a:pt x="7439" y="230713"/>
                    <a:pt x="7937" y="234950"/>
                  </a:cubicBezTo>
                  <a:cubicBezTo>
                    <a:pt x="8320" y="238203"/>
                    <a:pt x="10112" y="256015"/>
                    <a:pt x="11112" y="260350"/>
                  </a:cubicBezTo>
                  <a:cubicBezTo>
                    <a:pt x="11864" y="263611"/>
                    <a:pt x="13406" y="266646"/>
                    <a:pt x="14287" y="269875"/>
                  </a:cubicBezTo>
                  <a:cubicBezTo>
                    <a:pt x="14997" y="272478"/>
                    <a:pt x="15165" y="275209"/>
                    <a:pt x="15875" y="277812"/>
                  </a:cubicBezTo>
                  <a:cubicBezTo>
                    <a:pt x="18072" y="285867"/>
                    <a:pt x="21127" y="291983"/>
                    <a:pt x="23812" y="300037"/>
                  </a:cubicBezTo>
                  <a:cubicBezTo>
                    <a:pt x="25559" y="305278"/>
                    <a:pt x="27169" y="310569"/>
                    <a:pt x="28575" y="315912"/>
                  </a:cubicBezTo>
                  <a:cubicBezTo>
                    <a:pt x="29839" y="320715"/>
                    <a:pt x="34202" y="341734"/>
                    <a:pt x="34925" y="346075"/>
                  </a:cubicBezTo>
                  <a:cubicBezTo>
                    <a:pt x="35454" y="349250"/>
                    <a:pt x="35788" y="352464"/>
                    <a:pt x="36512" y="355600"/>
                  </a:cubicBezTo>
                  <a:cubicBezTo>
                    <a:pt x="41102" y="375493"/>
                    <a:pt x="37558" y="358320"/>
                    <a:pt x="44450" y="376237"/>
                  </a:cubicBezTo>
                  <a:cubicBezTo>
                    <a:pt x="45833" y="379833"/>
                    <a:pt x="46407" y="383695"/>
                    <a:pt x="47625" y="387350"/>
                  </a:cubicBezTo>
                  <a:cubicBezTo>
                    <a:pt x="49055" y="391639"/>
                    <a:pt x="50957" y="395761"/>
                    <a:pt x="52387" y="400050"/>
                  </a:cubicBezTo>
                  <a:cubicBezTo>
                    <a:pt x="55208" y="408515"/>
                    <a:pt x="54972" y="411571"/>
                    <a:pt x="58737" y="419100"/>
                  </a:cubicBezTo>
                  <a:cubicBezTo>
                    <a:pt x="64896" y="431418"/>
                    <a:pt x="61619" y="422757"/>
                    <a:pt x="68262" y="433387"/>
                  </a:cubicBezTo>
                  <a:cubicBezTo>
                    <a:pt x="69516" y="435394"/>
                    <a:pt x="69922" y="437919"/>
                    <a:pt x="71437" y="439737"/>
                  </a:cubicBezTo>
                  <a:cubicBezTo>
                    <a:pt x="102933" y="477532"/>
                    <a:pt x="71868" y="438581"/>
                    <a:pt x="90487" y="457200"/>
                  </a:cubicBezTo>
                  <a:cubicBezTo>
                    <a:pt x="92883" y="459596"/>
                    <a:pt x="94305" y="462886"/>
                    <a:pt x="96837" y="465137"/>
                  </a:cubicBezTo>
                  <a:cubicBezTo>
                    <a:pt x="99143" y="467187"/>
                    <a:pt x="102306" y="468049"/>
                    <a:pt x="104775" y="469900"/>
                  </a:cubicBezTo>
                  <a:cubicBezTo>
                    <a:pt x="106571" y="471247"/>
                    <a:pt x="107833" y="473201"/>
                    <a:pt x="109537" y="474662"/>
                  </a:cubicBezTo>
                  <a:cubicBezTo>
                    <a:pt x="115654" y="479906"/>
                    <a:pt x="114371" y="478920"/>
                    <a:pt x="120650" y="481012"/>
                  </a:cubicBezTo>
                  <a:cubicBezTo>
                    <a:pt x="123825" y="483129"/>
                    <a:pt x="126555" y="486155"/>
                    <a:pt x="130175" y="487362"/>
                  </a:cubicBezTo>
                  <a:cubicBezTo>
                    <a:pt x="131762" y="487891"/>
                    <a:pt x="133440" y="488202"/>
                    <a:pt x="134937" y="488950"/>
                  </a:cubicBezTo>
                  <a:cubicBezTo>
                    <a:pt x="136644" y="489803"/>
                    <a:pt x="137956" y="491350"/>
                    <a:pt x="139700" y="492125"/>
                  </a:cubicBezTo>
                  <a:cubicBezTo>
                    <a:pt x="142758" y="493484"/>
                    <a:pt x="146050" y="494242"/>
                    <a:pt x="149225" y="495300"/>
                  </a:cubicBezTo>
                  <a:cubicBezTo>
                    <a:pt x="150812" y="495829"/>
                    <a:pt x="152331" y="496650"/>
                    <a:pt x="153987" y="496887"/>
                  </a:cubicBezTo>
                  <a:lnTo>
                    <a:pt x="165100" y="498475"/>
                  </a:lnTo>
                  <a:cubicBezTo>
                    <a:pt x="167217" y="499533"/>
                    <a:pt x="169253" y="500771"/>
                    <a:pt x="171450" y="501650"/>
                  </a:cubicBezTo>
                  <a:cubicBezTo>
                    <a:pt x="174557" y="502893"/>
                    <a:pt x="177982" y="503328"/>
                    <a:pt x="180975" y="504825"/>
                  </a:cubicBezTo>
                  <a:cubicBezTo>
                    <a:pt x="184860" y="506767"/>
                    <a:pt x="187881" y="508652"/>
                    <a:pt x="192087" y="509587"/>
                  </a:cubicBezTo>
                  <a:cubicBezTo>
                    <a:pt x="196066" y="510471"/>
                    <a:pt x="209163" y="512253"/>
                    <a:pt x="212725" y="512762"/>
                  </a:cubicBezTo>
                  <a:cubicBezTo>
                    <a:pt x="214312" y="513291"/>
                    <a:pt x="215873" y="513910"/>
                    <a:pt x="217487" y="514350"/>
                  </a:cubicBezTo>
                  <a:cubicBezTo>
                    <a:pt x="221697" y="515498"/>
                    <a:pt x="230187" y="517525"/>
                    <a:pt x="230187" y="517525"/>
                  </a:cubicBezTo>
                  <a:cubicBezTo>
                    <a:pt x="240770" y="516996"/>
                    <a:pt x="251377" y="516817"/>
                    <a:pt x="261937" y="515937"/>
                  </a:cubicBezTo>
                  <a:cubicBezTo>
                    <a:pt x="264111" y="515756"/>
                    <a:pt x="266393" y="515432"/>
                    <a:pt x="268287" y="514350"/>
                  </a:cubicBezTo>
                  <a:cubicBezTo>
                    <a:pt x="270236" y="513236"/>
                    <a:pt x="271278" y="510965"/>
                    <a:pt x="273050" y="509587"/>
                  </a:cubicBezTo>
                  <a:cubicBezTo>
                    <a:pt x="276062" y="507244"/>
                    <a:pt x="279489" y="505481"/>
                    <a:pt x="282575" y="503237"/>
                  </a:cubicBezTo>
                  <a:cubicBezTo>
                    <a:pt x="293762" y="495101"/>
                    <a:pt x="287753" y="498674"/>
                    <a:pt x="298450" y="488950"/>
                  </a:cubicBezTo>
                  <a:cubicBezTo>
                    <a:pt x="301508" y="486170"/>
                    <a:pt x="305053" y="483934"/>
                    <a:pt x="307975" y="481012"/>
                  </a:cubicBezTo>
                  <a:cubicBezTo>
                    <a:pt x="310371" y="478616"/>
                    <a:pt x="312013" y="475552"/>
                    <a:pt x="314325" y="473075"/>
                  </a:cubicBezTo>
                  <a:cubicBezTo>
                    <a:pt x="319431" y="467604"/>
                    <a:pt x="326049" y="463427"/>
                    <a:pt x="330200" y="457200"/>
                  </a:cubicBezTo>
                  <a:cubicBezTo>
                    <a:pt x="332317" y="454025"/>
                    <a:pt x="334134" y="450628"/>
                    <a:pt x="336550" y="447675"/>
                  </a:cubicBezTo>
                  <a:cubicBezTo>
                    <a:pt x="354062" y="426270"/>
                    <a:pt x="335649" y="452684"/>
                    <a:pt x="350837" y="431800"/>
                  </a:cubicBezTo>
                  <a:cubicBezTo>
                    <a:pt x="353674" y="427900"/>
                    <a:pt x="359449" y="418922"/>
                    <a:pt x="361950" y="414337"/>
                  </a:cubicBezTo>
                  <a:cubicBezTo>
                    <a:pt x="363650" y="411221"/>
                    <a:pt x="364951" y="407894"/>
                    <a:pt x="366712" y="404812"/>
                  </a:cubicBezTo>
                  <a:cubicBezTo>
                    <a:pt x="369189" y="400478"/>
                    <a:pt x="372314" y="396524"/>
                    <a:pt x="374650" y="392112"/>
                  </a:cubicBezTo>
                  <a:cubicBezTo>
                    <a:pt x="377089" y="387506"/>
                    <a:pt x="378562" y="382431"/>
                    <a:pt x="381000" y="377825"/>
                  </a:cubicBezTo>
                  <a:cubicBezTo>
                    <a:pt x="389091" y="362542"/>
                    <a:pt x="387427" y="368197"/>
                    <a:pt x="396875" y="355600"/>
                  </a:cubicBezTo>
                  <a:cubicBezTo>
                    <a:pt x="401209" y="349822"/>
                    <a:pt x="406232" y="341230"/>
                    <a:pt x="409575" y="334962"/>
                  </a:cubicBezTo>
                  <a:cubicBezTo>
                    <a:pt x="411802" y="330786"/>
                    <a:pt x="414105" y="326631"/>
                    <a:pt x="415925" y="322262"/>
                  </a:cubicBezTo>
                  <a:cubicBezTo>
                    <a:pt x="433031" y="281209"/>
                    <a:pt x="420313" y="310688"/>
                    <a:pt x="428625" y="285750"/>
                  </a:cubicBezTo>
                  <a:cubicBezTo>
                    <a:pt x="430055" y="281461"/>
                    <a:pt x="431957" y="277339"/>
                    <a:pt x="433387" y="273050"/>
                  </a:cubicBezTo>
                  <a:cubicBezTo>
                    <a:pt x="434605" y="269395"/>
                    <a:pt x="435344" y="265592"/>
                    <a:pt x="436562" y="261937"/>
                  </a:cubicBezTo>
                  <a:cubicBezTo>
                    <a:pt x="437992" y="257648"/>
                    <a:pt x="439976" y="253552"/>
                    <a:pt x="441325" y="249237"/>
                  </a:cubicBezTo>
                  <a:cubicBezTo>
                    <a:pt x="442627" y="245072"/>
                    <a:pt x="443120" y="240677"/>
                    <a:pt x="444500" y="236537"/>
                  </a:cubicBezTo>
                  <a:cubicBezTo>
                    <a:pt x="445774" y="232714"/>
                    <a:pt x="447988" y="229248"/>
                    <a:pt x="449262" y="225425"/>
                  </a:cubicBezTo>
                  <a:cubicBezTo>
                    <a:pt x="450642" y="221285"/>
                    <a:pt x="451238" y="216921"/>
                    <a:pt x="452437" y="212725"/>
                  </a:cubicBezTo>
                  <a:cubicBezTo>
                    <a:pt x="453356" y="209507"/>
                    <a:pt x="454731" y="206429"/>
                    <a:pt x="455612" y="203200"/>
                  </a:cubicBezTo>
                  <a:cubicBezTo>
                    <a:pt x="460211" y="186338"/>
                    <a:pt x="453608" y="204241"/>
                    <a:pt x="460375" y="187325"/>
                  </a:cubicBezTo>
                  <a:cubicBezTo>
                    <a:pt x="461158" y="182627"/>
                    <a:pt x="461969" y="176192"/>
                    <a:pt x="463550" y="171450"/>
                  </a:cubicBezTo>
                  <a:cubicBezTo>
                    <a:pt x="466705" y="161987"/>
                    <a:pt x="467307" y="164357"/>
                    <a:pt x="469900" y="153987"/>
                  </a:cubicBezTo>
                  <a:cubicBezTo>
                    <a:pt x="470958" y="149754"/>
                    <a:pt x="471695" y="145427"/>
                    <a:pt x="473075" y="141287"/>
                  </a:cubicBezTo>
                  <a:cubicBezTo>
                    <a:pt x="473604" y="139700"/>
                    <a:pt x="474299" y="138158"/>
                    <a:pt x="474662" y="136525"/>
                  </a:cubicBezTo>
                  <a:cubicBezTo>
                    <a:pt x="475360" y="133383"/>
                    <a:pt x="475619" y="130156"/>
                    <a:pt x="476250" y="127000"/>
                  </a:cubicBezTo>
                  <a:cubicBezTo>
                    <a:pt x="476678" y="124861"/>
                    <a:pt x="477308" y="122767"/>
                    <a:pt x="477837" y="120650"/>
                  </a:cubicBezTo>
                  <a:cubicBezTo>
                    <a:pt x="476779" y="107421"/>
                    <a:pt x="475982" y="94168"/>
                    <a:pt x="474662" y="80962"/>
                  </a:cubicBezTo>
                  <a:cubicBezTo>
                    <a:pt x="474394" y="78277"/>
                    <a:pt x="473558" y="75680"/>
                    <a:pt x="473075" y="73025"/>
                  </a:cubicBezTo>
                  <a:cubicBezTo>
                    <a:pt x="471431" y="63982"/>
                    <a:pt x="472317" y="63573"/>
                    <a:pt x="468312" y="55562"/>
                  </a:cubicBezTo>
                  <a:cubicBezTo>
                    <a:pt x="466932" y="52802"/>
                    <a:pt x="465027" y="50334"/>
                    <a:pt x="463550" y="47625"/>
                  </a:cubicBezTo>
                  <a:cubicBezTo>
                    <a:pt x="461850" y="44509"/>
                    <a:pt x="460613" y="41144"/>
                    <a:pt x="458787" y="38100"/>
                  </a:cubicBezTo>
                  <a:cubicBezTo>
                    <a:pt x="457426" y="35831"/>
                    <a:pt x="455805" y="33708"/>
                    <a:pt x="454025" y="31750"/>
                  </a:cubicBezTo>
                  <a:cubicBezTo>
                    <a:pt x="448434" y="25600"/>
                    <a:pt x="442867" y="19125"/>
                    <a:pt x="434975" y="15875"/>
                  </a:cubicBezTo>
                  <a:cubicBezTo>
                    <a:pt x="428786" y="13327"/>
                    <a:pt x="422617" y="9640"/>
                    <a:pt x="415925" y="9525"/>
                  </a:cubicBezTo>
                  <a:lnTo>
                    <a:pt x="323850" y="7937"/>
                  </a:lnTo>
                  <a:cubicBezTo>
                    <a:pt x="321183" y="7493"/>
                    <a:pt x="305248" y="4762"/>
                    <a:pt x="303212" y="4762"/>
                  </a:cubicBezTo>
                  <a:cubicBezTo>
                    <a:pt x="279923" y="4762"/>
                    <a:pt x="256645" y="5821"/>
                    <a:pt x="233362" y="6350"/>
                  </a:cubicBezTo>
                  <a:cubicBezTo>
                    <a:pt x="225954" y="6879"/>
                    <a:pt x="218564" y="7937"/>
                    <a:pt x="211137" y="7937"/>
                  </a:cubicBezTo>
                  <a:cubicBezTo>
                    <a:pt x="143043" y="7937"/>
                    <a:pt x="153005" y="8426"/>
                    <a:pt x="112712" y="4762"/>
                  </a:cubicBezTo>
                  <a:cubicBezTo>
                    <a:pt x="103319" y="2415"/>
                    <a:pt x="96993" y="122"/>
                    <a:pt x="85725" y="4762"/>
                  </a:cubicBezTo>
                  <a:cubicBezTo>
                    <a:pt x="82197" y="6215"/>
                    <a:pt x="96308" y="794"/>
                    <a:pt x="98425" y="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216359BE-EE59-7B18-0B9E-49E2BDEF2114}"/>
                </a:ext>
              </a:extLst>
            </p:cNvPr>
            <p:cNvSpPr/>
            <p:nvPr/>
          </p:nvSpPr>
          <p:spPr>
            <a:xfrm>
              <a:off x="2435225" y="804863"/>
              <a:ext cx="382588" cy="541337"/>
            </a:xfrm>
            <a:custGeom>
              <a:avLst/>
              <a:gdLst>
                <a:gd name="connsiteX0" fmla="*/ 193675 w 382588"/>
                <a:gd name="connsiteY0" fmla="*/ 12700 h 541337"/>
                <a:gd name="connsiteX1" fmla="*/ 193675 w 382588"/>
                <a:gd name="connsiteY1" fmla="*/ 12700 h 541337"/>
                <a:gd name="connsiteX2" fmla="*/ 150813 w 382588"/>
                <a:gd name="connsiteY2" fmla="*/ 79375 h 541337"/>
                <a:gd name="connsiteX3" fmla="*/ 147638 w 382588"/>
                <a:gd name="connsiteY3" fmla="*/ 85725 h 541337"/>
                <a:gd name="connsiteX4" fmla="*/ 125413 w 382588"/>
                <a:gd name="connsiteY4" fmla="*/ 122237 h 541337"/>
                <a:gd name="connsiteX5" fmla="*/ 120650 w 382588"/>
                <a:gd name="connsiteY5" fmla="*/ 131762 h 541337"/>
                <a:gd name="connsiteX6" fmla="*/ 111125 w 382588"/>
                <a:gd name="connsiteY6" fmla="*/ 146050 h 541337"/>
                <a:gd name="connsiteX7" fmla="*/ 107950 w 382588"/>
                <a:gd name="connsiteY7" fmla="*/ 153987 h 541337"/>
                <a:gd name="connsiteX8" fmla="*/ 92075 w 382588"/>
                <a:gd name="connsiteY8" fmla="*/ 184150 h 541337"/>
                <a:gd name="connsiteX9" fmla="*/ 79375 w 382588"/>
                <a:gd name="connsiteY9" fmla="*/ 207962 h 541337"/>
                <a:gd name="connsiteX10" fmla="*/ 76200 w 382588"/>
                <a:gd name="connsiteY10" fmla="*/ 219075 h 541337"/>
                <a:gd name="connsiteX11" fmla="*/ 69850 w 382588"/>
                <a:gd name="connsiteY11" fmla="*/ 230187 h 541337"/>
                <a:gd name="connsiteX12" fmla="*/ 65088 w 382588"/>
                <a:gd name="connsiteY12" fmla="*/ 241300 h 541337"/>
                <a:gd name="connsiteX13" fmla="*/ 58738 w 382588"/>
                <a:gd name="connsiteY13" fmla="*/ 252412 h 541337"/>
                <a:gd name="connsiteX14" fmla="*/ 42863 w 382588"/>
                <a:gd name="connsiteY14" fmla="*/ 282575 h 541337"/>
                <a:gd name="connsiteX15" fmla="*/ 38100 w 382588"/>
                <a:gd name="connsiteY15" fmla="*/ 288925 h 541337"/>
                <a:gd name="connsiteX16" fmla="*/ 30163 w 382588"/>
                <a:gd name="connsiteY16" fmla="*/ 303212 h 541337"/>
                <a:gd name="connsiteX17" fmla="*/ 26988 w 382588"/>
                <a:gd name="connsiteY17" fmla="*/ 312737 h 541337"/>
                <a:gd name="connsiteX18" fmla="*/ 23813 w 382588"/>
                <a:gd name="connsiteY18" fmla="*/ 320675 h 541337"/>
                <a:gd name="connsiteX19" fmla="*/ 14288 w 382588"/>
                <a:gd name="connsiteY19" fmla="*/ 346075 h 541337"/>
                <a:gd name="connsiteX20" fmla="*/ 11113 w 382588"/>
                <a:gd name="connsiteY20" fmla="*/ 361950 h 541337"/>
                <a:gd name="connsiteX21" fmla="*/ 7938 w 382588"/>
                <a:gd name="connsiteY21" fmla="*/ 373062 h 541337"/>
                <a:gd name="connsiteX22" fmla="*/ 6350 w 382588"/>
                <a:gd name="connsiteY22" fmla="*/ 385762 h 541337"/>
                <a:gd name="connsiteX23" fmla="*/ 4763 w 382588"/>
                <a:gd name="connsiteY23" fmla="*/ 392112 h 541337"/>
                <a:gd name="connsiteX24" fmla="*/ 1588 w 382588"/>
                <a:gd name="connsiteY24" fmla="*/ 423862 h 541337"/>
                <a:gd name="connsiteX25" fmla="*/ 0 w 382588"/>
                <a:gd name="connsiteY25" fmla="*/ 430212 h 541337"/>
                <a:gd name="connsiteX26" fmla="*/ 6350 w 382588"/>
                <a:gd name="connsiteY26" fmla="*/ 479425 h 541337"/>
                <a:gd name="connsiteX27" fmla="*/ 11113 w 382588"/>
                <a:gd name="connsiteY27" fmla="*/ 488950 h 541337"/>
                <a:gd name="connsiteX28" fmla="*/ 15875 w 382588"/>
                <a:gd name="connsiteY28" fmla="*/ 493712 h 541337"/>
                <a:gd name="connsiteX29" fmla="*/ 22225 w 382588"/>
                <a:gd name="connsiteY29" fmla="*/ 501650 h 541337"/>
                <a:gd name="connsiteX30" fmla="*/ 31750 w 382588"/>
                <a:gd name="connsiteY30" fmla="*/ 512762 h 541337"/>
                <a:gd name="connsiteX31" fmla="*/ 36513 w 382588"/>
                <a:gd name="connsiteY31" fmla="*/ 519112 h 541337"/>
                <a:gd name="connsiteX32" fmla="*/ 50800 w 382588"/>
                <a:gd name="connsiteY32" fmla="*/ 528637 h 541337"/>
                <a:gd name="connsiteX33" fmla="*/ 55563 w 382588"/>
                <a:gd name="connsiteY33" fmla="*/ 531812 h 541337"/>
                <a:gd name="connsiteX34" fmla="*/ 60325 w 382588"/>
                <a:gd name="connsiteY34" fmla="*/ 533400 h 541337"/>
                <a:gd name="connsiteX35" fmla="*/ 66675 w 382588"/>
                <a:gd name="connsiteY35" fmla="*/ 536575 h 541337"/>
                <a:gd name="connsiteX36" fmla="*/ 77788 w 382588"/>
                <a:gd name="connsiteY36" fmla="*/ 538162 h 541337"/>
                <a:gd name="connsiteX37" fmla="*/ 84138 w 382588"/>
                <a:gd name="connsiteY37" fmla="*/ 539750 h 541337"/>
                <a:gd name="connsiteX38" fmla="*/ 93663 w 382588"/>
                <a:gd name="connsiteY38" fmla="*/ 541337 h 541337"/>
                <a:gd name="connsiteX39" fmla="*/ 119063 w 382588"/>
                <a:gd name="connsiteY39" fmla="*/ 538162 h 541337"/>
                <a:gd name="connsiteX40" fmla="*/ 136525 w 382588"/>
                <a:gd name="connsiteY40" fmla="*/ 528637 h 541337"/>
                <a:gd name="connsiteX41" fmla="*/ 141288 w 382588"/>
                <a:gd name="connsiteY41" fmla="*/ 523875 h 541337"/>
                <a:gd name="connsiteX42" fmla="*/ 147638 w 382588"/>
                <a:gd name="connsiteY42" fmla="*/ 519112 h 541337"/>
                <a:gd name="connsiteX43" fmla="*/ 158750 w 382588"/>
                <a:gd name="connsiteY43" fmla="*/ 509587 h 541337"/>
                <a:gd name="connsiteX44" fmla="*/ 163513 w 382588"/>
                <a:gd name="connsiteY44" fmla="*/ 506412 h 541337"/>
                <a:gd name="connsiteX45" fmla="*/ 169863 w 382588"/>
                <a:gd name="connsiteY45" fmla="*/ 498475 h 541337"/>
                <a:gd name="connsiteX46" fmla="*/ 185738 w 382588"/>
                <a:gd name="connsiteY46" fmla="*/ 484187 h 541337"/>
                <a:gd name="connsiteX47" fmla="*/ 193675 w 382588"/>
                <a:gd name="connsiteY47" fmla="*/ 473075 h 541337"/>
                <a:gd name="connsiteX48" fmla="*/ 201613 w 382588"/>
                <a:gd name="connsiteY48" fmla="*/ 465137 h 541337"/>
                <a:gd name="connsiteX49" fmla="*/ 223838 w 382588"/>
                <a:gd name="connsiteY49" fmla="*/ 433387 h 541337"/>
                <a:gd name="connsiteX50" fmla="*/ 228600 w 382588"/>
                <a:gd name="connsiteY50" fmla="*/ 422275 h 541337"/>
                <a:gd name="connsiteX51" fmla="*/ 234950 w 382588"/>
                <a:gd name="connsiteY51" fmla="*/ 411162 h 541337"/>
                <a:gd name="connsiteX52" fmla="*/ 238125 w 382588"/>
                <a:gd name="connsiteY52" fmla="*/ 401637 h 541337"/>
                <a:gd name="connsiteX53" fmla="*/ 246063 w 382588"/>
                <a:gd name="connsiteY53" fmla="*/ 390525 h 541337"/>
                <a:gd name="connsiteX54" fmla="*/ 249238 w 382588"/>
                <a:gd name="connsiteY54" fmla="*/ 382587 h 541337"/>
                <a:gd name="connsiteX55" fmla="*/ 260350 w 382588"/>
                <a:gd name="connsiteY55" fmla="*/ 363537 h 541337"/>
                <a:gd name="connsiteX56" fmla="*/ 274638 w 382588"/>
                <a:gd name="connsiteY56" fmla="*/ 334962 h 541337"/>
                <a:gd name="connsiteX57" fmla="*/ 287338 w 382588"/>
                <a:gd name="connsiteY57" fmla="*/ 307975 h 541337"/>
                <a:gd name="connsiteX58" fmla="*/ 298450 w 382588"/>
                <a:gd name="connsiteY58" fmla="*/ 292100 h 541337"/>
                <a:gd name="connsiteX59" fmla="*/ 314325 w 382588"/>
                <a:gd name="connsiteY59" fmla="*/ 263525 h 541337"/>
                <a:gd name="connsiteX60" fmla="*/ 323850 w 382588"/>
                <a:gd name="connsiteY60" fmla="*/ 250825 h 541337"/>
                <a:gd name="connsiteX61" fmla="*/ 330200 w 382588"/>
                <a:gd name="connsiteY61" fmla="*/ 238125 h 541337"/>
                <a:gd name="connsiteX62" fmla="*/ 338138 w 382588"/>
                <a:gd name="connsiteY62" fmla="*/ 219075 h 541337"/>
                <a:gd name="connsiteX63" fmla="*/ 341313 w 382588"/>
                <a:gd name="connsiteY63" fmla="*/ 211137 h 541337"/>
                <a:gd name="connsiteX64" fmla="*/ 344488 w 382588"/>
                <a:gd name="connsiteY64" fmla="*/ 201612 h 541337"/>
                <a:gd name="connsiteX65" fmla="*/ 346075 w 382588"/>
                <a:gd name="connsiteY65" fmla="*/ 195262 h 541337"/>
                <a:gd name="connsiteX66" fmla="*/ 350838 w 382588"/>
                <a:gd name="connsiteY66" fmla="*/ 188912 h 541337"/>
                <a:gd name="connsiteX67" fmla="*/ 354013 w 382588"/>
                <a:gd name="connsiteY67" fmla="*/ 182562 h 541337"/>
                <a:gd name="connsiteX68" fmla="*/ 358775 w 382588"/>
                <a:gd name="connsiteY68" fmla="*/ 169862 h 541337"/>
                <a:gd name="connsiteX69" fmla="*/ 361950 w 382588"/>
                <a:gd name="connsiteY69" fmla="*/ 165100 h 541337"/>
                <a:gd name="connsiteX70" fmla="*/ 365125 w 382588"/>
                <a:gd name="connsiteY70" fmla="*/ 155575 h 541337"/>
                <a:gd name="connsiteX71" fmla="*/ 368300 w 382588"/>
                <a:gd name="connsiteY71" fmla="*/ 147637 h 541337"/>
                <a:gd name="connsiteX72" fmla="*/ 371475 w 382588"/>
                <a:gd name="connsiteY72" fmla="*/ 141287 h 541337"/>
                <a:gd name="connsiteX73" fmla="*/ 376238 w 382588"/>
                <a:gd name="connsiteY73" fmla="*/ 128587 h 541337"/>
                <a:gd name="connsiteX74" fmla="*/ 379413 w 382588"/>
                <a:gd name="connsiteY74" fmla="*/ 109537 h 541337"/>
                <a:gd name="connsiteX75" fmla="*/ 382588 w 382588"/>
                <a:gd name="connsiteY75" fmla="*/ 93662 h 541337"/>
                <a:gd name="connsiteX76" fmla="*/ 377825 w 382588"/>
                <a:gd name="connsiteY76" fmla="*/ 61912 h 541337"/>
                <a:gd name="connsiteX77" fmla="*/ 366713 w 382588"/>
                <a:gd name="connsiteY77" fmla="*/ 41275 h 541337"/>
                <a:gd name="connsiteX78" fmla="*/ 360363 w 382588"/>
                <a:gd name="connsiteY78" fmla="*/ 31750 h 541337"/>
                <a:gd name="connsiteX79" fmla="*/ 355600 w 382588"/>
                <a:gd name="connsiteY79" fmla="*/ 26987 h 541337"/>
                <a:gd name="connsiteX80" fmla="*/ 342900 w 382588"/>
                <a:gd name="connsiteY80" fmla="*/ 19050 h 541337"/>
                <a:gd name="connsiteX81" fmla="*/ 333375 w 382588"/>
                <a:gd name="connsiteY81" fmla="*/ 15875 h 541337"/>
                <a:gd name="connsiteX82" fmla="*/ 319088 w 382588"/>
                <a:gd name="connsiteY82" fmla="*/ 9525 h 541337"/>
                <a:gd name="connsiteX83" fmla="*/ 312738 w 382588"/>
                <a:gd name="connsiteY83" fmla="*/ 7937 h 541337"/>
                <a:gd name="connsiteX84" fmla="*/ 307975 w 382588"/>
                <a:gd name="connsiteY84" fmla="*/ 4762 h 541337"/>
                <a:gd name="connsiteX85" fmla="*/ 292100 w 382588"/>
                <a:gd name="connsiteY85" fmla="*/ 1587 h 541337"/>
                <a:gd name="connsiteX86" fmla="*/ 285750 w 382588"/>
                <a:gd name="connsiteY86" fmla="*/ 0 h 541337"/>
                <a:gd name="connsiteX87" fmla="*/ 234950 w 382588"/>
                <a:gd name="connsiteY87" fmla="*/ 1587 h 541337"/>
                <a:gd name="connsiteX88" fmla="*/ 220663 w 382588"/>
                <a:gd name="connsiteY88" fmla="*/ 4762 h 541337"/>
                <a:gd name="connsiteX89" fmla="*/ 209550 w 382588"/>
                <a:gd name="connsiteY89" fmla="*/ 6350 h 541337"/>
                <a:gd name="connsiteX90" fmla="*/ 196850 w 382588"/>
                <a:gd name="connsiteY90" fmla="*/ 15875 h 541337"/>
                <a:gd name="connsiteX91" fmla="*/ 193675 w 382588"/>
                <a:gd name="connsiteY91" fmla="*/ 12700 h 541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82588" h="541337">
                  <a:moveTo>
                    <a:pt x="193675" y="12700"/>
                  </a:moveTo>
                  <a:lnTo>
                    <a:pt x="193675" y="12700"/>
                  </a:lnTo>
                  <a:cubicBezTo>
                    <a:pt x="179388" y="34925"/>
                    <a:pt x="164903" y="57025"/>
                    <a:pt x="150813" y="79375"/>
                  </a:cubicBezTo>
                  <a:cubicBezTo>
                    <a:pt x="149551" y="81377"/>
                    <a:pt x="148844" y="83689"/>
                    <a:pt x="147638" y="85725"/>
                  </a:cubicBezTo>
                  <a:cubicBezTo>
                    <a:pt x="140374" y="97982"/>
                    <a:pt x="132619" y="109945"/>
                    <a:pt x="125413" y="122237"/>
                  </a:cubicBezTo>
                  <a:cubicBezTo>
                    <a:pt x="123618" y="125299"/>
                    <a:pt x="122476" y="128718"/>
                    <a:pt x="120650" y="131762"/>
                  </a:cubicBezTo>
                  <a:cubicBezTo>
                    <a:pt x="112676" y="145053"/>
                    <a:pt x="118837" y="130628"/>
                    <a:pt x="111125" y="146050"/>
                  </a:cubicBezTo>
                  <a:cubicBezTo>
                    <a:pt x="109851" y="148599"/>
                    <a:pt x="109163" y="151409"/>
                    <a:pt x="107950" y="153987"/>
                  </a:cubicBezTo>
                  <a:cubicBezTo>
                    <a:pt x="94020" y="183589"/>
                    <a:pt x="103448" y="162825"/>
                    <a:pt x="92075" y="184150"/>
                  </a:cubicBezTo>
                  <a:cubicBezTo>
                    <a:pt x="75570" y="215098"/>
                    <a:pt x="95507" y="179732"/>
                    <a:pt x="79375" y="207962"/>
                  </a:cubicBezTo>
                  <a:cubicBezTo>
                    <a:pt x="78317" y="211666"/>
                    <a:pt x="77718" y="215534"/>
                    <a:pt x="76200" y="219075"/>
                  </a:cubicBezTo>
                  <a:cubicBezTo>
                    <a:pt x="74519" y="222996"/>
                    <a:pt x="71758" y="226371"/>
                    <a:pt x="69850" y="230187"/>
                  </a:cubicBezTo>
                  <a:cubicBezTo>
                    <a:pt x="68048" y="233792"/>
                    <a:pt x="66890" y="237695"/>
                    <a:pt x="65088" y="241300"/>
                  </a:cubicBezTo>
                  <a:cubicBezTo>
                    <a:pt x="63180" y="245116"/>
                    <a:pt x="60725" y="248637"/>
                    <a:pt x="58738" y="252412"/>
                  </a:cubicBezTo>
                  <a:cubicBezTo>
                    <a:pt x="52758" y="263774"/>
                    <a:pt x="49458" y="272211"/>
                    <a:pt x="42863" y="282575"/>
                  </a:cubicBezTo>
                  <a:cubicBezTo>
                    <a:pt x="41442" y="284807"/>
                    <a:pt x="39385" y="286612"/>
                    <a:pt x="38100" y="288925"/>
                  </a:cubicBezTo>
                  <a:cubicBezTo>
                    <a:pt x="27701" y="307641"/>
                    <a:pt x="42429" y="286855"/>
                    <a:pt x="30163" y="303212"/>
                  </a:cubicBezTo>
                  <a:cubicBezTo>
                    <a:pt x="29105" y="306387"/>
                    <a:pt x="28132" y="309592"/>
                    <a:pt x="26988" y="312737"/>
                  </a:cubicBezTo>
                  <a:cubicBezTo>
                    <a:pt x="26014" y="315415"/>
                    <a:pt x="24761" y="317988"/>
                    <a:pt x="23813" y="320675"/>
                  </a:cubicBezTo>
                  <a:cubicBezTo>
                    <a:pt x="15296" y="344808"/>
                    <a:pt x="20958" y="332735"/>
                    <a:pt x="14288" y="346075"/>
                  </a:cubicBezTo>
                  <a:cubicBezTo>
                    <a:pt x="13230" y="351367"/>
                    <a:pt x="12820" y="356831"/>
                    <a:pt x="11113" y="361950"/>
                  </a:cubicBezTo>
                  <a:cubicBezTo>
                    <a:pt x="9853" y="365730"/>
                    <a:pt x="8604" y="369068"/>
                    <a:pt x="7938" y="373062"/>
                  </a:cubicBezTo>
                  <a:cubicBezTo>
                    <a:pt x="7237" y="377270"/>
                    <a:pt x="7051" y="381554"/>
                    <a:pt x="6350" y="385762"/>
                  </a:cubicBezTo>
                  <a:cubicBezTo>
                    <a:pt x="5991" y="387914"/>
                    <a:pt x="5153" y="389965"/>
                    <a:pt x="4763" y="392112"/>
                  </a:cubicBezTo>
                  <a:cubicBezTo>
                    <a:pt x="1953" y="407565"/>
                    <a:pt x="3915" y="404084"/>
                    <a:pt x="1588" y="423862"/>
                  </a:cubicBezTo>
                  <a:cubicBezTo>
                    <a:pt x="1333" y="426029"/>
                    <a:pt x="529" y="428095"/>
                    <a:pt x="0" y="430212"/>
                  </a:cubicBezTo>
                  <a:cubicBezTo>
                    <a:pt x="1705" y="451523"/>
                    <a:pt x="-584" y="462785"/>
                    <a:pt x="6350" y="479425"/>
                  </a:cubicBezTo>
                  <a:cubicBezTo>
                    <a:pt x="7715" y="482702"/>
                    <a:pt x="9144" y="485996"/>
                    <a:pt x="11113" y="488950"/>
                  </a:cubicBezTo>
                  <a:cubicBezTo>
                    <a:pt x="12358" y="490818"/>
                    <a:pt x="14397" y="492023"/>
                    <a:pt x="15875" y="493712"/>
                  </a:cubicBezTo>
                  <a:cubicBezTo>
                    <a:pt x="18106" y="496262"/>
                    <a:pt x="20192" y="498939"/>
                    <a:pt x="22225" y="501650"/>
                  </a:cubicBezTo>
                  <a:cubicBezTo>
                    <a:pt x="34964" y="518636"/>
                    <a:pt x="11650" y="489791"/>
                    <a:pt x="31750" y="512762"/>
                  </a:cubicBezTo>
                  <a:cubicBezTo>
                    <a:pt x="33492" y="514753"/>
                    <a:pt x="34480" y="517418"/>
                    <a:pt x="36513" y="519112"/>
                  </a:cubicBezTo>
                  <a:cubicBezTo>
                    <a:pt x="40910" y="522776"/>
                    <a:pt x="46038" y="525462"/>
                    <a:pt x="50800" y="528637"/>
                  </a:cubicBezTo>
                  <a:cubicBezTo>
                    <a:pt x="52388" y="529695"/>
                    <a:pt x="53753" y="531208"/>
                    <a:pt x="55563" y="531812"/>
                  </a:cubicBezTo>
                  <a:cubicBezTo>
                    <a:pt x="57150" y="532341"/>
                    <a:pt x="58787" y="532741"/>
                    <a:pt x="60325" y="533400"/>
                  </a:cubicBezTo>
                  <a:cubicBezTo>
                    <a:pt x="62500" y="534332"/>
                    <a:pt x="64392" y="535952"/>
                    <a:pt x="66675" y="536575"/>
                  </a:cubicBezTo>
                  <a:cubicBezTo>
                    <a:pt x="70285" y="537559"/>
                    <a:pt x="74106" y="537493"/>
                    <a:pt x="77788" y="538162"/>
                  </a:cubicBezTo>
                  <a:cubicBezTo>
                    <a:pt x="79935" y="538552"/>
                    <a:pt x="81999" y="539322"/>
                    <a:pt x="84138" y="539750"/>
                  </a:cubicBezTo>
                  <a:cubicBezTo>
                    <a:pt x="87294" y="540381"/>
                    <a:pt x="90488" y="540808"/>
                    <a:pt x="93663" y="541337"/>
                  </a:cubicBezTo>
                  <a:cubicBezTo>
                    <a:pt x="102130" y="540279"/>
                    <a:pt x="110785" y="540231"/>
                    <a:pt x="119063" y="538162"/>
                  </a:cubicBezTo>
                  <a:cubicBezTo>
                    <a:pt x="121132" y="537645"/>
                    <a:pt x="132798" y="531743"/>
                    <a:pt x="136525" y="528637"/>
                  </a:cubicBezTo>
                  <a:cubicBezTo>
                    <a:pt x="138250" y="527200"/>
                    <a:pt x="139583" y="525336"/>
                    <a:pt x="141288" y="523875"/>
                  </a:cubicBezTo>
                  <a:cubicBezTo>
                    <a:pt x="143297" y="522153"/>
                    <a:pt x="145590" y="520788"/>
                    <a:pt x="147638" y="519112"/>
                  </a:cubicBezTo>
                  <a:cubicBezTo>
                    <a:pt x="151414" y="516023"/>
                    <a:pt x="154940" y="512635"/>
                    <a:pt x="158750" y="509587"/>
                  </a:cubicBezTo>
                  <a:cubicBezTo>
                    <a:pt x="160240" y="508395"/>
                    <a:pt x="162164" y="507761"/>
                    <a:pt x="163513" y="506412"/>
                  </a:cubicBezTo>
                  <a:cubicBezTo>
                    <a:pt x="165909" y="504016"/>
                    <a:pt x="167467" y="500871"/>
                    <a:pt x="169863" y="498475"/>
                  </a:cubicBezTo>
                  <a:cubicBezTo>
                    <a:pt x="179301" y="489037"/>
                    <a:pt x="175197" y="498944"/>
                    <a:pt x="185738" y="484187"/>
                  </a:cubicBezTo>
                  <a:cubicBezTo>
                    <a:pt x="188384" y="480483"/>
                    <a:pt x="190761" y="476572"/>
                    <a:pt x="193675" y="473075"/>
                  </a:cubicBezTo>
                  <a:cubicBezTo>
                    <a:pt x="196071" y="470200"/>
                    <a:pt x="199275" y="468059"/>
                    <a:pt x="201613" y="465137"/>
                  </a:cubicBezTo>
                  <a:cubicBezTo>
                    <a:pt x="204043" y="462100"/>
                    <a:pt x="219296" y="442472"/>
                    <a:pt x="223838" y="433387"/>
                  </a:cubicBezTo>
                  <a:cubicBezTo>
                    <a:pt x="225640" y="429783"/>
                    <a:pt x="226798" y="425879"/>
                    <a:pt x="228600" y="422275"/>
                  </a:cubicBezTo>
                  <a:cubicBezTo>
                    <a:pt x="230508" y="418459"/>
                    <a:pt x="233162" y="415036"/>
                    <a:pt x="234950" y="411162"/>
                  </a:cubicBezTo>
                  <a:cubicBezTo>
                    <a:pt x="236352" y="408123"/>
                    <a:pt x="236538" y="404584"/>
                    <a:pt x="238125" y="401637"/>
                  </a:cubicBezTo>
                  <a:cubicBezTo>
                    <a:pt x="240283" y="397629"/>
                    <a:pt x="243769" y="394457"/>
                    <a:pt x="246063" y="390525"/>
                  </a:cubicBezTo>
                  <a:cubicBezTo>
                    <a:pt x="247499" y="388063"/>
                    <a:pt x="247905" y="385106"/>
                    <a:pt x="249238" y="382587"/>
                  </a:cubicBezTo>
                  <a:cubicBezTo>
                    <a:pt x="252677" y="376090"/>
                    <a:pt x="257062" y="370112"/>
                    <a:pt x="260350" y="363537"/>
                  </a:cubicBezTo>
                  <a:cubicBezTo>
                    <a:pt x="265113" y="354012"/>
                    <a:pt x="270313" y="344693"/>
                    <a:pt x="274638" y="334962"/>
                  </a:cubicBezTo>
                  <a:cubicBezTo>
                    <a:pt x="277246" y="329095"/>
                    <a:pt x="283802" y="313762"/>
                    <a:pt x="287338" y="307975"/>
                  </a:cubicBezTo>
                  <a:cubicBezTo>
                    <a:pt x="290706" y="302463"/>
                    <a:pt x="295098" y="297621"/>
                    <a:pt x="298450" y="292100"/>
                  </a:cubicBezTo>
                  <a:cubicBezTo>
                    <a:pt x="304105" y="282786"/>
                    <a:pt x="307787" y="272242"/>
                    <a:pt x="314325" y="263525"/>
                  </a:cubicBezTo>
                  <a:cubicBezTo>
                    <a:pt x="317500" y="259292"/>
                    <a:pt x="321045" y="255312"/>
                    <a:pt x="323850" y="250825"/>
                  </a:cubicBezTo>
                  <a:cubicBezTo>
                    <a:pt x="326358" y="246811"/>
                    <a:pt x="328258" y="242441"/>
                    <a:pt x="330200" y="238125"/>
                  </a:cubicBezTo>
                  <a:cubicBezTo>
                    <a:pt x="333023" y="231852"/>
                    <a:pt x="335519" y="225436"/>
                    <a:pt x="338138" y="219075"/>
                  </a:cubicBezTo>
                  <a:cubicBezTo>
                    <a:pt x="339223" y="216440"/>
                    <a:pt x="340412" y="213841"/>
                    <a:pt x="341313" y="211137"/>
                  </a:cubicBezTo>
                  <a:cubicBezTo>
                    <a:pt x="342371" y="207962"/>
                    <a:pt x="343526" y="204818"/>
                    <a:pt x="344488" y="201612"/>
                  </a:cubicBezTo>
                  <a:cubicBezTo>
                    <a:pt x="345115" y="199522"/>
                    <a:pt x="345099" y="197213"/>
                    <a:pt x="346075" y="195262"/>
                  </a:cubicBezTo>
                  <a:cubicBezTo>
                    <a:pt x="347258" y="192895"/>
                    <a:pt x="349436" y="191156"/>
                    <a:pt x="350838" y="188912"/>
                  </a:cubicBezTo>
                  <a:cubicBezTo>
                    <a:pt x="352092" y="186905"/>
                    <a:pt x="352955" y="184679"/>
                    <a:pt x="354013" y="182562"/>
                  </a:cubicBezTo>
                  <a:cubicBezTo>
                    <a:pt x="355749" y="175617"/>
                    <a:pt x="355085" y="176319"/>
                    <a:pt x="358775" y="169862"/>
                  </a:cubicBezTo>
                  <a:cubicBezTo>
                    <a:pt x="359722" y="168206"/>
                    <a:pt x="361175" y="166843"/>
                    <a:pt x="361950" y="165100"/>
                  </a:cubicBezTo>
                  <a:cubicBezTo>
                    <a:pt x="363309" y="162042"/>
                    <a:pt x="363882" y="158682"/>
                    <a:pt x="365125" y="155575"/>
                  </a:cubicBezTo>
                  <a:cubicBezTo>
                    <a:pt x="366183" y="152929"/>
                    <a:pt x="367143" y="150241"/>
                    <a:pt x="368300" y="147637"/>
                  </a:cubicBezTo>
                  <a:cubicBezTo>
                    <a:pt x="369261" y="145474"/>
                    <a:pt x="370514" y="143450"/>
                    <a:pt x="371475" y="141287"/>
                  </a:cubicBezTo>
                  <a:cubicBezTo>
                    <a:pt x="372815" y="138272"/>
                    <a:pt x="375192" y="132250"/>
                    <a:pt x="376238" y="128587"/>
                  </a:cubicBezTo>
                  <a:cubicBezTo>
                    <a:pt x="379094" y="118591"/>
                    <a:pt x="377096" y="123437"/>
                    <a:pt x="379413" y="109537"/>
                  </a:cubicBezTo>
                  <a:cubicBezTo>
                    <a:pt x="380300" y="104214"/>
                    <a:pt x="382588" y="93662"/>
                    <a:pt x="382588" y="93662"/>
                  </a:cubicBezTo>
                  <a:cubicBezTo>
                    <a:pt x="381826" y="84525"/>
                    <a:pt x="381731" y="71027"/>
                    <a:pt x="377825" y="61912"/>
                  </a:cubicBezTo>
                  <a:cubicBezTo>
                    <a:pt x="371559" y="47291"/>
                    <a:pt x="375299" y="54154"/>
                    <a:pt x="366713" y="41275"/>
                  </a:cubicBezTo>
                  <a:lnTo>
                    <a:pt x="360363" y="31750"/>
                  </a:lnTo>
                  <a:cubicBezTo>
                    <a:pt x="358775" y="30162"/>
                    <a:pt x="357325" y="28424"/>
                    <a:pt x="355600" y="26987"/>
                  </a:cubicBezTo>
                  <a:cubicBezTo>
                    <a:pt x="353766" y="25459"/>
                    <a:pt x="343586" y="19362"/>
                    <a:pt x="342900" y="19050"/>
                  </a:cubicBezTo>
                  <a:cubicBezTo>
                    <a:pt x="339853" y="17665"/>
                    <a:pt x="336368" y="17372"/>
                    <a:pt x="333375" y="15875"/>
                  </a:cubicBezTo>
                  <a:cubicBezTo>
                    <a:pt x="327843" y="13109"/>
                    <a:pt x="325169" y="11552"/>
                    <a:pt x="319088" y="9525"/>
                  </a:cubicBezTo>
                  <a:cubicBezTo>
                    <a:pt x="317018" y="8835"/>
                    <a:pt x="314855" y="8466"/>
                    <a:pt x="312738" y="7937"/>
                  </a:cubicBezTo>
                  <a:cubicBezTo>
                    <a:pt x="311150" y="6879"/>
                    <a:pt x="309682" y="5615"/>
                    <a:pt x="307975" y="4762"/>
                  </a:cubicBezTo>
                  <a:cubicBezTo>
                    <a:pt x="303320" y="2435"/>
                    <a:pt x="296692" y="2422"/>
                    <a:pt x="292100" y="1587"/>
                  </a:cubicBezTo>
                  <a:cubicBezTo>
                    <a:pt x="289953" y="1197"/>
                    <a:pt x="287867" y="529"/>
                    <a:pt x="285750" y="0"/>
                  </a:cubicBezTo>
                  <a:cubicBezTo>
                    <a:pt x="268817" y="529"/>
                    <a:pt x="251846" y="351"/>
                    <a:pt x="234950" y="1587"/>
                  </a:cubicBezTo>
                  <a:cubicBezTo>
                    <a:pt x="230084" y="1943"/>
                    <a:pt x="225458" y="3863"/>
                    <a:pt x="220663" y="4762"/>
                  </a:cubicBezTo>
                  <a:cubicBezTo>
                    <a:pt x="216985" y="5452"/>
                    <a:pt x="213254" y="5821"/>
                    <a:pt x="209550" y="6350"/>
                  </a:cubicBezTo>
                  <a:cubicBezTo>
                    <a:pt x="202868" y="10359"/>
                    <a:pt x="201480" y="10319"/>
                    <a:pt x="196850" y="15875"/>
                  </a:cubicBezTo>
                  <a:cubicBezTo>
                    <a:pt x="192515" y="21077"/>
                    <a:pt x="194204" y="13229"/>
                    <a:pt x="193675" y="12700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03CE3698-DD14-3DD8-F224-3BEF5C759CBD}"/>
                </a:ext>
              </a:extLst>
            </p:cNvPr>
            <p:cNvSpPr/>
            <p:nvPr/>
          </p:nvSpPr>
          <p:spPr>
            <a:xfrm>
              <a:off x="2032000" y="803275"/>
              <a:ext cx="577594" cy="1416050"/>
            </a:xfrm>
            <a:custGeom>
              <a:avLst/>
              <a:gdLst>
                <a:gd name="connsiteX0" fmla="*/ 381000 w 565150"/>
                <a:gd name="connsiteY0" fmla="*/ 0 h 1401762"/>
                <a:gd name="connsiteX1" fmla="*/ 381000 w 565150"/>
                <a:gd name="connsiteY1" fmla="*/ 0 h 1401762"/>
                <a:gd name="connsiteX2" fmla="*/ 414338 w 565150"/>
                <a:gd name="connsiteY2" fmla="*/ 69850 h 1401762"/>
                <a:gd name="connsiteX3" fmla="*/ 417513 w 565150"/>
                <a:gd name="connsiteY3" fmla="*/ 88900 h 1401762"/>
                <a:gd name="connsiteX4" fmla="*/ 420688 w 565150"/>
                <a:gd name="connsiteY4" fmla="*/ 106362 h 1401762"/>
                <a:gd name="connsiteX5" fmla="*/ 422275 w 565150"/>
                <a:gd name="connsiteY5" fmla="*/ 115887 h 1401762"/>
                <a:gd name="connsiteX6" fmla="*/ 423863 w 565150"/>
                <a:gd name="connsiteY6" fmla="*/ 123825 h 1401762"/>
                <a:gd name="connsiteX7" fmla="*/ 427038 w 565150"/>
                <a:gd name="connsiteY7" fmla="*/ 142875 h 1401762"/>
                <a:gd name="connsiteX8" fmla="*/ 422275 w 565150"/>
                <a:gd name="connsiteY8" fmla="*/ 209550 h 1401762"/>
                <a:gd name="connsiteX9" fmla="*/ 415925 w 565150"/>
                <a:gd name="connsiteY9" fmla="*/ 231775 h 1401762"/>
                <a:gd name="connsiteX10" fmla="*/ 409575 w 565150"/>
                <a:gd name="connsiteY10" fmla="*/ 250825 h 1401762"/>
                <a:gd name="connsiteX11" fmla="*/ 404813 w 565150"/>
                <a:gd name="connsiteY11" fmla="*/ 271462 h 1401762"/>
                <a:gd name="connsiteX12" fmla="*/ 401638 w 565150"/>
                <a:gd name="connsiteY12" fmla="*/ 277812 h 1401762"/>
                <a:gd name="connsiteX13" fmla="*/ 398463 w 565150"/>
                <a:gd name="connsiteY13" fmla="*/ 304800 h 1401762"/>
                <a:gd name="connsiteX14" fmla="*/ 396875 w 565150"/>
                <a:gd name="connsiteY14" fmla="*/ 315912 h 1401762"/>
                <a:gd name="connsiteX15" fmla="*/ 395288 w 565150"/>
                <a:gd name="connsiteY15" fmla="*/ 328612 h 1401762"/>
                <a:gd name="connsiteX16" fmla="*/ 390525 w 565150"/>
                <a:gd name="connsiteY16" fmla="*/ 373062 h 1401762"/>
                <a:gd name="connsiteX17" fmla="*/ 388938 w 565150"/>
                <a:gd name="connsiteY17" fmla="*/ 384175 h 1401762"/>
                <a:gd name="connsiteX18" fmla="*/ 385763 w 565150"/>
                <a:gd name="connsiteY18" fmla="*/ 396875 h 1401762"/>
                <a:gd name="connsiteX19" fmla="*/ 384175 w 565150"/>
                <a:gd name="connsiteY19" fmla="*/ 414337 h 1401762"/>
                <a:gd name="connsiteX20" fmla="*/ 379413 w 565150"/>
                <a:gd name="connsiteY20" fmla="*/ 454025 h 1401762"/>
                <a:gd name="connsiteX21" fmla="*/ 376238 w 565150"/>
                <a:gd name="connsiteY21" fmla="*/ 496887 h 1401762"/>
                <a:gd name="connsiteX22" fmla="*/ 377825 w 565150"/>
                <a:gd name="connsiteY22" fmla="*/ 550862 h 1401762"/>
                <a:gd name="connsiteX23" fmla="*/ 382588 w 565150"/>
                <a:gd name="connsiteY23" fmla="*/ 569912 h 1401762"/>
                <a:gd name="connsiteX24" fmla="*/ 385763 w 565150"/>
                <a:gd name="connsiteY24" fmla="*/ 584200 h 1401762"/>
                <a:gd name="connsiteX25" fmla="*/ 388938 w 565150"/>
                <a:gd name="connsiteY25" fmla="*/ 593725 h 1401762"/>
                <a:gd name="connsiteX26" fmla="*/ 390525 w 565150"/>
                <a:gd name="connsiteY26" fmla="*/ 598487 h 1401762"/>
                <a:gd name="connsiteX27" fmla="*/ 392113 w 565150"/>
                <a:gd name="connsiteY27" fmla="*/ 604837 h 1401762"/>
                <a:gd name="connsiteX28" fmla="*/ 398463 w 565150"/>
                <a:gd name="connsiteY28" fmla="*/ 617537 h 1401762"/>
                <a:gd name="connsiteX29" fmla="*/ 400050 w 565150"/>
                <a:gd name="connsiteY29" fmla="*/ 622300 h 1401762"/>
                <a:gd name="connsiteX30" fmla="*/ 403225 w 565150"/>
                <a:gd name="connsiteY30" fmla="*/ 627062 h 1401762"/>
                <a:gd name="connsiteX31" fmla="*/ 406400 w 565150"/>
                <a:gd name="connsiteY31" fmla="*/ 633412 h 1401762"/>
                <a:gd name="connsiteX32" fmla="*/ 409575 w 565150"/>
                <a:gd name="connsiteY32" fmla="*/ 638175 h 1401762"/>
                <a:gd name="connsiteX33" fmla="*/ 411163 w 565150"/>
                <a:gd name="connsiteY33" fmla="*/ 642937 h 1401762"/>
                <a:gd name="connsiteX34" fmla="*/ 419100 w 565150"/>
                <a:gd name="connsiteY34" fmla="*/ 655637 h 1401762"/>
                <a:gd name="connsiteX35" fmla="*/ 420688 w 565150"/>
                <a:gd name="connsiteY35" fmla="*/ 663575 h 1401762"/>
                <a:gd name="connsiteX36" fmla="*/ 423863 w 565150"/>
                <a:gd name="connsiteY36" fmla="*/ 673100 h 1401762"/>
                <a:gd name="connsiteX37" fmla="*/ 425450 w 565150"/>
                <a:gd name="connsiteY37" fmla="*/ 677862 h 1401762"/>
                <a:gd name="connsiteX38" fmla="*/ 428625 w 565150"/>
                <a:gd name="connsiteY38" fmla="*/ 693737 h 1401762"/>
                <a:gd name="connsiteX39" fmla="*/ 430213 w 565150"/>
                <a:gd name="connsiteY39" fmla="*/ 719137 h 1401762"/>
                <a:gd name="connsiteX40" fmla="*/ 427038 w 565150"/>
                <a:gd name="connsiteY40" fmla="*/ 784225 h 1401762"/>
                <a:gd name="connsiteX41" fmla="*/ 425450 w 565150"/>
                <a:gd name="connsiteY41" fmla="*/ 822325 h 1401762"/>
                <a:gd name="connsiteX42" fmla="*/ 422275 w 565150"/>
                <a:gd name="connsiteY42" fmla="*/ 860425 h 1401762"/>
                <a:gd name="connsiteX43" fmla="*/ 423863 w 565150"/>
                <a:gd name="connsiteY43" fmla="*/ 906462 h 1401762"/>
                <a:gd name="connsiteX44" fmla="*/ 431800 w 565150"/>
                <a:gd name="connsiteY44" fmla="*/ 933450 h 1401762"/>
                <a:gd name="connsiteX45" fmla="*/ 434975 w 565150"/>
                <a:gd name="connsiteY45" fmla="*/ 949325 h 1401762"/>
                <a:gd name="connsiteX46" fmla="*/ 436563 w 565150"/>
                <a:gd name="connsiteY46" fmla="*/ 958850 h 1401762"/>
                <a:gd name="connsiteX47" fmla="*/ 438150 w 565150"/>
                <a:gd name="connsiteY47" fmla="*/ 965200 h 1401762"/>
                <a:gd name="connsiteX48" fmla="*/ 439738 w 565150"/>
                <a:gd name="connsiteY48" fmla="*/ 974725 h 1401762"/>
                <a:gd name="connsiteX49" fmla="*/ 441325 w 565150"/>
                <a:gd name="connsiteY49" fmla="*/ 981075 h 1401762"/>
                <a:gd name="connsiteX50" fmla="*/ 446088 w 565150"/>
                <a:gd name="connsiteY50" fmla="*/ 1009650 h 1401762"/>
                <a:gd name="connsiteX51" fmla="*/ 454025 w 565150"/>
                <a:gd name="connsiteY51" fmla="*/ 1039812 h 1401762"/>
                <a:gd name="connsiteX52" fmla="*/ 457200 w 565150"/>
                <a:gd name="connsiteY52" fmla="*/ 1055687 h 1401762"/>
                <a:gd name="connsiteX53" fmla="*/ 460375 w 565150"/>
                <a:gd name="connsiteY53" fmla="*/ 1066800 h 1401762"/>
                <a:gd name="connsiteX54" fmla="*/ 461963 w 565150"/>
                <a:gd name="connsiteY54" fmla="*/ 1077912 h 1401762"/>
                <a:gd name="connsiteX55" fmla="*/ 465138 w 565150"/>
                <a:gd name="connsiteY55" fmla="*/ 1089025 h 1401762"/>
                <a:gd name="connsiteX56" fmla="*/ 473075 w 565150"/>
                <a:gd name="connsiteY56" fmla="*/ 1116012 h 1401762"/>
                <a:gd name="connsiteX57" fmla="*/ 476250 w 565150"/>
                <a:gd name="connsiteY57" fmla="*/ 1125537 h 1401762"/>
                <a:gd name="connsiteX58" fmla="*/ 481013 w 565150"/>
                <a:gd name="connsiteY58" fmla="*/ 1138237 h 1401762"/>
                <a:gd name="connsiteX59" fmla="*/ 482600 w 565150"/>
                <a:gd name="connsiteY59" fmla="*/ 1144587 h 1401762"/>
                <a:gd name="connsiteX60" fmla="*/ 487363 w 565150"/>
                <a:gd name="connsiteY60" fmla="*/ 1150937 h 1401762"/>
                <a:gd name="connsiteX61" fmla="*/ 496888 w 565150"/>
                <a:gd name="connsiteY61" fmla="*/ 1169987 h 1401762"/>
                <a:gd name="connsiteX62" fmla="*/ 500063 w 565150"/>
                <a:gd name="connsiteY62" fmla="*/ 1176337 h 1401762"/>
                <a:gd name="connsiteX63" fmla="*/ 504825 w 565150"/>
                <a:gd name="connsiteY63" fmla="*/ 1182687 h 1401762"/>
                <a:gd name="connsiteX64" fmla="*/ 511175 w 565150"/>
                <a:gd name="connsiteY64" fmla="*/ 1192212 h 1401762"/>
                <a:gd name="connsiteX65" fmla="*/ 527050 w 565150"/>
                <a:gd name="connsiteY65" fmla="*/ 1216025 h 1401762"/>
                <a:gd name="connsiteX66" fmla="*/ 530225 w 565150"/>
                <a:gd name="connsiteY66" fmla="*/ 1220787 h 1401762"/>
                <a:gd name="connsiteX67" fmla="*/ 531813 w 565150"/>
                <a:gd name="connsiteY67" fmla="*/ 1225550 h 1401762"/>
                <a:gd name="connsiteX68" fmla="*/ 538163 w 565150"/>
                <a:gd name="connsiteY68" fmla="*/ 1231900 h 1401762"/>
                <a:gd name="connsiteX69" fmla="*/ 541338 w 565150"/>
                <a:gd name="connsiteY69" fmla="*/ 1236662 h 1401762"/>
                <a:gd name="connsiteX70" fmla="*/ 546100 w 565150"/>
                <a:gd name="connsiteY70" fmla="*/ 1247775 h 1401762"/>
                <a:gd name="connsiteX71" fmla="*/ 555625 w 565150"/>
                <a:gd name="connsiteY71" fmla="*/ 1263650 h 1401762"/>
                <a:gd name="connsiteX72" fmla="*/ 560388 w 565150"/>
                <a:gd name="connsiteY72" fmla="*/ 1284287 h 1401762"/>
                <a:gd name="connsiteX73" fmla="*/ 565150 w 565150"/>
                <a:gd name="connsiteY73" fmla="*/ 1304925 h 1401762"/>
                <a:gd name="connsiteX74" fmla="*/ 561975 w 565150"/>
                <a:gd name="connsiteY74" fmla="*/ 1327150 h 1401762"/>
                <a:gd name="connsiteX75" fmla="*/ 560388 w 565150"/>
                <a:gd name="connsiteY75" fmla="*/ 1336675 h 1401762"/>
                <a:gd name="connsiteX76" fmla="*/ 557213 w 565150"/>
                <a:gd name="connsiteY76" fmla="*/ 1346200 h 1401762"/>
                <a:gd name="connsiteX77" fmla="*/ 544513 w 565150"/>
                <a:gd name="connsiteY77" fmla="*/ 1358900 h 1401762"/>
                <a:gd name="connsiteX78" fmla="*/ 539750 w 565150"/>
                <a:gd name="connsiteY78" fmla="*/ 1360487 h 1401762"/>
                <a:gd name="connsiteX79" fmla="*/ 534988 w 565150"/>
                <a:gd name="connsiteY79" fmla="*/ 1365250 h 1401762"/>
                <a:gd name="connsiteX80" fmla="*/ 528638 w 565150"/>
                <a:gd name="connsiteY80" fmla="*/ 1368425 h 1401762"/>
                <a:gd name="connsiteX81" fmla="*/ 520700 w 565150"/>
                <a:gd name="connsiteY81" fmla="*/ 1373187 h 1401762"/>
                <a:gd name="connsiteX82" fmla="*/ 514350 w 565150"/>
                <a:gd name="connsiteY82" fmla="*/ 1376362 h 1401762"/>
                <a:gd name="connsiteX83" fmla="*/ 508000 w 565150"/>
                <a:gd name="connsiteY83" fmla="*/ 1381125 h 1401762"/>
                <a:gd name="connsiteX84" fmla="*/ 479425 w 565150"/>
                <a:gd name="connsiteY84" fmla="*/ 1392237 h 1401762"/>
                <a:gd name="connsiteX85" fmla="*/ 469900 w 565150"/>
                <a:gd name="connsiteY85" fmla="*/ 1393825 h 1401762"/>
                <a:gd name="connsiteX86" fmla="*/ 436563 w 565150"/>
                <a:gd name="connsiteY86" fmla="*/ 1400175 h 1401762"/>
                <a:gd name="connsiteX87" fmla="*/ 415925 w 565150"/>
                <a:gd name="connsiteY87" fmla="*/ 1401762 h 1401762"/>
                <a:gd name="connsiteX88" fmla="*/ 304800 w 565150"/>
                <a:gd name="connsiteY88" fmla="*/ 1400175 h 1401762"/>
                <a:gd name="connsiteX89" fmla="*/ 292100 w 565150"/>
                <a:gd name="connsiteY89" fmla="*/ 1398587 h 1401762"/>
                <a:gd name="connsiteX90" fmla="*/ 212725 w 565150"/>
                <a:gd name="connsiteY90" fmla="*/ 1395412 h 1401762"/>
                <a:gd name="connsiteX91" fmla="*/ 204788 w 565150"/>
                <a:gd name="connsiteY91" fmla="*/ 1393825 h 1401762"/>
                <a:gd name="connsiteX92" fmla="*/ 195263 w 565150"/>
                <a:gd name="connsiteY92" fmla="*/ 1392237 h 1401762"/>
                <a:gd name="connsiteX93" fmla="*/ 187325 w 565150"/>
                <a:gd name="connsiteY93" fmla="*/ 1389062 h 1401762"/>
                <a:gd name="connsiteX94" fmla="*/ 169863 w 565150"/>
                <a:gd name="connsiteY94" fmla="*/ 1387475 h 1401762"/>
                <a:gd name="connsiteX95" fmla="*/ 153988 w 565150"/>
                <a:gd name="connsiteY95" fmla="*/ 1385887 h 1401762"/>
                <a:gd name="connsiteX96" fmla="*/ 123825 w 565150"/>
                <a:gd name="connsiteY96" fmla="*/ 1382712 h 1401762"/>
                <a:gd name="connsiteX97" fmla="*/ 115888 w 565150"/>
                <a:gd name="connsiteY97" fmla="*/ 1381125 h 1401762"/>
                <a:gd name="connsiteX98" fmla="*/ 98425 w 565150"/>
                <a:gd name="connsiteY98" fmla="*/ 1377950 h 1401762"/>
                <a:gd name="connsiteX99" fmla="*/ 93663 w 565150"/>
                <a:gd name="connsiteY99" fmla="*/ 1374775 h 1401762"/>
                <a:gd name="connsiteX100" fmla="*/ 82550 w 565150"/>
                <a:gd name="connsiteY100" fmla="*/ 1371600 h 1401762"/>
                <a:gd name="connsiteX101" fmla="*/ 71438 w 565150"/>
                <a:gd name="connsiteY101" fmla="*/ 1365250 h 1401762"/>
                <a:gd name="connsiteX102" fmla="*/ 52388 w 565150"/>
                <a:gd name="connsiteY102" fmla="*/ 1349375 h 1401762"/>
                <a:gd name="connsiteX103" fmla="*/ 49213 w 565150"/>
                <a:gd name="connsiteY103" fmla="*/ 1339850 h 1401762"/>
                <a:gd name="connsiteX104" fmla="*/ 42863 w 565150"/>
                <a:gd name="connsiteY104" fmla="*/ 1325562 h 1401762"/>
                <a:gd name="connsiteX105" fmla="*/ 41275 w 565150"/>
                <a:gd name="connsiteY105" fmla="*/ 1316037 h 1401762"/>
                <a:gd name="connsiteX106" fmla="*/ 34925 w 565150"/>
                <a:gd name="connsiteY106" fmla="*/ 1300162 h 1401762"/>
                <a:gd name="connsiteX107" fmla="*/ 30163 w 565150"/>
                <a:gd name="connsiteY107" fmla="*/ 1281112 h 1401762"/>
                <a:gd name="connsiteX108" fmla="*/ 26988 w 565150"/>
                <a:gd name="connsiteY108" fmla="*/ 1260475 h 1401762"/>
                <a:gd name="connsiteX109" fmla="*/ 22225 w 565150"/>
                <a:gd name="connsiteY109" fmla="*/ 1238250 h 1401762"/>
                <a:gd name="connsiteX110" fmla="*/ 20638 w 565150"/>
                <a:gd name="connsiteY110" fmla="*/ 1201737 h 1401762"/>
                <a:gd name="connsiteX111" fmla="*/ 17463 w 565150"/>
                <a:gd name="connsiteY111" fmla="*/ 1160462 h 1401762"/>
                <a:gd name="connsiteX112" fmla="*/ 17463 w 565150"/>
                <a:gd name="connsiteY112" fmla="*/ 1012825 h 1401762"/>
                <a:gd name="connsiteX113" fmla="*/ 14288 w 565150"/>
                <a:gd name="connsiteY113" fmla="*/ 962025 h 1401762"/>
                <a:gd name="connsiteX114" fmla="*/ 11113 w 565150"/>
                <a:gd name="connsiteY114" fmla="*/ 906462 h 1401762"/>
                <a:gd name="connsiteX115" fmla="*/ 7938 w 565150"/>
                <a:gd name="connsiteY115" fmla="*/ 854075 h 1401762"/>
                <a:gd name="connsiteX116" fmla="*/ 3175 w 565150"/>
                <a:gd name="connsiteY116" fmla="*/ 838200 h 1401762"/>
                <a:gd name="connsiteX117" fmla="*/ 1588 w 565150"/>
                <a:gd name="connsiteY117" fmla="*/ 828675 h 1401762"/>
                <a:gd name="connsiteX118" fmla="*/ 0 w 565150"/>
                <a:gd name="connsiteY118" fmla="*/ 822325 h 1401762"/>
                <a:gd name="connsiteX119" fmla="*/ 3175 w 565150"/>
                <a:gd name="connsiteY119" fmla="*/ 801687 h 1401762"/>
                <a:gd name="connsiteX120" fmla="*/ 4763 w 565150"/>
                <a:gd name="connsiteY120" fmla="*/ 796925 h 1401762"/>
                <a:gd name="connsiteX121" fmla="*/ 9525 w 565150"/>
                <a:gd name="connsiteY121" fmla="*/ 779462 h 1401762"/>
                <a:gd name="connsiteX122" fmla="*/ 11113 w 565150"/>
                <a:gd name="connsiteY122" fmla="*/ 765175 h 1401762"/>
                <a:gd name="connsiteX123" fmla="*/ 14288 w 565150"/>
                <a:gd name="connsiteY123" fmla="*/ 747712 h 1401762"/>
                <a:gd name="connsiteX124" fmla="*/ 15875 w 565150"/>
                <a:gd name="connsiteY124" fmla="*/ 741362 h 1401762"/>
                <a:gd name="connsiteX125" fmla="*/ 17463 w 565150"/>
                <a:gd name="connsiteY125" fmla="*/ 736600 h 1401762"/>
                <a:gd name="connsiteX126" fmla="*/ 19050 w 565150"/>
                <a:gd name="connsiteY126" fmla="*/ 728662 h 1401762"/>
                <a:gd name="connsiteX127" fmla="*/ 17463 w 565150"/>
                <a:gd name="connsiteY127" fmla="*/ 660400 h 1401762"/>
                <a:gd name="connsiteX128" fmla="*/ 15875 w 565150"/>
                <a:gd name="connsiteY128" fmla="*/ 644525 h 1401762"/>
                <a:gd name="connsiteX129" fmla="*/ 17463 w 565150"/>
                <a:gd name="connsiteY129" fmla="*/ 619125 h 1401762"/>
                <a:gd name="connsiteX130" fmla="*/ 19050 w 565150"/>
                <a:gd name="connsiteY130" fmla="*/ 547687 h 1401762"/>
                <a:gd name="connsiteX131" fmla="*/ 20638 w 565150"/>
                <a:gd name="connsiteY131" fmla="*/ 539750 h 1401762"/>
                <a:gd name="connsiteX132" fmla="*/ 22225 w 565150"/>
                <a:gd name="connsiteY132" fmla="*/ 527050 h 1401762"/>
                <a:gd name="connsiteX133" fmla="*/ 23813 w 565150"/>
                <a:gd name="connsiteY133" fmla="*/ 496887 h 1401762"/>
                <a:gd name="connsiteX134" fmla="*/ 25400 w 565150"/>
                <a:gd name="connsiteY134" fmla="*/ 492125 h 1401762"/>
                <a:gd name="connsiteX135" fmla="*/ 26988 w 565150"/>
                <a:gd name="connsiteY135" fmla="*/ 485775 h 1401762"/>
                <a:gd name="connsiteX136" fmla="*/ 31750 w 565150"/>
                <a:gd name="connsiteY136" fmla="*/ 471487 h 1401762"/>
                <a:gd name="connsiteX137" fmla="*/ 34925 w 565150"/>
                <a:gd name="connsiteY137" fmla="*/ 458787 h 1401762"/>
                <a:gd name="connsiteX138" fmla="*/ 36513 w 565150"/>
                <a:gd name="connsiteY138" fmla="*/ 452437 h 1401762"/>
                <a:gd name="connsiteX139" fmla="*/ 42863 w 565150"/>
                <a:gd name="connsiteY139" fmla="*/ 428625 h 1401762"/>
                <a:gd name="connsiteX140" fmla="*/ 44450 w 565150"/>
                <a:gd name="connsiteY140" fmla="*/ 414337 h 1401762"/>
                <a:gd name="connsiteX141" fmla="*/ 46038 w 565150"/>
                <a:gd name="connsiteY141" fmla="*/ 393700 h 1401762"/>
                <a:gd name="connsiteX142" fmla="*/ 50800 w 565150"/>
                <a:gd name="connsiteY142" fmla="*/ 376237 h 1401762"/>
                <a:gd name="connsiteX143" fmla="*/ 55563 w 565150"/>
                <a:gd name="connsiteY143" fmla="*/ 361950 h 1401762"/>
                <a:gd name="connsiteX144" fmla="*/ 63500 w 565150"/>
                <a:gd name="connsiteY144" fmla="*/ 334962 h 1401762"/>
                <a:gd name="connsiteX145" fmla="*/ 71438 w 565150"/>
                <a:gd name="connsiteY145" fmla="*/ 323850 h 1401762"/>
                <a:gd name="connsiteX146" fmla="*/ 80963 w 565150"/>
                <a:gd name="connsiteY146" fmla="*/ 306387 h 1401762"/>
                <a:gd name="connsiteX147" fmla="*/ 85725 w 565150"/>
                <a:gd name="connsiteY147" fmla="*/ 295275 h 1401762"/>
                <a:gd name="connsiteX148" fmla="*/ 92075 w 565150"/>
                <a:gd name="connsiteY148" fmla="*/ 287337 h 1401762"/>
                <a:gd name="connsiteX149" fmla="*/ 103188 w 565150"/>
                <a:gd name="connsiteY149" fmla="*/ 258762 h 1401762"/>
                <a:gd name="connsiteX150" fmla="*/ 111125 w 565150"/>
                <a:gd name="connsiteY150" fmla="*/ 241300 h 1401762"/>
                <a:gd name="connsiteX151" fmla="*/ 114300 w 565150"/>
                <a:gd name="connsiteY151" fmla="*/ 236537 h 1401762"/>
                <a:gd name="connsiteX152" fmla="*/ 115888 w 565150"/>
                <a:gd name="connsiteY152" fmla="*/ 231775 h 1401762"/>
                <a:gd name="connsiteX153" fmla="*/ 119063 w 565150"/>
                <a:gd name="connsiteY153" fmla="*/ 223837 h 1401762"/>
                <a:gd name="connsiteX154" fmla="*/ 127000 w 565150"/>
                <a:gd name="connsiteY154" fmla="*/ 209550 h 1401762"/>
                <a:gd name="connsiteX155" fmla="*/ 130175 w 565150"/>
                <a:gd name="connsiteY155" fmla="*/ 201612 h 1401762"/>
                <a:gd name="connsiteX156" fmla="*/ 131763 w 565150"/>
                <a:gd name="connsiteY156" fmla="*/ 196850 h 1401762"/>
                <a:gd name="connsiteX157" fmla="*/ 139700 w 565150"/>
                <a:gd name="connsiteY157" fmla="*/ 184150 h 1401762"/>
                <a:gd name="connsiteX158" fmla="*/ 142875 w 565150"/>
                <a:gd name="connsiteY158" fmla="*/ 179387 h 1401762"/>
                <a:gd name="connsiteX159" fmla="*/ 152400 w 565150"/>
                <a:gd name="connsiteY159" fmla="*/ 166687 h 1401762"/>
                <a:gd name="connsiteX160" fmla="*/ 158750 w 565150"/>
                <a:gd name="connsiteY160" fmla="*/ 149225 h 1401762"/>
                <a:gd name="connsiteX161" fmla="*/ 165100 w 565150"/>
                <a:gd name="connsiteY161" fmla="*/ 138112 h 1401762"/>
                <a:gd name="connsiteX162" fmla="*/ 174625 w 565150"/>
                <a:gd name="connsiteY162" fmla="*/ 123825 h 1401762"/>
                <a:gd name="connsiteX163" fmla="*/ 184150 w 565150"/>
                <a:gd name="connsiteY163" fmla="*/ 111125 h 1401762"/>
                <a:gd name="connsiteX164" fmla="*/ 192088 w 565150"/>
                <a:gd name="connsiteY164" fmla="*/ 98425 h 1401762"/>
                <a:gd name="connsiteX165" fmla="*/ 196850 w 565150"/>
                <a:gd name="connsiteY165" fmla="*/ 93662 h 1401762"/>
                <a:gd name="connsiteX166" fmla="*/ 203200 w 565150"/>
                <a:gd name="connsiteY166" fmla="*/ 84137 h 1401762"/>
                <a:gd name="connsiteX167" fmla="*/ 209550 w 565150"/>
                <a:gd name="connsiteY167" fmla="*/ 77787 h 1401762"/>
                <a:gd name="connsiteX168" fmla="*/ 215900 w 565150"/>
                <a:gd name="connsiteY168" fmla="*/ 68262 h 1401762"/>
                <a:gd name="connsiteX169" fmla="*/ 222250 w 565150"/>
                <a:gd name="connsiteY169" fmla="*/ 61912 h 1401762"/>
                <a:gd name="connsiteX170" fmla="*/ 228600 w 565150"/>
                <a:gd name="connsiteY170" fmla="*/ 49212 h 1401762"/>
                <a:gd name="connsiteX171" fmla="*/ 244475 w 565150"/>
                <a:gd name="connsiteY171" fmla="*/ 33337 h 1401762"/>
                <a:gd name="connsiteX172" fmla="*/ 247650 w 565150"/>
                <a:gd name="connsiteY172" fmla="*/ 28575 h 1401762"/>
                <a:gd name="connsiteX173" fmla="*/ 260350 w 565150"/>
                <a:gd name="connsiteY173" fmla="*/ 23812 h 1401762"/>
                <a:gd name="connsiteX174" fmla="*/ 277813 w 565150"/>
                <a:gd name="connsiteY174" fmla="*/ 19050 h 1401762"/>
                <a:gd name="connsiteX175" fmla="*/ 295275 w 565150"/>
                <a:gd name="connsiteY175" fmla="*/ 11112 h 1401762"/>
                <a:gd name="connsiteX176" fmla="*/ 306388 w 565150"/>
                <a:gd name="connsiteY176" fmla="*/ 7937 h 1401762"/>
                <a:gd name="connsiteX177" fmla="*/ 339725 w 565150"/>
                <a:gd name="connsiteY177" fmla="*/ 3175 h 1401762"/>
                <a:gd name="connsiteX178" fmla="*/ 377825 w 565150"/>
                <a:gd name="connsiteY178" fmla="*/ 4762 h 1401762"/>
                <a:gd name="connsiteX179" fmla="*/ 381000 w 565150"/>
                <a:gd name="connsiteY179" fmla="*/ 11112 h 1401762"/>
                <a:gd name="connsiteX180" fmla="*/ 381000 w 565150"/>
                <a:gd name="connsiteY180" fmla="*/ 0 h 1401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565150" h="1401762">
                  <a:moveTo>
                    <a:pt x="381000" y="0"/>
                  </a:moveTo>
                  <a:lnTo>
                    <a:pt x="381000" y="0"/>
                  </a:lnTo>
                  <a:cubicBezTo>
                    <a:pt x="392113" y="23283"/>
                    <a:pt x="404536" y="45985"/>
                    <a:pt x="414338" y="69850"/>
                  </a:cubicBezTo>
                  <a:cubicBezTo>
                    <a:pt x="416784" y="75805"/>
                    <a:pt x="416455" y="82550"/>
                    <a:pt x="417513" y="88900"/>
                  </a:cubicBezTo>
                  <a:cubicBezTo>
                    <a:pt x="422201" y="117033"/>
                    <a:pt x="416241" y="81902"/>
                    <a:pt x="420688" y="106362"/>
                  </a:cubicBezTo>
                  <a:cubicBezTo>
                    <a:pt x="421264" y="109529"/>
                    <a:pt x="421699" y="112720"/>
                    <a:pt x="422275" y="115887"/>
                  </a:cubicBezTo>
                  <a:cubicBezTo>
                    <a:pt x="422758" y="118542"/>
                    <a:pt x="423453" y="121158"/>
                    <a:pt x="423863" y="123825"/>
                  </a:cubicBezTo>
                  <a:cubicBezTo>
                    <a:pt x="426836" y="143151"/>
                    <a:pt x="423844" y="130105"/>
                    <a:pt x="427038" y="142875"/>
                  </a:cubicBezTo>
                  <a:cubicBezTo>
                    <a:pt x="426988" y="143748"/>
                    <a:pt x="425814" y="191858"/>
                    <a:pt x="422275" y="209550"/>
                  </a:cubicBezTo>
                  <a:cubicBezTo>
                    <a:pt x="420281" y="219518"/>
                    <a:pt x="418951" y="222696"/>
                    <a:pt x="415925" y="231775"/>
                  </a:cubicBezTo>
                  <a:cubicBezTo>
                    <a:pt x="412610" y="254989"/>
                    <a:pt x="417329" y="232217"/>
                    <a:pt x="409575" y="250825"/>
                  </a:cubicBezTo>
                  <a:cubicBezTo>
                    <a:pt x="402705" y="267311"/>
                    <a:pt x="409381" y="256233"/>
                    <a:pt x="404813" y="271462"/>
                  </a:cubicBezTo>
                  <a:cubicBezTo>
                    <a:pt x="404133" y="273729"/>
                    <a:pt x="402696" y="275695"/>
                    <a:pt x="401638" y="277812"/>
                  </a:cubicBezTo>
                  <a:cubicBezTo>
                    <a:pt x="398373" y="294131"/>
                    <a:pt x="401281" y="278025"/>
                    <a:pt x="398463" y="304800"/>
                  </a:cubicBezTo>
                  <a:cubicBezTo>
                    <a:pt x="398071" y="308521"/>
                    <a:pt x="397370" y="312203"/>
                    <a:pt x="396875" y="315912"/>
                  </a:cubicBezTo>
                  <a:cubicBezTo>
                    <a:pt x="396311" y="320141"/>
                    <a:pt x="395742" y="324370"/>
                    <a:pt x="395288" y="328612"/>
                  </a:cubicBezTo>
                  <a:cubicBezTo>
                    <a:pt x="392348" y="356059"/>
                    <a:pt x="393168" y="353237"/>
                    <a:pt x="390525" y="373062"/>
                  </a:cubicBezTo>
                  <a:cubicBezTo>
                    <a:pt x="390030" y="376771"/>
                    <a:pt x="389672" y="380506"/>
                    <a:pt x="388938" y="384175"/>
                  </a:cubicBezTo>
                  <a:cubicBezTo>
                    <a:pt x="388082" y="388454"/>
                    <a:pt x="386821" y="392642"/>
                    <a:pt x="385763" y="396875"/>
                  </a:cubicBezTo>
                  <a:cubicBezTo>
                    <a:pt x="385234" y="402696"/>
                    <a:pt x="384871" y="408534"/>
                    <a:pt x="384175" y="414337"/>
                  </a:cubicBezTo>
                  <a:cubicBezTo>
                    <a:pt x="380056" y="448654"/>
                    <a:pt x="381769" y="424184"/>
                    <a:pt x="379413" y="454025"/>
                  </a:cubicBezTo>
                  <a:cubicBezTo>
                    <a:pt x="378286" y="468307"/>
                    <a:pt x="376238" y="496887"/>
                    <a:pt x="376238" y="496887"/>
                  </a:cubicBezTo>
                  <a:cubicBezTo>
                    <a:pt x="376767" y="514879"/>
                    <a:pt x="376543" y="532908"/>
                    <a:pt x="377825" y="550862"/>
                  </a:cubicBezTo>
                  <a:cubicBezTo>
                    <a:pt x="378003" y="553349"/>
                    <a:pt x="381705" y="565494"/>
                    <a:pt x="382588" y="569912"/>
                  </a:cubicBezTo>
                  <a:cubicBezTo>
                    <a:pt x="383496" y="574455"/>
                    <a:pt x="384415" y="579707"/>
                    <a:pt x="385763" y="584200"/>
                  </a:cubicBezTo>
                  <a:cubicBezTo>
                    <a:pt x="386725" y="587406"/>
                    <a:pt x="387880" y="590550"/>
                    <a:pt x="388938" y="593725"/>
                  </a:cubicBezTo>
                  <a:cubicBezTo>
                    <a:pt x="389467" y="595312"/>
                    <a:pt x="390119" y="596864"/>
                    <a:pt x="390525" y="598487"/>
                  </a:cubicBezTo>
                  <a:cubicBezTo>
                    <a:pt x="391054" y="600604"/>
                    <a:pt x="391274" y="602823"/>
                    <a:pt x="392113" y="604837"/>
                  </a:cubicBezTo>
                  <a:cubicBezTo>
                    <a:pt x="393933" y="609206"/>
                    <a:pt x="396967" y="613047"/>
                    <a:pt x="398463" y="617537"/>
                  </a:cubicBezTo>
                  <a:cubicBezTo>
                    <a:pt x="398992" y="619125"/>
                    <a:pt x="399302" y="620803"/>
                    <a:pt x="400050" y="622300"/>
                  </a:cubicBezTo>
                  <a:cubicBezTo>
                    <a:pt x="400903" y="624006"/>
                    <a:pt x="402278" y="625406"/>
                    <a:pt x="403225" y="627062"/>
                  </a:cubicBezTo>
                  <a:cubicBezTo>
                    <a:pt x="404399" y="629117"/>
                    <a:pt x="405226" y="631357"/>
                    <a:pt x="406400" y="633412"/>
                  </a:cubicBezTo>
                  <a:cubicBezTo>
                    <a:pt x="407347" y="635069"/>
                    <a:pt x="408722" y="636468"/>
                    <a:pt x="409575" y="638175"/>
                  </a:cubicBezTo>
                  <a:cubicBezTo>
                    <a:pt x="410323" y="639672"/>
                    <a:pt x="410504" y="641399"/>
                    <a:pt x="411163" y="642937"/>
                  </a:cubicBezTo>
                  <a:cubicBezTo>
                    <a:pt x="414069" y="649717"/>
                    <a:pt x="414541" y="649558"/>
                    <a:pt x="419100" y="655637"/>
                  </a:cubicBezTo>
                  <a:cubicBezTo>
                    <a:pt x="419629" y="658283"/>
                    <a:pt x="419978" y="660972"/>
                    <a:pt x="420688" y="663575"/>
                  </a:cubicBezTo>
                  <a:cubicBezTo>
                    <a:pt x="421569" y="666804"/>
                    <a:pt x="422805" y="669925"/>
                    <a:pt x="423863" y="673100"/>
                  </a:cubicBezTo>
                  <a:cubicBezTo>
                    <a:pt x="424392" y="674687"/>
                    <a:pt x="425122" y="676221"/>
                    <a:pt x="425450" y="677862"/>
                  </a:cubicBezTo>
                  <a:lnTo>
                    <a:pt x="428625" y="693737"/>
                  </a:lnTo>
                  <a:cubicBezTo>
                    <a:pt x="429154" y="702204"/>
                    <a:pt x="430213" y="710654"/>
                    <a:pt x="430213" y="719137"/>
                  </a:cubicBezTo>
                  <a:cubicBezTo>
                    <a:pt x="430213" y="759082"/>
                    <a:pt x="430004" y="757524"/>
                    <a:pt x="427038" y="784225"/>
                  </a:cubicBezTo>
                  <a:cubicBezTo>
                    <a:pt x="426509" y="796925"/>
                    <a:pt x="426136" y="809633"/>
                    <a:pt x="425450" y="822325"/>
                  </a:cubicBezTo>
                  <a:cubicBezTo>
                    <a:pt x="424906" y="832396"/>
                    <a:pt x="423225" y="849980"/>
                    <a:pt x="422275" y="860425"/>
                  </a:cubicBezTo>
                  <a:cubicBezTo>
                    <a:pt x="422804" y="875771"/>
                    <a:pt x="421877" y="891236"/>
                    <a:pt x="423863" y="906462"/>
                  </a:cubicBezTo>
                  <a:cubicBezTo>
                    <a:pt x="425076" y="915760"/>
                    <a:pt x="429961" y="924255"/>
                    <a:pt x="431800" y="933450"/>
                  </a:cubicBezTo>
                  <a:cubicBezTo>
                    <a:pt x="432858" y="938742"/>
                    <a:pt x="434088" y="944002"/>
                    <a:pt x="434975" y="949325"/>
                  </a:cubicBezTo>
                  <a:cubicBezTo>
                    <a:pt x="435504" y="952500"/>
                    <a:pt x="435932" y="955694"/>
                    <a:pt x="436563" y="958850"/>
                  </a:cubicBezTo>
                  <a:cubicBezTo>
                    <a:pt x="436991" y="960989"/>
                    <a:pt x="437722" y="963061"/>
                    <a:pt x="438150" y="965200"/>
                  </a:cubicBezTo>
                  <a:cubicBezTo>
                    <a:pt x="438781" y="968356"/>
                    <a:pt x="439107" y="971569"/>
                    <a:pt x="439738" y="974725"/>
                  </a:cubicBezTo>
                  <a:cubicBezTo>
                    <a:pt x="440166" y="976864"/>
                    <a:pt x="440966" y="978923"/>
                    <a:pt x="441325" y="981075"/>
                  </a:cubicBezTo>
                  <a:cubicBezTo>
                    <a:pt x="444252" y="998637"/>
                    <a:pt x="441230" y="990215"/>
                    <a:pt x="446088" y="1009650"/>
                  </a:cubicBezTo>
                  <a:cubicBezTo>
                    <a:pt x="456080" y="1049620"/>
                    <a:pt x="446271" y="1002981"/>
                    <a:pt x="454025" y="1039812"/>
                  </a:cubicBezTo>
                  <a:cubicBezTo>
                    <a:pt x="455137" y="1045093"/>
                    <a:pt x="455964" y="1050434"/>
                    <a:pt x="457200" y="1055687"/>
                  </a:cubicBezTo>
                  <a:cubicBezTo>
                    <a:pt x="458082" y="1059437"/>
                    <a:pt x="459568" y="1063033"/>
                    <a:pt x="460375" y="1066800"/>
                  </a:cubicBezTo>
                  <a:cubicBezTo>
                    <a:pt x="461159" y="1070459"/>
                    <a:pt x="461294" y="1074231"/>
                    <a:pt x="461963" y="1077912"/>
                  </a:cubicBezTo>
                  <a:cubicBezTo>
                    <a:pt x="463523" y="1086493"/>
                    <a:pt x="463192" y="1081726"/>
                    <a:pt x="465138" y="1089025"/>
                  </a:cubicBezTo>
                  <a:cubicBezTo>
                    <a:pt x="475176" y="1126667"/>
                    <a:pt x="465473" y="1095107"/>
                    <a:pt x="473075" y="1116012"/>
                  </a:cubicBezTo>
                  <a:cubicBezTo>
                    <a:pt x="474219" y="1119157"/>
                    <a:pt x="475124" y="1122385"/>
                    <a:pt x="476250" y="1125537"/>
                  </a:cubicBezTo>
                  <a:cubicBezTo>
                    <a:pt x="477771" y="1129795"/>
                    <a:pt x="479583" y="1133948"/>
                    <a:pt x="481013" y="1138237"/>
                  </a:cubicBezTo>
                  <a:cubicBezTo>
                    <a:pt x="481703" y="1140307"/>
                    <a:pt x="481624" y="1142636"/>
                    <a:pt x="482600" y="1144587"/>
                  </a:cubicBezTo>
                  <a:cubicBezTo>
                    <a:pt x="483783" y="1146954"/>
                    <a:pt x="486030" y="1148652"/>
                    <a:pt x="487363" y="1150937"/>
                  </a:cubicBezTo>
                  <a:lnTo>
                    <a:pt x="496888" y="1169987"/>
                  </a:lnTo>
                  <a:cubicBezTo>
                    <a:pt x="497946" y="1172104"/>
                    <a:pt x="498643" y="1174444"/>
                    <a:pt x="500063" y="1176337"/>
                  </a:cubicBezTo>
                  <a:lnTo>
                    <a:pt x="504825" y="1182687"/>
                  </a:lnTo>
                  <a:cubicBezTo>
                    <a:pt x="508108" y="1192535"/>
                    <a:pt x="503908" y="1182302"/>
                    <a:pt x="511175" y="1192212"/>
                  </a:cubicBezTo>
                  <a:cubicBezTo>
                    <a:pt x="511209" y="1192259"/>
                    <a:pt x="523073" y="1210060"/>
                    <a:pt x="527050" y="1216025"/>
                  </a:cubicBezTo>
                  <a:cubicBezTo>
                    <a:pt x="528108" y="1217612"/>
                    <a:pt x="529622" y="1218977"/>
                    <a:pt x="530225" y="1220787"/>
                  </a:cubicBezTo>
                  <a:cubicBezTo>
                    <a:pt x="530754" y="1222375"/>
                    <a:pt x="530840" y="1224188"/>
                    <a:pt x="531813" y="1225550"/>
                  </a:cubicBezTo>
                  <a:cubicBezTo>
                    <a:pt x="533553" y="1227986"/>
                    <a:pt x="536215" y="1229627"/>
                    <a:pt x="538163" y="1231900"/>
                  </a:cubicBezTo>
                  <a:cubicBezTo>
                    <a:pt x="539405" y="1233348"/>
                    <a:pt x="540280" y="1235075"/>
                    <a:pt x="541338" y="1236662"/>
                  </a:cubicBezTo>
                  <a:cubicBezTo>
                    <a:pt x="542980" y="1241590"/>
                    <a:pt x="543157" y="1242869"/>
                    <a:pt x="546100" y="1247775"/>
                  </a:cubicBezTo>
                  <a:cubicBezTo>
                    <a:pt x="551746" y="1257185"/>
                    <a:pt x="551994" y="1255180"/>
                    <a:pt x="555625" y="1263650"/>
                  </a:cubicBezTo>
                  <a:cubicBezTo>
                    <a:pt x="558185" y="1269623"/>
                    <a:pt x="559255" y="1279375"/>
                    <a:pt x="560388" y="1284287"/>
                  </a:cubicBezTo>
                  <a:lnTo>
                    <a:pt x="565150" y="1304925"/>
                  </a:lnTo>
                  <a:cubicBezTo>
                    <a:pt x="564092" y="1312333"/>
                    <a:pt x="563085" y="1319749"/>
                    <a:pt x="561975" y="1327150"/>
                  </a:cubicBezTo>
                  <a:cubicBezTo>
                    <a:pt x="561498" y="1330333"/>
                    <a:pt x="561169" y="1333552"/>
                    <a:pt x="560388" y="1336675"/>
                  </a:cubicBezTo>
                  <a:cubicBezTo>
                    <a:pt x="559576" y="1339922"/>
                    <a:pt x="559158" y="1343477"/>
                    <a:pt x="557213" y="1346200"/>
                  </a:cubicBezTo>
                  <a:cubicBezTo>
                    <a:pt x="553733" y="1351072"/>
                    <a:pt x="550193" y="1357008"/>
                    <a:pt x="544513" y="1358900"/>
                  </a:cubicBezTo>
                  <a:lnTo>
                    <a:pt x="539750" y="1360487"/>
                  </a:lnTo>
                  <a:cubicBezTo>
                    <a:pt x="538163" y="1362075"/>
                    <a:pt x="536815" y="1363945"/>
                    <a:pt x="534988" y="1365250"/>
                  </a:cubicBezTo>
                  <a:cubicBezTo>
                    <a:pt x="533062" y="1366626"/>
                    <a:pt x="530707" y="1367276"/>
                    <a:pt x="528638" y="1368425"/>
                  </a:cubicBezTo>
                  <a:cubicBezTo>
                    <a:pt x="525941" y="1369923"/>
                    <a:pt x="523397" y="1371689"/>
                    <a:pt x="520700" y="1373187"/>
                  </a:cubicBezTo>
                  <a:cubicBezTo>
                    <a:pt x="518631" y="1374336"/>
                    <a:pt x="516357" y="1375108"/>
                    <a:pt x="514350" y="1376362"/>
                  </a:cubicBezTo>
                  <a:cubicBezTo>
                    <a:pt x="512106" y="1377764"/>
                    <a:pt x="510367" y="1379942"/>
                    <a:pt x="508000" y="1381125"/>
                  </a:cubicBezTo>
                  <a:cubicBezTo>
                    <a:pt x="504239" y="1383006"/>
                    <a:pt x="486535" y="1390459"/>
                    <a:pt x="479425" y="1392237"/>
                  </a:cubicBezTo>
                  <a:cubicBezTo>
                    <a:pt x="476302" y="1393018"/>
                    <a:pt x="473056" y="1393194"/>
                    <a:pt x="469900" y="1393825"/>
                  </a:cubicBezTo>
                  <a:cubicBezTo>
                    <a:pt x="454168" y="1396972"/>
                    <a:pt x="454039" y="1398078"/>
                    <a:pt x="436563" y="1400175"/>
                  </a:cubicBezTo>
                  <a:cubicBezTo>
                    <a:pt x="429712" y="1400997"/>
                    <a:pt x="422804" y="1401233"/>
                    <a:pt x="415925" y="1401762"/>
                  </a:cubicBezTo>
                  <a:lnTo>
                    <a:pt x="304800" y="1400175"/>
                  </a:lnTo>
                  <a:cubicBezTo>
                    <a:pt x="300535" y="1400066"/>
                    <a:pt x="296361" y="1398807"/>
                    <a:pt x="292100" y="1398587"/>
                  </a:cubicBezTo>
                  <a:cubicBezTo>
                    <a:pt x="265656" y="1397219"/>
                    <a:pt x="212725" y="1395412"/>
                    <a:pt x="212725" y="1395412"/>
                  </a:cubicBezTo>
                  <a:lnTo>
                    <a:pt x="204788" y="1393825"/>
                  </a:lnTo>
                  <a:cubicBezTo>
                    <a:pt x="201621" y="1393249"/>
                    <a:pt x="198368" y="1393084"/>
                    <a:pt x="195263" y="1392237"/>
                  </a:cubicBezTo>
                  <a:cubicBezTo>
                    <a:pt x="192514" y="1391487"/>
                    <a:pt x="190126" y="1389587"/>
                    <a:pt x="187325" y="1389062"/>
                  </a:cubicBezTo>
                  <a:cubicBezTo>
                    <a:pt x="181580" y="1387985"/>
                    <a:pt x="175681" y="1388029"/>
                    <a:pt x="169863" y="1387475"/>
                  </a:cubicBezTo>
                  <a:lnTo>
                    <a:pt x="153988" y="1385887"/>
                  </a:lnTo>
                  <a:cubicBezTo>
                    <a:pt x="140442" y="1381374"/>
                    <a:pt x="154618" y="1385645"/>
                    <a:pt x="123825" y="1382712"/>
                  </a:cubicBezTo>
                  <a:cubicBezTo>
                    <a:pt x="121139" y="1382456"/>
                    <a:pt x="118543" y="1381608"/>
                    <a:pt x="115888" y="1381125"/>
                  </a:cubicBezTo>
                  <a:cubicBezTo>
                    <a:pt x="93532" y="1377060"/>
                    <a:pt x="118044" y="1381872"/>
                    <a:pt x="98425" y="1377950"/>
                  </a:cubicBezTo>
                  <a:cubicBezTo>
                    <a:pt x="96838" y="1376892"/>
                    <a:pt x="95369" y="1375628"/>
                    <a:pt x="93663" y="1374775"/>
                  </a:cubicBezTo>
                  <a:cubicBezTo>
                    <a:pt x="91383" y="1373635"/>
                    <a:pt x="84589" y="1372110"/>
                    <a:pt x="82550" y="1371600"/>
                  </a:cubicBezTo>
                  <a:cubicBezTo>
                    <a:pt x="78846" y="1369483"/>
                    <a:pt x="74953" y="1367667"/>
                    <a:pt x="71438" y="1365250"/>
                  </a:cubicBezTo>
                  <a:cubicBezTo>
                    <a:pt x="60017" y="1357398"/>
                    <a:pt x="59690" y="1356677"/>
                    <a:pt x="52388" y="1349375"/>
                  </a:cubicBezTo>
                  <a:cubicBezTo>
                    <a:pt x="51330" y="1346200"/>
                    <a:pt x="50710" y="1342843"/>
                    <a:pt x="49213" y="1339850"/>
                  </a:cubicBezTo>
                  <a:cubicBezTo>
                    <a:pt x="44764" y="1330951"/>
                    <a:pt x="46917" y="1335697"/>
                    <a:pt x="42863" y="1325562"/>
                  </a:cubicBezTo>
                  <a:cubicBezTo>
                    <a:pt x="42334" y="1322387"/>
                    <a:pt x="42235" y="1319109"/>
                    <a:pt x="41275" y="1316037"/>
                  </a:cubicBezTo>
                  <a:cubicBezTo>
                    <a:pt x="39575" y="1310597"/>
                    <a:pt x="34925" y="1300162"/>
                    <a:pt x="34925" y="1300162"/>
                  </a:cubicBezTo>
                  <a:cubicBezTo>
                    <a:pt x="30775" y="1275253"/>
                    <a:pt x="36449" y="1306253"/>
                    <a:pt x="30163" y="1281112"/>
                  </a:cubicBezTo>
                  <a:cubicBezTo>
                    <a:pt x="28846" y="1275845"/>
                    <a:pt x="28000" y="1265534"/>
                    <a:pt x="26988" y="1260475"/>
                  </a:cubicBezTo>
                  <a:cubicBezTo>
                    <a:pt x="19066" y="1220861"/>
                    <a:pt x="27456" y="1269629"/>
                    <a:pt x="22225" y="1238250"/>
                  </a:cubicBezTo>
                  <a:cubicBezTo>
                    <a:pt x="21696" y="1226079"/>
                    <a:pt x="21296" y="1213902"/>
                    <a:pt x="20638" y="1201737"/>
                  </a:cubicBezTo>
                  <a:cubicBezTo>
                    <a:pt x="20012" y="1190154"/>
                    <a:pt x="18452" y="1172331"/>
                    <a:pt x="17463" y="1160462"/>
                  </a:cubicBezTo>
                  <a:cubicBezTo>
                    <a:pt x="20146" y="1087990"/>
                    <a:pt x="19745" y="1118960"/>
                    <a:pt x="17463" y="1012825"/>
                  </a:cubicBezTo>
                  <a:cubicBezTo>
                    <a:pt x="16569" y="971234"/>
                    <a:pt x="18529" y="983233"/>
                    <a:pt x="14288" y="962025"/>
                  </a:cubicBezTo>
                  <a:cubicBezTo>
                    <a:pt x="13230" y="943504"/>
                    <a:pt x="12202" y="924981"/>
                    <a:pt x="11113" y="906462"/>
                  </a:cubicBezTo>
                  <a:cubicBezTo>
                    <a:pt x="10086" y="888998"/>
                    <a:pt x="12965" y="870831"/>
                    <a:pt x="7938" y="854075"/>
                  </a:cubicBezTo>
                  <a:cubicBezTo>
                    <a:pt x="6350" y="848783"/>
                    <a:pt x="4515" y="843560"/>
                    <a:pt x="3175" y="838200"/>
                  </a:cubicBezTo>
                  <a:cubicBezTo>
                    <a:pt x="2394" y="835077"/>
                    <a:pt x="2219" y="831831"/>
                    <a:pt x="1588" y="828675"/>
                  </a:cubicBezTo>
                  <a:cubicBezTo>
                    <a:pt x="1160" y="826536"/>
                    <a:pt x="529" y="824442"/>
                    <a:pt x="0" y="822325"/>
                  </a:cubicBezTo>
                  <a:cubicBezTo>
                    <a:pt x="1058" y="815446"/>
                    <a:pt x="1892" y="808528"/>
                    <a:pt x="3175" y="801687"/>
                  </a:cubicBezTo>
                  <a:cubicBezTo>
                    <a:pt x="3483" y="800042"/>
                    <a:pt x="4323" y="798539"/>
                    <a:pt x="4763" y="796925"/>
                  </a:cubicBezTo>
                  <a:cubicBezTo>
                    <a:pt x="10142" y="777206"/>
                    <a:pt x="5869" y="790434"/>
                    <a:pt x="9525" y="779462"/>
                  </a:cubicBezTo>
                  <a:cubicBezTo>
                    <a:pt x="10054" y="774700"/>
                    <a:pt x="10480" y="769925"/>
                    <a:pt x="11113" y="765175"/>
                  </a:cubicBezTo>
                  <a:cubicBezTo>
                    <a:pt x="11689" y="760851"/>
                    <a:pt x="13288" y="752214"/>
                    <a:pt x="14288" y="747712"/>
                  </a:cubicBezTo>
                  <a:cubicBezTo>
                    <a:pt x="14761" y="745582"/>
                    <a:pt x="15276" y="743460"/>
                    <a:pt x="15875" y="741362"/>
                  </a:cubicBezTo>
                  <a:cubicBezTo>
                    <a:pt x="16335" y="739753"/>
                    <a:pt x="17057" y="738223"/>
                    <a:pt x="17463" y="736600"/>
                  </a:cubicBezTo>
                  <a:cubicBezTo>
                    <a:pt x="18117" y="733982"/>
                    <a:pt x="18521" y="731308"/>
                    <a:pt x="19050" y="728662"/>
                  </a:cubicBezTo>
                  <a:cubicBezTo>
                    <a:pt x="18521" y="705908"/>
                    <a:pt x="18321" y="683144"/>
                    <a:pt x="17463" y="660400"/>
                  </a:cubicBezTo>
                  <a:cubicBezTo>
                    <a:pt x="17262" y="655086"/>
                    <a:pt x="15875" y="649843"/>
                    <a:pt x="15875" y="644525"/>
                  </a:cubicBezTo>
                  <a:cubicBezTo>
                    <a:pt x="15875" y="636042"/>
                    <a:pt x="16934" y="627592"/>
                    <a:pt x="17463" y="619125"/>
                  </a:cubicBezTo>
                  <a:cubicBezTo>
                    <a:pt x="17992" y="595312"/>
                    <a:pt x="18098" y="571487"/>
                    <a:pt x="19050" y="547687"/>
                  </a:cubicBezTo>
                  <a:cubicBezTo>
                    <a:pt x="19158" y="544991"/>
                    <a:pt x="20228" y="542417"/>
                    <a:pt x="20638" y="539750"/>
                  </a:cubicBezTo>
                  <a:cubicBezTo>
                    <a:pt x="21287" y="535533"/>
                    <a:pt x="21696" y="531283"/>
                    <a:pt x="22225" y="527050"/>
                  </a:cubicBezTo>
                  <a:cubicBezTo>
                    <a:pt x="22754" y="516996"/>
                    <a:pt x="22901" y="506914"/>
                    <a:pt x="23813" y="496887"/>
                  </a:cubicBezTo>
                  <a:cubicBezTo>
                    <a:pt x="23964" y="495221"/>
                    <a:pt x="24940" y="493734"/>
                    <a:pt x="25400" y="492125"/>
                  </a:cubicBezTo>
                  <a:cubicBezTo>
                    <a:pt x="25999" y="490027"/>
                    <a:pt x="26346" y="487860"/>
                    <a:pt x="26988" y="485775"/>
                  </a:cubicBezTo>
                  <a:cubicBezTo>
                    <a:pt x="28464" y="480977"/>
                    <a:pt x="30532" y="476357"/>
                    <a:pt x="31750" y="471487"/>
                  </a:cubicBezTo>
                  <a:lnTo>
                    <a:pt x="34925" y="458787"/>
                  </a:lnTo>
                  <a:cubicBezTo>
                    <a:pt x="35454" y="456670"/>
                    <a:pt x="35914" y="454535"/>
                    <a:pt x="36513" y="452437"/>
                  </a:cubicBezTo>
                  <a:cubicBezTo>
                    <a:pt x="40887" y="437129"/>
                    <a:pt x="38754" y="445062"/>
                    <a:pt x="42863" y="428625"/>
                  </a:cubicBezTo>
                  <a:cubicBezTo>
                    <a:pt x="43392" y="423862"/>
                    <a:pt x="44016" y="419109"/>
                    <a:pt x="44450" y="414337"/>
                  </a:cubicBezTo>
                  <a:cubicBezTo>
                    <a:pt x="45075" y="407466"/>
                    <a:pt x="45276" y="400557"/>
                    <a:pt x="46038" y="393700"/>
                  </a:cubicBezTo>
                  <a:cubicBezTo>
                    <a:pt x="47137" y="383813"/>
                    <a:pt x="48191" y="386668"/>
                    <a:pt x="50800" y="376237"/>
                  </a:cubicBezTo>
                  <a:cubicBezTo>
                    <a:pt x="53079" y="367123"/>
                    <a:pt x="51578" y="371913"/>
                    <a:pt x="55563" y="361950"/>
                  </a:cubicBezTo>
                  <a:cubicBezTo>
                    <a:pt x="57872" y="350405"/>
                    <a:pt x="57849" y="344850"/>
                    <a:pt x="63500" y="334962"/>
                  </a:cubicBezTo>
                  <a:cubicBezTo>
                    <a:pt x="65758" y="331010"/>
                    <a:pt x="69064" y="327734"/>
                    <a:pt x="71438" y="323850"/>
                  </a:cubicBezTo>
                  <a:cubicBezTo>
                    <a:pt x="74896" y="318192"/>
                    <a:pt x="77998" y="312318"/>
                    <a:pt x="80963" y="306387"/>
                  </a:cubicBezTo>
                  <a:cubicBezTo>
                    <a:pt x="82765" y="302783"/>
                    <a:pt x="83695" y="298756"/>
                    <a:pt x="85725" y="295275"/>
                  </a:cubicBezTo>
                  <a:cubicBezTo>
                    <a:pt x="87432" y="292348"/>
                    <a:pt x="90299" y="290223"/>
                    <a:pt x="92075" y="287337"/>
                  </a:cubicBezTo>
                  <a:cubicBezTo>
                    <a:pt x="100328" y="273926"/>
                    <a:pt x="97728" y="274233"/>
                    <a:pt x="103188" y="258762"/>
                  </a:cubicBezTo>
                  <a:cubicBezTo>
                    <a:pt x="104299" y="255613"/>
                    <a:pt x="108839" y="245300"/>
                    <a:pt x="111125" y="241300"/>
                  </a:cubicBezTo>
                  <a:cubicBezTo>
                    <a:pt x="112072" y="239643"/>
                    <a:pt x="113447" y="238244"/>
                    <a:pt x="114300" y="236537"/>
                  </a:cubicBezTo>
                  <a:cubicBezTo>
                    <a:pt x="115048" y="235040"/>
                    <a:pt x="115300" y="233342"/>
                    <a:pt x="115888" y="231775"/>
                  </a:cubicBezTo>
                  <a:cubicBezTo>
                    <a:pt x="116889" y="229107"/>
                    <a:pt x="117789" y="226386"/>
                    <a:pt x="119063" y="223837"/>
                  </a:cubicBezTo>
                  <a:cubicBezTo>
                    <a:pt x="127077" y="207808"/>
                    <a:pt x="120885" y="223309"/>
                    <a:pt x="127000" y="209550"/>
                  </a:cubicBezTo>
                  <a:cubicBezTo>
                    <a:pt x="128157" y="206946"/>
                    <a:pt x="129174" y="204280"/>
                    <a:pt x="130175" y="201612"/>
                  </a:cubicBezTo>
                  <a:cubicBezTo>
                    <a:pt x="130763" y="200045"/>
                    <a:pt x="131104" y="198388"/>
                    <a:pt x="131763" y="196850"/>
                  </a:cubicBezTo>
                  <a:cubicBezTo>
                    <a:pt x="134961" y="189390"/>
                    <a:pt x="134816" y="190989"/>
                    <a:pt x="139700" y="184150"/>
                  </a:cubicBezTo>
                  <a:cubicBezTo>
                    <a:pt x="140809" y="182597"/>
                    <a:pt x="141730" y="180913"/>
                    <a:pt x="142875" y="179387"/>
                  </a:cubicBezTo>
                  <a:cubicBezTo>
                    <a:pt x="143761" y="178205"/>
                    <a:pt x="151094" y="169626"/>
                    <a:pt x="152400" y="166687"/>
                  </a:cubicBezTo>
                  <a:cubicBezTo>
                    <a:pt x="158328" y="153349"/>
                    <a:pt x="152755" y="161214"/>
                    <a:pt x="158750" y="149225"/>
                  </a:cubicBezTo>
                  <a:cubicBezTo>
                    <a:pt x="160658" y="145409"/>
                    <a:pt x="162839" y="141730"/>
                    <a:pt x="165100" y="138112"/>
                  </a:cubicBezTo>
                  <a:cubicBezTo>
                    <a:pt x="168134" y="133258"/>
                    <a:pt x="172499" y="129139"/>
                    <a:pt x="174625" y="123825"/>
                  </a:cubicBezTo>
                  <a:cubicBezTo>
                    <a:pt x="178783" y="113430"/>
                    <a:pt x="175520" y="117597"/>
                    <a:pt x="184150" y="111125"/>
                  </a:cubicBezTo>
                  <a:cubicBezTo>
                    <a:pt x="187403" y="104618"/>
                    <a:pt x="187140" y="104198"/>
                    <a:pt x="192088" y="98425"/>
                  </a:cubicBezTo>
                  <a:cubicBezTo>
                    <a:pt x="193549" y="96720"/>
                    <a:pt x="195472" y="95434"/>
                    <a:pt x="196850" y="93662"/>
                  </a:cubicBezTo>
                  <a:cubicBezTo>
                    <a:pt x="199193" y="90650"/>
                    <a:pt x="200816" y="87117"/>
                    <a:pt x="203200" y="84137"/>
                  </a:cubicBezTo>
                  <a:cubicBezTo>
                    <a:pt x="205070" y="81800"/>
                    <a:pt x="207680" y="80124"/>
                    <a:pt x="209550" y="77787"/>
                  </a:cubicBezTo>
                  <a:cubicBezTo>
                    <a:pt x="211934" y="74807"/>
                    <a:pt x="213516" y="71242"/>
                    <a:pt x="215900" y="68262"/>
                  </a:cubicBezTo>
                  <a:cubicBezTo>
                    <a:pt x="217770" y="65925"/>
                    <a:pt x="220302" y="64185"/>
                    <a:pt x="222250" y="61912"/>
                  </a:cubicBezTo>
                  <a:cubicBezTo>
                    <a:pt x="227843" y="55387"/>
                    <a:pt x="223466" y="58013"/>
                    <a:pt x="228600" y="49212"/>
                  </a:cubicBezTo>
                  <a:cubicBezTo>
                    <a:pt x="235586" y="37237"/>
                    <a:pt x="234496" y="39325"/>
                    <a:pt x="244475" y="33337"/>
                  </a:cubicBezTo>
                  <a:cubicBezTo>
                    <a:pt x="245533" y="31750"/>
                    <a:pt x="246014" y="29557"/>
                    <a:pt x="247650" y="28575"/>
                  </a:cubicBezTo>
                  <a:cubicBezTo>
                    <a:pt x="251527" y="26249"/>
                    <a:pt x="256061" y="25242"/>
                    <a:pt x="260350" y="23812"/>
                  </a:cubicBezTo>
                  <a:cubicBezTo>
                    <a:pt x="273736" y="19350"/>
                    <a:pt x="267626" y="21961"/>
                    <a:pt x="277813" y="19050"/>
                  </a:cubicBezTo>
                  <a:cubicBezTo>
                    <a:pt x="287592" y="16256"/>
                    <a:pt x="279588" y="17387"/>
                    <a:pt x="295275" y="11112"/>
                  </a:cubicBezTo>
                  <a:cubicBezTo>
                    <a:pt x="298852" y="9681"/>
                    <a:pt x="302650" y="8871"/>
                    <a:pt x="306388" y="7937"/>
                  </a:cubicBezTo>
                  <a:cubicBezTo>
                    <a:pt x="317248" y="5222"/>
                    <a:pt x="328647" y="4406"/>
                    <a:pt x="339725" y="3175"/>
                  </a:cubicBezTo>
                  <a:cubicBezTo>
                    <a:pt x="352425" y="3704"/>
                    <a:pt x="365149" y="3823"/>
                    <a:pt x="377825" y="4762"/>
                  </a:cubicBezTo>
                  <a:cubicBezTo>
                    <a:pt x="381767" y="5054"/>
                    <a:pt x="385526" y="6587"/>
                    <a:pt x="381000" y="11112"/>
                  </a:cubicBezTo>
                  <a:lnTo>
                    <a:pt x="381000" y="0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BE40D10F-48CF-DD17-4DF8-35BF0B69771B}"/>
                </a:ext>
              </a:extLst>
            </p:cNvPr>
            <p:cNvGrpSpPr/>
            <p:nvPr/>
          </p:nvGrpSpPr>
          <p:grpSpPr>
            <a:xfrm>
              <a:off x="2049455" y="828593"/>
              <a:ext cx="1387916" cy="1428105"/>
              <a:chOff x="3933" y="748269"/>
              <a:chExt cx="1387916" cy="1428105"/>
            </a:xfrm>
          </p:grpSpPr>
          <p:cxnSp>
            <p:nvCxnSpPr>
              <p:cNvPr id="484" name="Straight Arrow Connector 483">
                <a:extLst>
                  <a:ext uri="{FF2B5EF4-FFF2-40B4-BE49-F238E27FC236}">
                    <a16:creationId xmlns:a16="http://schemas.microsoft.com/office/drawing/2014/main" id="{FC1B85F4-3D77-FF9A-6DB5-E9D066903FE1}"/>
                  </a:ext>
                </a:extLst>
              </p:cNvPr>
              <p:cNvCxnSpPr>
                <a:cxnSpLocks/>
                <a:stCxn id="536" idx="5"/>
                <a:endCxn id="521" idx="0"/>
              </p:cNvCxnSpPr>
              <p:nvPr/>
            </p:nvCxnSpPr>
            <p:spPr>
              <a:xfrm>
                <a:off x="375791" y="892313"/>
                <a:ext cx="111934" cy="17449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Arrow Connector 484">
                <a:extLst>
                  <a:ext uri="{FF2B5EF4-FFF2-40B4-BE49-F238E27FC236}">
                    <a16:creationId xmlns:a16="http://schemas.microsoft.com/office/drawing/2014/main" id="{DE502529-31E4-E254-4D28-8E7CCDE91B92}"/>
                  </a:ext>
                </a:extLst>
              </p:cNvPr>
              <p:cNvCxnSpPr>
                <a:cxnSpLocks/>
                <a:stCxn id="528" idx="0"/>
                <a:endCxn id="536" idx="3"/>
              </p:cNvCxnSpPr>
              <p:nvPr/>
            </p:nvCxnSpPr>
            <p:spPr>
              <a:xfrm flipV="1">
                <a:off x="132986" y="892313"/>
                <a:ext cx="123180" cy="16840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Arrow Connector 485">
                <a:extLst>
                  <a:ext uri="{FF2B5EF4-FFF2-40B4-BE49-F238E27FC236}">
                    <a16:creationId xmlns:a16="http://schemas.microsoft.com/office/drawing/2014/main" id="{F3C97B22-4BEF-725E-641F-76D22FC8448D}"/>
                  </a:ext>
                </a:extLst>
              </p:cNvPr>
              <p:cNvCxnSpPr>
                <a:cxnSpLocks/>
                <a:stCxn id="528" idx="6"/>
                <a:endCxn id="521" idx="2"/>
              </p:cNvCxnSpPr>
              <p:nvPr/>
            </p:nvCxnSpPr>
            <p:spPr>
              <a:xfrm>
                <a:off x="217573" y="1145092"/>
                <a:ext cx="185565" cy="609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Arrow Connector 486">
                <a:extLst>
                  <a:ext uri="{FF2B5EF4-FFF2-40B4-BE49-F238E27FC236}">
                    <a16:creationId xmlns:a16="http://schemas.microsoft.com/office/drawing/2014/main" id="{CBAFD2DE-A703-D3FF-D38D-B7A03C8C628F}"/>
                  </a:ext>
                </a:extLst>
              </p:cNvPr>
              <p:cNvCxnSpPr>
                <a:cxnSpLocks/>
                <a:stCxn id="530" idx="7"/>
                <a:endCxn id="521" idx="4"/>
              </p:cNvCxnSpPr>
              <p:nvPr/>
            </p:nvCxnSpPr>
            <p:spPr>
              <a:xfrm flipV="1">
                <a:off x="369418" y="1235570"/>
                <a:ext cx="118308" cy="1279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Arrow Connector 487">
                <a:extLst>
                  <a:ext uri="{FF2B5EF4-FFF2-40B4-BE49-F238E27FC236}">
                    <a16:creationId xmlns:a16="http://schemas.microsoft.com/office/drawing/2014/main" id="{E57995A8-5230-49D6-55E1-15CD4C7B4441}"/>
                  </a:ext>
                </a:extLst>
              </p:cNvPr>
              <p:cNvCxnSpPr>
                <a:cxnSpLocks/>
                <a:stCxn id="530" idx="1"/>
                <a:endCxn id="528" idx="4"/>
              </p:cNvCxnSpPr>
              <p:nvPr/>
            </p:nvCxnSpPr>
            <p:spPr>
              <a:xfrm flipH="1" flipV="1">
                <a:off x="132986" y="1229471"/>
                <a:ext cx="116807" cy="13408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Arrow Connector 488">
                <a:extLst>
                  <a:ext uri="{FF2B5EF4-FFF2-40B4-BE49-F238E27FC236}">
                    <a16:creationId xmlns:a16="http://schemas.microsoft.com/office/drawing/2014/main" id="{4442D95D-5962-FBEC-76CF-29F0A3401DCC}"/>
                  </a:ext>
                </a:extLst>
              </p:cNvPr>
              <p:cNvCxnSpPr>
                <a:cxnSpLocks/>
                <a:stCxn id="536" idx="4"/>
                <a:endCxn id="530" idx="0"/>
              </p:cNvCxnSpPr>
              <p:nvPr/>
            </p:nvCxnSpPr>
            <p:spPr>
              <a:xfrm flipH="1">
                <a:off x="309606" y="917027"/>
                <a:ext cx="6373" cy="421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Arrow Connector 489">
                <a:extLst>
                  <a:ext uri="{FF2B5EF4-FFF2-40B4-BE49-F238E27FC236}">
                    <a16:creationId xmlns:a16="http://schemas.microsoft.com/office/drawing/2014/main" id="{3ECD7C9E-0E2F-B935-6EC2-4B6B6DF3699E}"/>
                  </a:ext>
                </a:extLst>
              </p:cNvPr>
              <p:cNvCxnSpPr>
                <a:cxnSpLocks/>
                <a:stCxn id="521" idx="6"/>
                <a:endCxn id="533" idx="2"/>
              </p:cNvCxnSpPr>
              <p:nvPr/>
            </p:nvCxnSpPr>
            <p:spPr>
              <a:xfrm>
                <a:off x="572313" y="1151191"/>
                <a:ext cx="169094" cy="561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Straight Arrow Connector 490">
                <a:extLst>
                  <a:ext uri="{FF2B5EF4-FFF2-40B4-BE49-F238E27FC236}">
                    <a16:creationId xmlns:a16="http://schemas.microsoft.com/office/drawing/2014/main" id="{78ABEDB4-2D7A-C4B9-1115-35B8CB45CFB4}"/>
                  </a:ext>
                </a:extLst>
              </p:cNvPr>
              <p:cNvCxnSpPr>
                <a:cxnSpLocks/>
                <a:stCxn id="533" idx="6"/>
                <a:endCxn id="534" idx="2"/>
              </p:cNvCxnSpPr>
              <p:nvPr/>
            </p:nvCxnSpPr>
            <p:spPr>
              <a:xfrm>
                <a:off x="910582" y="1156805"/>
                <a:ext cx="144241" cy="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Straight Arrow Connector 491">
                <a:extLst>
                  <a:ext uri="{FF2B5EF4-FFF2-40B4-BE49-F238E27FC236}">
                    <a16:creationId xmlns:a16="http://schemas.microsoft.com/office/drawing/2014/main" id="{CE7B4D53-54B0-08D1-A03C-5F3F374EDA77}"/>
                  </a:ext>
                </a:extLst>
              </p:cNvPr>
              <p:cNvCxnSpPr>
                <a:cxnSpLocks/>
                <a:stCxn id="534" idx="1"/>
                <a:endCxn id="535" idx="4"/>
              </p:cNvCxnSpPr>
              <p:nvPr/>
            </p:nvCxnSpPr>
            <p:spPr>
              <a:xfrm flipH="1" flipV="1">
                <a:off x="997776" y="930358"/>
                <a:ext cx="81822" cy="16683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Straight Arrow Connector 492">
                <a:extLst>
                  <a:ext uri="{FF2B5EF4-FFF2-40B4-BE49-F238E27FC236}">
                    <a16:creationId xmlns:a16="http://schemas.microsoft.com/office/drawing/2014/main" id="{8E019AF5-1EEB-87D9-71EA-9B8F45AE2B18}"/>
                  </a:ext>
                </a:extLst>
              </p:cNvPr>
              <p:cNvCxnSpPr>
                <a:cxnSpLocks/>
                <a:stCxn id="535" idx="6"/>
                <a:endCxn id="523" idx="2"/>
              </p:cNvCxnSpPr>
              <p:nvPr/>
            </p:nvCxnSpPr>
            <p:spPr>
              <a:xfrm flipV="1">
                <a:off x="1082363" y="843458"/>
                <a:ext cx="117919" cy="252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Straight Arrow Connector 493">
                <a:extLst>
                  <a:ext uri="{FF2B5EF4-FFF2-40B4-BE49-F238E27FC236}">
                    <a16:creationId xmlns:a16="http://schemas.microsoft.com/office/drawing/2014/main" id="{8B759A5F-6674-C0DB-1F9B-78BFC2FF412E}"/>
                  </a:ext>
                </a:extLst>
              </p:cNvPr>
              <p:cNvCxnSpPr>
                <a:cxnSpLocks/>
                <a:stCxn id="523" idx="4"/>
                <a:endCxn id="534" idx="7"/>
              </p:cNvCxnSpPr>
              <p:nvPr/>
            </p:nvCxnSpPr>
            <p:spPr>
              <a:xfrm flipH="1">
                <a:off x="1199223" y="927837"/>
                <a:ext cx="85647" cy="16935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Straight Arrow Connector 494">
                <a:extLst>
                  <a:ext uri="{FF2B5EF4-FFF2-40B4-BE49-F238E27FC236}">
                    <a16:creationId xmlns:a16="http://schemas.microsoft.com/office/drawing/2014/main" id="{D06B0782-C71D-F0EE-07C9-CB24F87463D7}"/>
                  </a:ext>
                </a:extLst>
              </p:cNvPr>
              <p:cNvCxnSpPr>
                <a:cxnSpLocks/>
                <a:stCxn id="525" idx="3"/>
                <a:endCxn id="526" idx="0"/>
              </p:cNvCxnSpPr>
              <p:nvPr/>
            </p:nvCxnSpPr>
            <p:spPr>
              <a:xfrm flipH="1">
                <a:off x="126478" y="1782665"/>
                <a:ext cx="115870" cy="1627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Straight Arrow Connector 495">
                <a:extLst>
                  <a:ext uri="{FF2B5EF4-FFF2-40B4-BE49-F238E27FC236}">
                    <a16:creationId xmlns:a16="http://schemas.microsoft.com/office/drawing/2014/main" id="{41C417A5-F35F-AF8B-9AD3-AAFE4B5EDD0B}"/>
                  </a:ext>
                </a:extLst>
              </p:cNvPr>
              <p:cNvCxnSpPr>
                <a:cxnSpLocks/>
                <a:stCxn id="526" idx="6"/>
                <a:endCxn id="527" idx="2"/>
              </p:cNvCxnSpPr>
              <p:nvPr/>
            </p:nvCxnSpPr>
            <p:spPr>
              <a:xfrm flipV="1">
                <a:off x="211065" y="2029799"/>
                <a:ext cx="167298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Straight Arrow Connector 496">
                <a:extLst>
                  <a:ext uri="{FF2B5EF4-FFF2-40B4-BE49-F238E27FC236}">
                    <a16:creationId xmlns:a16="http://schemas.microsoft.com/office/drawing/2014/main" id="{4EDA215B-72F8-FB3F-6F02-336348205C45}"/>
                  </a:ext>
                </a:extLst>
              </p:cNvPr>
              <p:cNvCxnSpPr>
                <a:cxnSpLocks/>
                <a:stCxn id="527" idx="0"/>
                <a:endCxn id="525" idx="5"/>
              </p:cNvCxnSpPr>
              <p:nvPr/>
            </p:nvCxnSpPr>
            <p:spPr>
              <a:xfrm flipH="1" flipV="1">
                <a:off x="361973" y="1782666"/>
                <a:ext cx="100978" cy="162754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Straight Arrow Connector 497">
                <a:extLst>
                  <a:ext uri="{FF2B5EF4-FFF2-40B4-BE49-F238E27FC236}">
                    <a16:creationId xmlns:a16="http://schemas.microsoft.com/office/drawing/2014/main" id="{976E10CC-318D-4DA0-91E7-B4BAED41CB22}"/>
                  </a:ext>
                </a:extLst>
              </p:cNvPr>
              <p:cNvCxnSpPr>
                <a:cxnSpLocks/>
                <a:stCxn id="524" idx="6"/>
                <a:endCxn id="518" idx="2"/>
              </p:cNvCxnSpPr>
              <p:nvPr/>
            </p:nvCxnSpPr>
            <p:spPr>
              <a:xfrm>
                <a:off x="910790" y="1740484"/>
                <a:ext cx="152326" cy="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Straight Arrow Connector 498">
                <a:extLst>
                  <a:ext uri="{FF2B5EF4-FFF2-40B4-BE49-F238E27FC236}">
                    <a16:creationId xmlns:a16="http://schemas.microsoft.com/office/drawing/2014/main" id="{FCE9CC14-E10B-260D-E2BA-02574192A232}"/>
                  </a:ext>
                </a:extLst>
              </p:cNvPr>
              <p:cNvCxnSpPr>
                <a:cxnSpLocks/>
                <a:stCxn id="518" idx="0"/>
                <a:endCxn id="522" idx="4"/>
              </p:cNvCxnSpPr>
              <p:nvPr/>
            </p:nvCxnSpPr>
            <p:spPr>
              <a:xfrm flipV="1">
                <a:off x="1147704" y="1524694"/>
                <a:ext cx="0" cy="1314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Straight Arrow Connector 499">
                <a:extLst>
                  <a:ext uri="{FF2B5EF4-FFF2-40B4-BE49-F238E27FC236}">
                    <a16:creationId xmlns:a16="http://schemas.microsoft.com/office/drawing/2014/main" id="{1C57D415-CFE5-F2B6-9DBD-34187175D83F}"/>
                  </a:ext>
                </a:extLst>
              </p:cNvPr>
              <p:cNvCxnSpPr>
                <a:cxnSpLocks/>
                <a:stCxn id="522" idx="2"/>
                <a:endCxn id="529" idx="6"/>
              </p:cNvCxnSpPr>
              <p:nvPr/>
            </p:nvCxnSpPr>
            <p:spPr>
              <a:xfrm flipH="1">
                <a:off x="910790" y="1440315"/>
                <a:ext cx="152326" cy="163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Straight Arrow Connector 500">
                <a:extLst>
                  <a:ext uri="{FF2B5EF4-FFF2-40B4-BE49-F238E27FC236}">
                    <a16:creationId xmlns:a16="http://schemas.microsoft.com/office/drawing/2014/main" id="{9A0958D8-9C6A-2FD1-7AAF-38A36ABFA7C9}"/>
                  </a:ext>
                </a:extLst>
              </p:cNvPr>
              <p:cNvCxnSpPr>
                <a:cxnSpLocks/>
                <a:stCxn id="529" idx="4"/>
                <a:endCxn id="524" idx="0"/>
              </p:cNvCxnSpPr>
              <p:nvPr/>
            </p:nvCxnSpPr>
            <p:spPr>
              <a:xfrm>
                <a:off x="826203" y="1526324"/>
                <a:ext cx="0" cy="129781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Straight Arrow Connector 501">
                <a:extLst>
                  <a:ext uri="{FF2B5EF4-FFF2-40B4-BE49-F238E27FC236}">
                    <a16:creationId xmlns:a16="http://schemas.microsoft.com/office/drawing/2014/main" id="{9CEFE03C-A033-09E3-6D85-A40F35032AA2}"/>
                  </a:ext>
                </a:extLst>
              </p:cNvPr>
              <p:cNvCxnSpPr>
                <a:cxnSpLocks/>
                <a:stCxn id="524" idx="4"/>
                <a:endCxn id="531" idx="0"/>
              </p:cNvCxnSpPr>
              <p:nvPr/>
            </p:nvCxnSpPr>
            <p:spPr>
              <a:xfrm>
                <a:off x="826203" y="1824863"/>
                <a:ext cx="0" cy="12281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Straight Arrow Connector 502">
                <a:extLst>
                  <a:ext uri="{FF2B5EF4-FFF2-40B4-BE49-F238E27FC236}">
                    <a16:creationId xmlns:a16="http://schemas.microsoft.com/office/drawing/2014/main" id="{E11B8760-1DB0-4E41-967C-81C84F1FF4F4}"/>
                  </a:ext>
                </a:extLst>
              </p:cNvPr>
              <p:cNvCxnSpPr>
                <a:cxnSpLocks/>
                <a:stCxn id="531" idx="6"/>
                <a:endCxn id="520" idx="2"/>
              </p:cNvCxnSpPr>
              <p:nvPr/>
            </p:nvCxnSpPr>
            <p:spPr>
              <a:xfrm flipV="1">
                <a:off x="910790" y="2031602"/>
                <a:ext cx="152326" cy="4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Straight Arrow Connector 503">
                <a:extLst>
                  <a:ext uri="{FF2B5EF4-FFF2-40B4-BE49-F238E27FC236}">
                    <a16:creationId xmlns:a16="http://schemas.microsoft.com/office/drawing/2014/main" id="{1BABC2C5-F729-C1B1-4372-26794361496A}"/>
                  </a:ext>
                </a:extLst>
              </p:cNvPr>
              <p:cNvCxnSpPr>
                <a:cxnSpLocks/>
                <a:stCxn id="521" idx="0"/>
                <a:endCxn id="532" idx="3"/>
              </p:cNvCxnSpPr>
              <p:nvPr/>
            </p:nvCxnSpPr>
            <p:spPr>
              <a:xfrm flipV="1">
                <a:off x="487725" y="904108"/>
                <a:ext cx="109490" cy="16270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Straight Arrow Connector 504">
                <a:extLst>
                  <a:ext uri="{FF2B5EF4-FFF2-40B4-BE49-F238E27FC236}">
                    <a16:creationId xmlns:a16="http://schemas.microsoft.com/office/drawing/2014/main" id="{0DD8DCE9-58F3-A47D-BE55-900CEA65F0DE}"/>
                  </a:ext>
                </a:extLst>
              </p:cNvPr>
              <p:cNvCxnSpPr>
                <a:cxnSpLocks/>
                <a:stCxn id="530" idx="4"/>
                <a:endCxn id="525" idx="0"/>
              </p:cNvCxnSpPr>
              <p:nvPr/>
            </p:nvCxnSpPr>
            <p:spPr>
              <a:xfrm flipH="1">
                <a:off x="302161" y="1507602"/>
                <a:ext cx="7445" cy="13101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headEnd type="triangle"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0B2E98CB-A3E3-9197-AC2D-5FCD4CA0874A}"/>
                  </a:ext>
                </a:extLst>
              </p:cNvPr>
              <p:cNvGrpSpPr/>
              <p:nvPr/>
            </p:nvGrpSpPr>
            <p:grpSpPr>
              <a:xfrm>
                <a:off x="3933" y="748269"/>
                <a:ext cx="1387916" cy="1428105"/>
                <a:chOff x="3933" y="748269"/>
                <a:chExt cx="1387916" cy="1428105"/>
              </a:xfrm>
            </p:grpSpPr>
            <p:grpSp>
              <p:nvGrpSpPr>
                <p:cNvPr id="507" name="Group 506">
                  <a:extLst>
                    <a:ext uri="{FF2B5EF4-FFF2-40B4-BE49-F238E27FC236}">
                      <a16:creationId xmlns:a16="http://schemas.microsoft.com/office/drawing/2014/main" id="{6BD90126-718D-A5D2-34B6-D08202D7FCF0}"/>
                    </a:ext>
                  </a:extLst>
                </p:cNvPr>
                <p:cNvGrpSpPr/>
                <p:nvPr/>
              </p:nvGrpSpPr>
              <p:grpSpPr>
                <a:xfrm>
                  <a:off x="41890" y="748269"/>
                  <a:ext cx="1327567" cy="1368170"/>
                  <a:chOff x="19540" y="780247"/>
                  <a:chExt cx="1327567" cy="1368170"/>
                </a:xfrm>
              </p:grpSpPr>
              <p:grpSp>
                <p:nvGrpSpPr>
                  <p:cNvPr id="517" name="Group 516">
                    <a:extLst>
                      <a:ext uri="{FF2B5EF4-FFF2-40B4-BE49-F238E27FC236}">
                        <a16:creationId xmlns:a16="http://schemas.microsoft.com/office/drawing/2014/main" id="{8A738E7F-6D51-8154-C89D-85B81409B6C3}"/>
                      </a:ext>
                    </a:extLst>
                  </p:cNvPr>
                  <p:cNvGrpSpPr/>
                  <p:nvPr/>
                </p:nvGrpSpPr>
                <p:grpSpPr>
                  <a:xfrm>
                    <a:off x="19540" y="780247"/>
                    <a:ext cx="1327567" cy="1368170"/>
                    <a:chOff x="48488" y="802547"/>
                    <a:chExt cx="1327567" cy="1368170"/>
                  </a:xfrm>
                </p:grpSpPr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90F59EE1-C9F8-7606-2641-EE4484CEA12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88" y="802547"/>
                      <a:ext cx="1327567" cy="1368170"/>
                      <a:chOff x="118241" y="584794"/>
                      <a:chExt cx="1257304" cy="1298958"/>
                    </a:xfrm>
                  </p:grpSpPr>
                  <p:sp>
                    <p:nvSpPr>
                      <p:cNvPr id="521" name="Oval 520">
                        <a:extLst>
                          <a:ext uri="{FF2B5EF4-FFF2-40B4-BE49-F238E27FC236}">
                            <a16:creationId xmlns:a16="http://schemas.microsoft.com/office/drawing/2014/main" id="{5477F065-F26E-E6FE-583D-03ADA7436D3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0369" y="88722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4</a:t>
                        </a:r>
                      </a:p>
                    </p:txBody>
                  </p:sp>
                  <p:sp>
                    <p:nvSpPr>
                      <p:cNvPr id="522" name="Oval 521">
                        <a:extLst>
                          <a:ext uri="{FF2B5EF4-FFF2-40B4-BE49-F238E27FC236}">
                            <a16:creationId xmlns:a16="http://schemas.microsoft.com/office/drawing/2014/main" id="{EED0FA65-A854-058C-7CD8-C24D662EB9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5417" y="116172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3" name="Oval 522">
                        <a:extLst>
                          <a:ext uri="{FF2B5EF4-FFF2-40B4-BE49-F238E27FC236}">
                            <a16:creationId xmlns:a16="http://schemas.microsoft.com/office/drawing/2014/main" id="{48AF0D11-AC2D-219F-19A4-01728A638A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15324" y="595057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9</a:t>
                        </a:r>
                      </a:p>
                    </p:txBody>
                  </p:sp>
                  <p:sp>
                    <p:nvSpPr>
                      <p:cNvPr id="524" name="Oval 523">
                        <a:extLst>
                          <a:ext uri="{FF2B5EF4-FFF2-40B4-BE49-F238E27FC236}">
                            <a16:creationId xmlns:a16="http://schemas.microsoft.com/office/drawing/2014/main" id="{5A462DC9-AF3D-6B91-E53D-921CA878E9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44670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5" name="Oval 524">
                        <a:extLst>
                          <a:ext uri="{FF2B5EF4-FFF2-40B4-BE49-F238E27FC236}">
                            <a16:creationId xmlns:a16="http://schemas.microsoft.com/office/drawing/2014/main" id="{62A94782-8CA9-DE05-7EAE-95A3BD55B8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4626" y="1430106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6" name="Oval 525">
                        <a:extLst>
                          <a:ext uri="{FF2B5EF4-FFF2-40B4-BE49-F238E27FC236}">
                            <a16:creationId xmlns:a16="http://schemas.microsoft.com/office/drawing/2014/main" id="{14269078-F232-3948-A34D-D69280E4D7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8241" y="1721385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7" name="Oval 526">
                        <a:extLst>
                          <a:ext uri="{FF2B5EF4-FFF2-40B4-BE49-F238E27FC236}">
                            <a16:creationId xmlns:a16="http://schemas.microsoft.com/office/drawing/2014/main" id="{B4466197-6AEF-27FF-69D1-553A6A88AC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6906" y="172138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28" name="Oval 527">
                        <a:extLst>
                          <a:ext uri="{FF2B5EF4-FFF2-40B4-BE49-F238E27FC236}">
                            <a16:creationId xmlns:a16="http://schemas.microsoft.com/office/drawing/2014/main" id="{23D43CBE-6173-0C65-3C65-5FEDA8134E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4405" y="88143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1</a:t>
                        </a:r>
                      </a:p>
                    </p:txBody>
                  </p:sp>
                  <p:sp>
                    <p:nvSpPr>
                      <p:cNvPr id="529" name="Oval 528">
                        <a:extLst>
                          <a:ext uri="{FF2B5EF4-FFF2-40B4-BE49-F238E27FC236}">
                            <a16:creationId xmlns:a16="http://schemas.microsoft.com/office/drawing/2014/main" id="{3C7B74BE-6178-7593-77DD-48047634BA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163268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0" name="Oval 529">
                        <a:extLst>
                          <a:ext uri="{FF2B5EF4-FFF2-40B4-BE49-F238E27FC236}">
                            <a16:creationId xmlns:a16="http://schemas.microsoft.com/office/drawing/2014/main" id="{9BA18785-591A-F69D-B157-AF03FABDFC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677" y="11454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3</a:t>
                        </a:r>
                      </a:p>
                    </p:txBody>
                  </p:sp>
                  <p:sp>
                    <p:nvSpPr>
                      <p:cNvPr id="531" name="Oval 530">
                        <a:extLst>
                          <a:ext uri="{FF2B5EF4-FFF2-40B4-BE49-F238E27FC236}">
                            <a16:creationId xmlns:a16="http://schemas.microsoft.com/office/drawing/2014/main" id="{3AFEE8F7-0F3F-F039-D3BB-95DF9C92269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932" y="172353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accent2"/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endParaRPr lang="en-US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532" name="Oval 531">
                        <a:extLst>
                          <a:ext uri="{FF2B5EF4-FFF2-40B4-BE49-F238E27FC236}">
                            <a16:creationId xmlns:a16="http://schemas.microsoft.com/office/drawing/2014/main" id="{7BC1411B-6BC5-33BF-C1B9-3FFD79BB0D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20711" y="59599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5</a:t>
                        </a:r>
                      </a:p>
                    </p:txBody>
                  </p:sp>
                  <p:sp>
                    <p:nvSpPr>
                      <p:cNvPr id="533" name="Oval 532">
                        <a:extLst>
                          <a:ext uri="{FF2B5EF4-FFF2-40B4-BE49-F238E27FC236}">
                            <a16:creationId xmlns:a16="http://schemas.microsoft.com/office/drawing/2014/main" id="{26E04129-4415-0F89-951D-90D4536602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0735" y="892552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6</a:t>
                        </a:r>
                      </a:p>
                    </p:txBody>
                  </p:sp>
                  <p:sp>
                    <p:nvSpPr>
                      <p:cNvPr id="534" name="Oval 533">
                        <a:extLst>
                          <a:ext uri="{FF2B5EF4-FFF2-40B4-BE49-F238E27FC236}">
                            <a16:creationId xmlns:a16="http://schemas.microsoft.com/office/drawing/2014/main" id="{29BBEDBC-F451-B6AA-64F8-8162BCF638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7563" y="892599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7</a:t>
                        </a:r>
                      </a:p>
                    </p:txBody>
                  </p:sp>
                  <p:sp>
                    <p:nvSpPr>
                      <p:cNvPr id="535" name="Oval 534">
                        <a:extLst>
                          <a:ext uri="{FF2B5EF4-FFF2-40B4-BE49-F238E27FC236}">
                            <a16:creationId xmlns:a16="http://schemas.microsoft.com/office/drawing/2014/main" id="{00A5FD21-DC6D-9CDD-34CE-7DC73D61CCA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425" y="597451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8</a:t>
                        </a:r>
                      </a:p>
                    </p:txBody>
                  </p:sp>
                  <p:sp>
                    <p:nvSpPr>
                      <p:cNvPr id="536" name="Oval 535">
                        <a:extLst>
                          <a:ext uri="{FF2B5EF4-FFF2-40B4-BE49-F238E27FC236}">
                            <a16:creationId xmlns:a16="http://schemas.microsoft.com/office/drawing/2014/main" id="{96CF5A05-3C21-D181-FD3A-394BA2DFD6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7712" y="584794"/>
                        <a:ext cx="160221" cy="160221"/>
                      </a:xfrm>
                      <a:prstGeom prst="ellipse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 w="9525">
                        <a:solidFill>
                          <a:schemeClr val="tx1"/>
                        </a:solidFill>
                        <a:headEnd w="sm" len="sm"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lIns="0" tIns="0" rIns="0" bIns="0" rtlCol="0" anchor="ctr" anchorCtr="1"/>
                      <a:lstStyle/>
                      <a:p>
                        <a:pPr algn="ctr"/>
                        <a:r>
                          <a:rPr lang="en-US" sz="1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2</a:t>
                        </a:r>
                      </a:p>
                    </p:txBody>
                  </p:sp>
                </p:grpSp>
                <p:sp>
                  <p:nvSpPr>
                    <p:cNvPr id="520" name="Oval 519">
                      <a:extLst>
                        <a:ext uri="{FF2B5EF4-FFF2-40B4-BE49-F238E27FC236}">
                          <a16:creationId xmlns:a16="http://schemas.microsoft.com/office/drawing/2014/main" id="{44D46FE9-BEAC-64BE-ECD7-87F59E06FE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9714" y="2001501"/>
                      <a:ext cx="169175" cy="168758"/>
                    </a:xfrm>
                    <a:prstGeom prst="ellipse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>
                      <a:solidFill>
                        <a:schemeClr val="tx1"/>
                      </a:solidFill>
                      <a:headEnd w="sm" len="sm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 anchorCtr="1"/>
                    <a:lstStyle/>
                    <a:p>
                      <a:pPr algn="ctr"/>
                      <a:endParaRPr lang="en-US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518" name="Oval 517">
                    <a:extLst>
                      <a:ext uri="{FF2B5EF4-FFF2-40B4-BE49-F238E27FC236}">
                        <a16:creationId xmlns:a16="http://schemas.microsoft.com/office/drawing/2014/main" id="{D106B385-FA26-5DB4-DEB7-47EB6C41BC55}"/>
                      </a:ext>
                    </a:extLst>
                  </p:cNvPr>
                  <p:cNvSpPr/>
                  <p:nvPr/>
                </p:nvSpPr>
                <p:spPr>
                  <a:xfrm>
                    <a:off x="1040766" y="1688084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08" name="TextBox 507">
                  <a:extLst>
                    <a:ext uri="{FF2B5EF4-FFF2-40B4-BE49-F238E27FC236}">
                      <a16:creationId xmlns:a16="http://schemas.microsoft.com/office/drawing/2014/main" id="{3923173E-57E1-0D67-CFF6-D69FC9FC37DA}"/>
                    </a:ext>
                  </a:extLst>
                </p:cNvPr>
                <p:cNvSpPr txBox="1"/>
                <p:nvPr/>
              </p:nvSpPr>
              <p:spPr>
                <a:xfrm>
                  <a:off x="692335" y="133694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9" name="TextBox 508">
                  <a:extLst>
                    <a:ext uri="{FF2B5EF4-FFF2-40B4-BE49-F238E27FC236}">
                      <a16:creationId xmlns:a16="http://schemas.microsoft.com/office/drawing/2014/main" id="{90F4DC58-A3BA-B67E-7D23-98DA7B858C07}"/>
                    </a:ext>
                  </a:extLst>
                </p:cNvPr>
                <p:cNvSpPr txBox="1"/>
                <p:nvPr/>
              </p:nvSpPr>
              <p:spPr>
                <a:xfrm>
                  <a:off x="692335" y="163939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0" name="TextBox 509">
                  <a:extLst>
                    <a:ext uri="{FF2B5EF4-FFF2-40B4-BE49-F238E27FC236}">
                      <a16:creationId xmlns:a16="http://schemas.microsoft.com/office/drawing/2014/main" id="{3F39DEA6-3C5F-50C7-01EC-2095A034A516}"/>
                    </a:ext>
                  </a:extLst>
                </p:cNvPr>
                <p:cNvSpPr txBox="1"/>
                <p:nvPr/>
              </p:nvSpPr>
              <p:spPr>
                <a:xfrm>
                  <a:off x="174248" y="162261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1" name="TextBox 510">
                  <a:extLst>
                    <a:ext uri="{FF2B5EF4-FFF2-40B4-BE49-F238E27FC236}">
                      <a16:creationId xmlns:a16="http://schemas.microsoft.com/office/drawing/2014/main" id="{B458E7EE-B52C-B7B9-7D15-9B639847DB56}"/>
                    </a:ext>
                  </a:extLst>
                </p:cNvPr>
                <p:cNvSpPr txBox="1"/>
                <p:nvPr/>
              </p:nvSpPr>
              <p:spPr>
                <a:xfrm>
                  <a:off x="3933" y="1925192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11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2" name="TextBox 511">
                  <a:extLst>
                    <a:ext uri="{FF2B5EF4-FFF2-40B4-BE49-F238E27FC236}">
                      <a16:creationId xmlns:a16="http://schemas.microsoft.com/office/drawing/2014/main" id="{D583D9B5-2D84-5FE5-78B2-451E91257DD8}"/>
                    </a:ext>
                  </a:extLst>
                </p:cNvPr>
                <p:cNvSpPr txBox="1"/>
                <p:nvPr/>
              </p:nvSpPr>
              <p:spPr>
                <a:xfrm>
                  <a:off x="323045" y="1930153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3" name="TextBox 512">
                  <a:extLst>
                    <a:ext uri="{FF2B5EF4-FFF2-40B4-BE49-F238E27FC236}">
                      <a16:creationId xmlns:a16="http://schemas.microsoft.com/office/drawing/2014/main" id="{A1F135CD-6665-709A-2B13-34B0CB52868C}"/>
                    </a:ext>
                  </a:extLst>
                </p:cNvPr>
                <p:cNvSpPr txBox="1"/>
                <p:nvPr/>
              </p:nvSpPr>
              <p:spPr>
                <a:xfrm>
                  <a:off x="1017418" y="163862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4" name="TextBox 513">
                  <a:extLst>
                    <a:ext uri="{FF2B5EF4-FFF2-40B4-BE49-F238E27FC236}">
                      <a16:creationId xmlns:a16="http://schemas.microsoft.com/office/drawing/2014/main" id="{442549A1-5B2C-50EC-6065-2DCE4E2F8A59}"/>
                    </a:ext>
                  </a:extLst>
                </p:cNvPr>
                <p:cNvSpPr txBox="1"/>
                <p:nvPr/>
              </p:nvSpPr>
              <p:spPr>
                <a:xfrm>
                  <a:off x="1011278" y="133217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5" name="TextBox 514">
                  <a:extLst>
                    <a:ext uri="{FF2B5EF4-FFF2-40B4-BE49-F238E27FC236}">
                      <a16:creationId xmlns:a16="http://schemas.microsoft.com/office/drawing/2014/main" id="{2043B8EF-9DCF-8A9A-4D55-8FE3806D8B55}"/>
                    </a:ext>
                  </a:extLst>
                </p:cNvPr>
                <p:cNvSpPr txBox="1"/>
                <p:nvPr/>
              </p:nvSpPr>
              <p:spPr>
                <a:xfrm>
                  <a:off x="697477" y="1923168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6" name="TextBox 515">
                  <a:extLst>
                    <a:ext uri="{FF2B5EF4-FFF2-40B4-BE49-F238E27FC236}">
                      <a16:creationId xmlns:a16="http://schemas.microsoft.com/office/drawing/2014/main" id="{539B7C3A-C1C9-1043-B9BD-C41275B753C0}"/>
                    </a:ext>
                  </a:extLst>
                </p:cNvPr>
                <p:cNvSpPr txBox="1"/>
                <p:nvPr/>
              </p:nvSpPr>
              <p:spPr>
                <a:xfrm>
                  <a:off x="1017418" y="192151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557" name="Straight Arrow Connector 556">
              <a:extLst>
                <a:ext uri="{FF2B5EF4-FFF2-40B4-BE49-F238E27FC236}">
                  <a16:creationId xmlns:a16="http://schemas.microsoft.com/office/drawing/2014/main" id="{F99A5C5F-5FBC-66FA-98FE-58D7DF69E484}"/>
                </a:ext>
              </a:extLst>
            </p:cNvPr>
            <p:cNvCxnSpPr>
              <a:cxnSpLocks/>
              <a:stCxn id="521" idx="7"/>
              <a:endCxn id="535" idx="3"/>
            </p:cNvCxnSpPr>
            <p:nvPr/>
          </p:nvCxnSpPr>
          <p:spPr>
            <a:xfrm flipV="1">
              <a:off x="2593059" y="985968"/>
              <a:ext cx="390426" cy="18588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Straight Arrow Connector 561">
              <a:extLst>
                <a:ext uri="{FF2B5EF4-FFF2-40B4-BE49-F238E27FC236}">
                  <a16:creationId xmlns:a16="http://schemas.microsoft.com/office/drawing/2014/main" id="{BE823F2D-82F7-0FAE-2840-F3B12DB180AE}"/>
                </a:ext>
              </a:extLst>
            </p:cNvPr>
            <p:cNvCxnSpPr>
              <a:cxnSpLocks/>
              <a:stCxn id="525" idx="7"/>
              <a:endCxn id="533" idx="3"/>
            </p:cNvCxnSpPr>
            <p:nvPr/>
          </p:nvCxnSpPr>
          <p:spPr>
            <a:xfrm flipV="1">
              <a:off x="2407495" y="1296793"/>
              <a:ext cx="404209" cy="44686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6" name="Group 855">
            <a:extLst>
              <a:ext uri="{FF2B5EF4-FFF2-40B4-BE49-F238E27FC236}">
                <a16:creationId xmlns:a16="http://schemas.microsoft.com/office/drawing/2014/main" id="{9503354F-0621-A880-2469-FF764364DEFE}"/>
              </a:ext>
            </a:extLst>
          </p:cNvPr>
          <p:cNvGrpSpPr/>
          <p:nvPr/>
        </p:nvGrpSpPr>
        <p:grpSpPr>
          <a:xfrm>
            <a:off x="4257695" y="592357"/>
            <a:ext cx="2143142" cy="2011143"/>
            <a:chOff x="4393050" y="572466"/>
            <a:chExt cx="2143142" cy="2011143"/>
          </a:xfrm>
        </p:grpSpPr>
        <p:grpSp>
          <p:nvGrpSpPr>
            <p:cNvPr id="848" name="Group 847">
              <a:extLst>
                <a:ext uri="{FF2B5EF4-FFF2-40B4-BE49-F238E27FC236}">
                  <a16:creationId xmlns:a16="http://schemas.microsoft.com/office/drawing/2014/main" id="{99F6A1F1-6947-1FDE-E3C5-1ACF56EEC636}"/>
                </a:ext>
              </a:extLst>
            </p:cNvPr>
            <p:cNvGrpSpPr/>
            <p:nvPr/>
          </p:nvGrpSpPr>
          <p:grpSpPr>
            <a:xfrm>
              <a:off x="4393050" y="572466"/>
              <a:ext cx="1949322" cy="2011143"/>
              <a:chOff x="4750305" y="521896"/>
              <a:chExt cx="1949322" cy="2011143"/>
            </a:xfrm>
          </p:grpSpPr>
          <p:grpSp>
            <p:nvGrpSpPr>
              <p:cNvPr id="844" name="Group 843">
                <a:extLst>
                  <a:ext uri="{FF2B5EF4-FFF2-40B4-BE49-F238E27FC236}">
                    <a16:creationId xmlns:a16="http://schemas.microsoft.com/office/drawing/2014/main" id="{62126816-9CA3-33EC-E8A0-E0B481542ABA}"/>
                  </a:ext>
                </a:extLst>
              </p:cNvPr>
              <p:cNvGrpSpPr/>
              <p:nvPr/>
            </p:nvGrpSpPr>
            <p:grpSpPr>
              <a:xfrm>
                <a:off x="5742974" y="521896"/>
                <a:ext cx="826742" cy="248541"/>
                <a:chOff x="4970064" y="521896"/>
                <a:chExt cx="826742" cy="248541"/>
              </a:xfrm>
            </p:grpSpPr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53C8EBFB-4411-E0DF-A24F-AF83B29D68DC}"/>
                    </a:ext>
                  </a:extLst>
                </p:cNvPr>
                <p:cNvGrpSpPr/>
                <p:nvPr/>
              </p:nvGrpSpPr>
              <p:grpSpPr>
                <a:xfrm>
                  <a:off x="4970064" y="521896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832" name="Rectangle 831">
                    <a:extLst>
                      <a:ext uri="{FF2B5EF4-FFF2-40B4-BE49-F238E27FC236}">
                        <a16:creationId xmlns:a16="http://schemas.microsoft.com/office/drawing/2014/main" id="{C8C64E8C-F84B-6BDA-C314-D764E5BF3505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806207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8F1DDB91-0DDB-A3D0-E473-893544E5104D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834" name="Straight Arrow Connector 833">
                    <a:extLst>
                      <a:ext uri="{FF2B5EF4-FFF2-40B4-BE49-F238E27FC236}">
                        <a16:creationId xmlns:a16="http://schemas.microsoft.com/office/drawing/2014/main" id="{7E90D3BB-FA62-1E0F-C9C5-8456048E567E}"/>
                      </a:ext>
                    </a:extLst>
                  </p:cNvPr>
                  <p:cNvCxnSpPr>
                    <a:cxnSpLocks/>
                    <a:stCxn id="83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TextBox 834">
                    <a:extLst>
                      <a:ext uri="{FF2B5EF4-FFF2-40B4-BE49-F238E27FC236}">
                        <a16:creationId xmlns:a16="http://schemas.microsoft.com/office/drawing/2014/main" id="{005F0D34-A2CD-BCFE-59C7-459734173393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36" name="Rectangle 835">
                    <a:extLst>
                      <a:ext uri="{FF2B5EF4-FFF2-40B4-BE49-F238E27FC236}">
                        <a16:creationId xmlns:a16="http://schemas.microsoft.com/office/drawing/2014/main" id="{90CB078D-2DBD-16E7-5548-1082416F1A82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7" name="Rectangle 836">
                    <a:extLst>
                      <a:ext uri="{FF2B5EF4-FFF2-40B4-BE49-F238E27FC236}">
                        <a16:creationId xmlns:a16="http://schemas.microsoft.com/office/drawing/2014/main" id="{0B1884EE-B9CC-339C-E610-03BAD63B57D0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38" name="TextBox 837">
                    <a:extLst>
                      <a:ext uri="{FF2B5EF4-FFF2-40B4-BE49-F238E27FC236}">
                        <a16:creationId xmlns:a16="http://schemas.microsoft.com/office/drawing/2014/main" id="{836D84E0-C0D7-A4CD-6A1F-E08783E7C932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7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3E53FD42-F51C-ACE2-E729-3D422D9791C8}"/>
                    </a:ext>
                  </a:extLst>
                </p:cNvPr>
                <p:cNvSpPr/>
                <p:nvPr/>
              </p:nvSpPr>
              <p:spPr>
                <a:xfrm>
                  <a:off x="5597964" y="568040"/>
                  <a:ext cx="135921" cy="168756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6" name="Straight Arrow Connector 625">
                <a:extLst>
                  <a:ext uri="{FF2B5EF4-FFF2-40B4-BE49-F238E27FC236}">
                    <a16:creationId xmlns:a16="http://schemas.microsoft.com/office/drawing/2014/main" id="{22200E5D-92FF-AC9C-68F4-EA141FFABA86}"/>
                  </a:ext>
                </a:extLst>
              </p:cNvPr>
              <p:cNvCxnSpPr>
                <a:cxnSpLocks/>
                <a:stCxn id="630" idx="3"/>
                <a:endCxn id="629" idx="0"/>
              </p:cNvCxnSpPr>
              <p:nvPr/>
            </p:nvCxnSpPr>
            <p:spPr>
              <a:xfrm flipH="1">
                <a:off x="5713046" y="1270539"/>
                <a:ext cx="103660" cy="139065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Straight Arrow Connector 626">
                <a:extLst>
                  <a:ext uri="{FF2B5EF4-FFF2-40B4-BE49-F238E27FC236}">
                    <a16:creationId xmlns:a16="http://schemas.microsoft.com/office/drawing/2014/main" id="{9FB3A31A-580C-A1E1-72CA-8B6CAB59E6F6}"/>
                  </a:ext>
                </a:extLst>
              </p:cNvPr>
              <p:cNvCxnSpPr>
                <a:cxnSpLocks/>
                <a:stCxn id="629" idx="6"/>
                <a:endCxn id="631" idx="2"/>
              </p:cNvCxnSpPr>
              <p:nvPr/>
            </p:nvCxnSpPr>
            <p:spPr>
              <a:xfrm>
                <a:off x="5797633" y="1493983"/>
                <a:ext cx="214312" cy="4358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Straight Arrow Connector 627">
                <a:extLst>
                  <a:ext uri="{FF2B5EF4-FFF2-40B4-BE49-F238E27FC236}">
                    <a16:creationId xmlns:a16="http://schemas.microsoft.com/office/drawing/2014/main" id="{0E67251B-C5D7-3E4E-ADA0-A33C3FEA1306}"/>
                  </a:ext>
                </a:extLst>
              </p:cNvPr>
              <p:cNvCxnSpPr>
                <a:cxnSpLocks/>
                <a:stCxn id="631" idx="7"/>
                <a:endCxn id="632" idx="3"/>
              </p:cNvCxnSpPr>
              <p:nvPr/>
            </p:nvCxnSpPr>
            <p:spPr>
              <a:xfrm flipV="1">
                <a:off x="6156345" y="1282866"/>
                <a:ext cx="78645" cy="15581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9" name="Oval 628">
                <a:extLst>
                  <a:ext uri="{FF2B5EF4-FFF2-40B4-BE49-F238E27FC236}">
                    <a16:creationId xmlns:a16="http://schemas.microsoft.com/office/drawing/2014/main" id="{4D8A619C-A43D-C1B6-F2DF-E2CB1D753EA4}"/>
                  </a:ext>
                </a:extLst>
              </p:cNvPr>
              <p:cNvSpPr/>
              <p:nvPr/>
            </p:nvSpPr>
            <p:spPr>
              <a:xfrm>
                <a:off x="5628458" y="1409604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630" name="Oval 629">
                <a:extLst>
                  <a:ext uri="{FF2B5EF4-FFF2-40B4-BE49-F238E27FC236}">
                    <a16:creationId xmlns:a16="http://schemas.microsoft.com/office/drawing/2014/main" id="{DE577C40-CE10-906F-5C41-E0751BF46D63}"/>
                  </a:ext>
                </a:extLst>
              </p:cNvPr>
              <p:cNvSpPr/>
              <p:nvPr/>
            </p:nvSpPr>
            <p:spPr>
              <a:xfrm>
                <a:off x="5791931" y="1126495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631" name="Oval 630">
                <a:extLst>
                  <a:ext uri="{FF2B5EF4-FFF2-40B4-BE49-F238E27FC236}">
                    <a16:creationId xmlns:a16="http://schemas.microsoft.com/office/drawing/2014/main" id="{D896B1BB-3307-6600-BE2C-7CD3031FB435}"/>
                  </a:ext>
                </a:extLst>
              </p:cNvPr>
              <p:cNvSpPr/>
              <p:nvPr/>
            </p:nvSpPr>
            <p:spPr>
              <a:xfrm>
                <a:off x="6011945" y="141396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632" name="Oval 631">
                <a:extLst>
                  <a:ext uri="{FF2B5EF4-FFF2-40B4-BE49-F238E27FC236}">
                    <a16:creationId xmlns:a16="http://schemas.microsoft.com/office/drawing/2014/main" id="{B8175D3B-F03B-0BC4-F0A7-E416B01160A4}"/>
                  </a:ext>
                </a:extLst>
              </p:cNvPr>
              <p:cNvSpPr/>
              <p:nvPr/>
            </p:nvSpPr>
            <p:spPr>
              <a:xfrm>
                <a:off x="6210215" y="1138822"/>
                <a:ext cx="169175" cy="168758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cxnSp>
            <p:nvCxnSpPr>
              <p:cNvPr id="636" name="Straight Arrow Connector 635">
                <a:extLst>
                  <a:ext uri="{FF2B5EF4-FFF2-40B4-BE49-F238E27FC236}">
                    <a16:creationId xmlns:a16="http://schemas.microsoft.com/office/drawing/2014/main" id="{5D02ADDE-A623-4413-667C-26D44169A167}"/>
                  </a:ext>
                </a:extLst>
              </p:cNvPr>
              <p:cNvCxnSpPr>
                <a:cxnSpLocks/>
                <a:stCxn id="630" idx="5"/>
                <a:endCxn id="631" idx="1"/>
              </p:cNvCxnSpPr>
              <p:nvPr/>
            </p:nvCxnSpPr>
            <p:spPr>
              <a:xfrm>
                <a:off x="5936331" y="1270539"/>
                <a:ext cx="100389" cy="16813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87" name="Group 686">
                <a:extLst>
                  <a:ext uri="{FF2B5EF4-FFF2-40B4-BE49-F238E27FC236}">
                    <a16:creationId xmlns:a16="http://schemas.microsoft.com/office/drawing/2014/main" id="{5DDF716F-8016-1B86-5486-A7804B2D0D9D}"/>
                  </a:ext>
                </a:extLst>
              </p:cNvPr>
              <p:cNvGrpSpPr/>
              <p:nvPr/>
            </p:nvGrpSpPr>
            <p:grpSpPr>
              <a:xfrm>
                <a:off x="5554060" y="1686569"/>
                <a:ext cx="1018917" cy="257901"/>
                <a:chOff x="4332009" y="1447151"/>
                <a:chExt cx="1018917" cy="257901"/>
              </a:xfrm>
            </p:grpSpPr>
            <p:cxnSp>
              <p:nvCxnSpPr>
                <p:cNvPr id="659" name="Straight Arrow Connector 658">
                  <a:extLst>
                    <a:ext uri="{FF2B5EF4-FFF2-40B4-BE49-F238E27FC236}">
                      <a16:creationId xmlns:a16="http://schemas.microsoft.com/office/drawing/2014/main" id="{6253891A-1664-D80C-6D28-ADBA66115276}"/>
                    </a:ext>
                  </a:extLst>
                </p:cNvPr>
                <p:cNvCxnSpPr>
                  <a:cxnSpLocks/>
                  <a:stCxn id="661" idx="6"/>
                  <a:endCxn id="662" idx="2"/>
                </p:cNvCxnSpPr>
                <p:nvPr/>
              </p:nvCxnSpPr>
              <p:spPr>
                <a:xfrm>
                  <a:off x="4926451" y="1574595"/>
                  <a:ext cx="122762" cy="1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0" name="Oval 659">
                  <a:extLst>
                    <a:ext uri="{FF2B5EF4-FFF2-40B4-BE49-F238E27FC236}">
                      <a16:creationId xmlns:a16="http://schemas.microsoft.com/office/drawing/2014/main" id="{4E9A69A0-21C7-168B-9458-1921CDFBF1B7}"/>
                    </a:ext>
                  </a:extLst>
                </p:cNvPr>
                <p:cNvSpPr/>
                <p:nvPr/>
              </p:nvSpPr>
              <p:spPr>
                <a:xfrm>
                  <a:off x="4408406" y="1490911"/>
                  <a:ext cx="169175" cy="168758"/>
                </a:xfrm>
                <a:prstGeom prst="ellipse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1" name="Oval 660">
                  <a:extLst>
                    <a:ext uri="{FF2B5EF4-FFF2-40B4-BE49-F238E27FC236}">
                      <a16:creationId xmlns:a16="http://schemas.microsoft.com/office/drawing/2014/main" id="{58AE7E63-9EDE-4290-387E-553B905FC103}"/>
                    </a:ext>
                  </a:extLst>
                </p:cNvPr>
                <p:cNvSpPr/>
                <p:nvPr/>
              </p:nvSpPr>
              <p:spPr>
                <a:xfrm>
                  <a:off x="4757276" y="1490216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2" name="Oval 661">
                  <a:extLst>
                    <a:ext uri="{FF2B5EF4-FFF2-40B4-BE49-F238E27FC236}">
                      <a16:creationId xmlns:a16="http://schemas.microsoft.com/office/drawing/2014/main" id="{EF5C3DCD-1372-D2F8-CAF2-008A4061CBBA}"/>
                    </a:ext>
                  </a:extLst>
                </p:cNvPr>
                <p:cNvSpPr/>
                <p:nvPr/>
              </p:nvSpPr>
              <p:spPr>
                <a:xfrm>
                  <a:off x="5049213" y="149021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663" name="Straight Arrow Connector 662">
                  <a:extLst>
                    <a:ext uri="{FF2B5EF4-FFF2-40B4-BE49-F238E27FC236}">
                      <a16:creationId xmlns:a16="http://schemas.microsoft.com/office/drawing/2014/main" id="{7FFD3241-EDC0-19A5-A009-0D8CC944D3DF}"/>
                    </a:ext>
                  </a:extLst>
                </p:cNvPr>
                <p:cNvCxnSpPr>
                  <a:cxnSpLocks/>
                  <a:stCxn id="660" idx="6"/>
                  <a:endCxn id="661" idx="2"/>
                </p:cNvCxnSpPr>
                <p:nvPr/>
              </p:nvCxnSpPr>
              <p:spPr>
                <a:xfrm flipV="1">
                  <a:off x="4577581" y="1574595"/>
                  <a:ext cx="179695" cy="695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82" name="TextBox 681">
                  <a:extLst>
                    <a:ext uri="{FF2B5EF4-FFF2-40B4-BE49-F238E27FC236}">
                      <a16:creationId xmlns:a16="http://schemas.microsoft.com/office/drawing/2014/main" id="{541E6308-E7B0-3480-2249-91D2144CCAD2}"/>
                    </a:ext>
                  </a:extLst>
                </p:cNvPr>
                <p:cNvSpPr txBox="1"/>
                <p:nvPr/>
              </p:nvSpPr>
              <p:spPr>
                <a:xfrm>
                  <a:off x="4332009" y="145883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14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4" name="TextBox 683">
                  <a:extLst>
                    <a:ext uri="{FF2B5EF4-FFF2-40B4-BE49-F238E27FC236}">
                      <a16:creationId xmlns:a16="http://schemas.microsoft.com/office/drawing/2014/main" id="{E7EDF7E5-7056-189A-4486-A7E540523759}"/>
                    </a:ext>
                  </a:extLst>
                </p:cNvPr>
                <p:cNvSpPr txBox="1"/>
                <p:nvPr/>
              </p:nvSpPr>
              <p:spPr>
                <a:xfrm>
                  <a:off x="4690850" y="1458280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17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5" name="TextBox 684">
                  <a:extLst>
                    <a:ext uri="{FF2B5EF4-FFF2-40B4-BE49-F238E27FC236}">
                      <a16:creationId xmlns:a16="http://schemas.microsoft.com/office/drawing/2014/main" id="{06CD73EB-0A6D-2CB6-47F5-3CCD8D373101}"/>
                    </a:ext>
                  </a:extLst>
                </p:cNvPr>
                <p:cNvSpPr txBox="1"/>
                <p:nvPr/>
              </p:nvSpPr>
              <p:spPr>
                <a:xfrm>
                  <a:off x="4976495" y="1447151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18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1FA6775D-5DB2-1ED7-B0D1-3C72B55394AD}"/>
                  </a:ext>
                </a:extLst>
              </p:cNvPr>
              <p:cNvGrpSpPr/>
              <p:nvPr/>
            </p:nvGrpSpPr>
            <p:grpSpPr>
              <a:xfrm>
                <a:off x="4750305" y="521896"/>
                <a:ext cx="957185" cy="532306"/>
                <a:chOff x="4375415" y="519358"/>
                <a:chExt cx="957185" cy="532306"/>
              </a:xfrm>
            </p:grpSpPr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9359FC29-7044-E16A-93B9-9AE04762C30E}"/>
                    </a:ext>
                  </a:extLst>
                </p:cNvPr>
                <p:cNvSpPr/>
                <p:nvPr/>
              </p:nvSpPr>
              <p:spPr>
                <a:xfrm>
                  <a:off x="4433652" y="519358"/>
                  <a:ext cx="779013" cy="524385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89" name="Oval 688">
                  <a:extLst>
                    <a:ext uri="{FF2B5EF4-FFF2-40B4-BE49-F238E27FC236}">
                      <a16:creationId xmlns:a16="http://schemas.microsoft.com/office/drawing/2014/main" id="{EFA001B8-112D-59F4-4791-01A48D968C57}"/>
                    </a:ext>
                  </a:extLst>
                </p:cNvPr>
                <p:cNvSpPr/>
                <p:nvPr/>
              </p:nvSpPr>
              <p:spPr>
                <a:xfrm>
                  <a:off x="4447351" y="84937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706" name="Oval 705">
                  <a:extLst>
                    <a:ext uri="{FF2B5EF4-FFF2-40B4-BE49-F238E27FC236}">
                      <a16:creationId xmlns:a16="http://schemas.microsoft.com/office/drawing/2014/main" id="{45F39110-0088-A46C-E933-2230C596150E}"/>
                    </a:ext>
                  </a:extLst>
                </p:cNvPr>
                <p:cNvSpPr/>
                <p:nvPr/>
              </p:nvSpPr>
              <p:spPr>
                <a:xfrm>
                  <a:off x="4448373" y="579601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endPara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14" name="Straight Arrow Connector 713">
                  <a:extLst>
                    <a:ext uri="{FF2B5EF4-FFF2-40B4-BE49-F238E27FC236}">
                      <a16:creationId xmlns:a16="http://schemas.microsoft.com/office/drawing/2014/main" id="{D3F95326-53C6-6589-D6FC-56268DA7BE63}"/>
                    </a:ext>
                  </a:extLst>
                </p:cNvPr>
                <p:cNvCxnSpPr>
                  <a:cxnSpLocks/>
                  <a:stCxn id="689" idx="0"/>
                  <a:endCxn id="706" idx="4"/>
                </p:cNvCxnSpPr>
                <p:nvPr/>
              </p:nvCxnSpPr>
              <p:spPr>
                <a:xfrm flipV="1">
                  <a:off x="4531939" y="748359"/>
                  <a:ext cx="1022" cy="10101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4" name="TextBox 733">
                  <a:extLst>
                    <a:ext uri="{FF2B5EF4-FFF2-40B4-BE49-F238E27FC236}">
                      <a16:creationId xmlns:a16="http://schemas.microsoft.com/office/drawing/2014/main" id="{3142E1C4-A963-C7CF-FBB6-F683481F1CB0}"/>
                    </a:ext>
                  </a:extLst>
                </p:cNvPr>
                <p:cNvSpPr txBox="1"/>
                <p:nvPr/>
              </p:nvSpPr>
              <p:spPr>
                <a:xfrm>
                  <a:off x="4375415" y="540869"/>
                  <a:ext cx="374431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735" name="Straight Arrow Connector 734">
                  <a:extLst>
                    <a:ext uri="{FF2B5EF4-FFF2-40B4-BE49-F238E27FC236}">
                      <a16:creationId xmlns:a16="http://schemas.microsoft.com/office/drawing/2014/main" id="{FBF85187-19C5-66F9-A6B4-779D7D9F9AA5}"/>
                    </a:ext>
                  </a:extLst>
                </p:cNvPr>
                <p:cNvCxnSpPr>
                  <a:cxnSpLocks/>
                  <a:stCxn id="689" idx="6"/>
                </p:cNvCxnSpPr>
                <p:nvPr/>
              </p:nvCxnSpPr>
              <p:spPr>
                <a:xfrm>
                  <a:off x="4616526" y="933754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8" name="Straight Arrow Connector 737">
                  <a:extLst>
                    <a:ext uri="{FF2B5EF4-FFF2-40B4-BE49-F238E27FC236}">
                      <a16:creationId xmlns:a16="http://schemas.microsoft.com/office/drawing/2014/main" id="{A0634BB5-9F84-7EE6-334D-BDE0C1D01D3D}"/>
                    </a:ext>
                  </a:extLst>
                </p:cNvPr>
                <p:cNvCxnSpPr>
                  <a:cxnSpLocks/>
                  <a:stCxn id="706" idx="6"/>
                </p:cNvCxnSpPr>
                <p:nvPr/>
              </p:nvCxnSpPr>
              <p:spPr>
                <a:xfrm>
                  <a:off x="4617548" y="663980"/>
                  <a:ext cx="135921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55" name="Group 754">
                  <a:extLst>
                    <a:ext uri="{FF2B5EF4-FFF2-40B4-BE49-F238E27FC236}">
                      <a16:creationId xmlns:a16="http://schemas.microsoft.com/office/drawing/2014/main" id="{A149E826-A02A-7B80-82FF-CAB222E9114E}"/>
                    </a:ext>
                  </a:extLst>
                </p:cNvPr>
                <p:cNvGrpSpPr/>
                <p:nvPr/>
              </p:nvGrpSpPr>
              <p:grpSpPr>
                <a:xfrm>
                  <a:off x="4759777" y="841926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48" name="Rectangle 747">
                    <a:extLst>
                      <a:ext uri="{FF2B5EF4-FFF2-40B4-BE49-F238E27FC236}">
                        <a16:creationId xmlns:a16="http://schemas.microsoft.com/office/drawing/2014/main" id="{846E2AED-154C-5505-801A-52BC3BD0B7F4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49" name="Rectangle 748">
                    <a:extLst>
                      <a:ext uri="{FF2B5EF4-FFF2-40B4-BE49-F238E27FC236}">
                        <a16:creationId xmlns:a16="http://schemas.microsoft.com/office/drawing/2014/main" id="{9E5180B0-C1EA-892F-A3CC-66BA01A4A747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0" name="Rectangle 749">
                    <a:extLst>
                      <a:ext uri="{FF2B5EF4-FFF2-40B4-BE49-F238E27FC236}">
                        <a16:creationId xmlns:a16="http://schemas.microsoft.com/office/drawing/2014/main" id="{90C65CEF-65C8-E803-4954-BAC6AEAC6040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3" name="TextBox 752">
                  <a:extLst>
                    <a:ext uri="{FF2B5EF4-FFF2-40B4-BE49-F238E27FC236}">
                      <a16:creationId xmlns:a16="http://schemas.microsoft.com/office/drawing/2014/main" id="{76F76371-C913-FEE2-FFC7-BF5451379846}"/>
                    </a:ext>
                  </a:extLst>
                </p:cNvPr>
                <p:cNvSpPr txBox="1"/>
                <p:nvPr/>
              </p:nvSpPr>
              <p:spPr>
                <a:xfrm>
                  <a:off x="4707304" y="805443"/>
                  <a:ext cx="515079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1  2  3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9A1A294B-1E49-0F68-29A5-A39A7AE07BEB}"/>
                    </a:ext>
                  </a:extLst>
                </p:cNvPr>
                <p:cNvGrpSpPr/>
                <p:nvPr/>
              </p:nvGrpSpPr>
              <p:grpSpPr>
                <a:xfrm>
                  <a:off x="4753469" y="579603"/>
                  <a:ext cx="411263" cy="168756"/>
                  <a:chOff x="4759777" y="841926"/>
                  <a:chExt cx="411263" cy="168756"/>
                </a:xfrm>
              </p:grpSpPr>
              <p:sp>
                <p:nvSpPr>
                  <p:cNvPr id="757" name="Rectangle 756">
                    <a:extLst>
                      <a:ext uri="{FF2B5EF4-FFF2-40B4-BE49-F238E27FC236}">
                        <a16:creationId xmlns:a16="http://schemas.microsoft.com/office/drawing/2014/main" id="{5E68B78C-7EBC-845F-5C68-77C8D727A8A1}"/>
                      </a:ext>
                    </a:extLst>
                  </p:cNvPr>
                  <p:cNvSpPr/>
                  <p:nvPr/>
                </p:nvSpPr>
                <p:spPr>
                  <a:xfrm>
                    <a:off x="4759777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8" name="Rectangle 757">
                    <a:extLst>
                      <a:ext uri="{FF2B5EF4-FFF2-40B4-BE49-F238E27FC236}">
                        <a16:creationId xmlns:a16="http://schemas.microsoft.com/office/drawing/2014/main" id="{C5F916A2-D630-4025-0C19-FA02069C0E78}"/>
                      </a:ext>
                    </a:extLst>
                  </p:cNvPr>
                  <p:cNvSpPr/>
                  <p:nvPr/>
                </p:nvSpPr>
                <p:spPr>
                  <a:xfrm>
                    <a:off x="4899198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9" name="Rectangle 758">
                    <a:extLst>
                      <a:ext uri="{FF2B5EF4-FFF2-40B4-BE49-F238E27FC236}">
                        <a16:creationId xmlns:a16="http://schemas.microsoft.com/office/drawing/2014/main" id="{B266A806-4615-1205-8A6D-8905446150BE}"/>
                      </a:ext>
                    </a:extLst>
                  </p:cNvPr>
                  <p:cNvSpPr/>
                  <p:nvPr/>
                </p:nvSpPr>
                <p:spPr>
                  <a:xfrm>
                    <a:off x="5035119" y="841926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54" name="TextBox 753">
                  <a:extLst>
                    <a:ext uri="{FF2B5EF4-FFF2-40B4-BE49-F238E27FC236}">
                      <a16:creationId xmlns:a16="http://schemas.microsoft.com/office/drawing/2014/main" id="{1BE6F899-1DA0-49CB-07BF-E9527674E440}"/>
                    </a:ext>
                  </a:extLst>
                </p:cNvPr>
                <p:cNvSpPr txBox="1"/>
                <p:nvPr/>
              </p:nvSpPr>
              <p:spPr>
                <a:xfrm>
                  <a:off x="4660806" y="547588"/>
                  <a:ext cx="671794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10 1112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62" name="Straight Connector 761">
                <a:extLst>
                  <a:ext uri="{FF2B5EF4-FFF2-40B4-BE49-F238E27FC236}">
                    <a16:creationId xmlns:a16="http://schemas.microsoft.com/office/drawing/2014/main" id="{4CD450FC-C7D8-373C-8808-A24D70D0DCF6}"/>
                  </a:ext>
                </a:extLst>
              </p:cNvPr>
              <p:cNvCxnSpPr>
                <a:cxnSpLocks/>
                <a:endCxn id="630" idx="1"/>
              </p:cNvCxnSpPr>
              <p:nvPr/>
            </p:nvCxnSpPr>
            <p:spPr>
              <a:xfrm>
                <a:off x="5582146" y="796347"/>
                <a:ext cx="234560" cy="354862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2" name="Group 781">
                <a:extLst>
                  <a:ext uri="{FF2B5EF4-FFF2-40B4-BE49-F238E27FC236}">
                    <a16:creationId xmlns:a16="http://schemas.microsoft.com/office/drawing/2014/main" id="{E863648E-384C-77D9-3333-A222BCCC7F62}"/>
                  </a:ext>
                </a:extLst>
              </p:cNvPr>
              <p:cNvGrpSpPr/>
              <p:nvPr/>
            </p:nvGrpSpPr>
            <p:grpSpPr>
              <a:xfrm>
                <a:off x="4750305" y="2054080"/>
                <a:ext cx="1949322" cy="478959"/>
                <a:chOff x="4250193" y="2128157"/>
                <a:chExt cx="1949322" cy="478959"/>
              </a:xfrm>
            </p:grpSpPr>
            <p:grpSp>
              <p:nvGrpSpPr>
                <p:cNvPr id="781" name="Group 780">
                  <a:extLst>
                    <a:ext uri="{FF2B5EF4-FFF2-40B4-BE49-F238E27FC236}">
                      <a16:creationId xmlns:a16="http://schemas.microsoft.com/office/drawing/2014/main" id="{F58BCEA6-C8C3-77C3-E67E-AE1DB781F640}"/>
                    </a:ext>
                  </a:extLst>
                </p:cNvPr>
                <p:cNvGrpSpPr/>
                <p:nvPr/>
              </p:nvGrpSpPr>
              <p:grpSpPr>
                <a:xfrm>
                  <a:off x="4250193" y="2128157"/>
                  <a:ext cx="976642" cy="478959"/>
                  <a:chOff x="4250193" y="2128157"/>
                  <a:chExt cx="976642" cy="478959"/>
                </a:xfrm>
              </p:grpSpPr>
              <p:sp>
                <p:nvSpPr>
                  <p:cNvPr id="770" name="Rectangle 769">
                    <a:extLst>
                      <a:ext uri="{FF2B5EF4-FFF2-40B4-BE49-F238E27FC236}">
                        <a16:creationId xmlns:a16="http://schemas.microsoft.com/office/drawing/2014/main" id="{D91FB30D-C245-227B-5871-040814092C68}"/>
                      </a:ext>
                    </a:extLst>
                  </p:cNvPr>
                  <p:cNvSpPr/>
                  <p:nvPr/>
                </p:nvSpPr>
                <p:spPr>
                  <a:xfrm>
                    <a:off x="4310653" y="2128157"/>
                    <a:ext cx="916182" cy="478959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B81730F2-562D-D956-81A1-C0193D7BB484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72" name="Straight Arrow Connector 771">
                    <a:extLst>
                      <a:ext uri="{FF2B5EF4-FFF2-40B4-BE49-F238E27FC236}">
                        <a16:creationId xmlns:a16="http://schemas.microsoft.com/office/drawing/2014/main" id="{A0E28207-722F-3321-3C24-0C8D7F10BE2E}"/>
                      </a:ext>
                    </a:extLst>
                  </p:cNvPr>
                  <p:cNvCxnSpPr>
                    <a:cxnSpLocks/>
                    <a:stCxn id="771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TextBox 772">
                    <a:extLst>
                      <a:ext uri="{FF2B5EF4-FFF2-40B4-BE49-F238E27FC236}">
                        <a16:creationId xmlns:a16="http://schemas.microsoft.com/office/drawing/2014/main" id="{C271C8AB-C3A5-7686-8E52-8047FDA65737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286" y="2135498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1  2  3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4" name="Rectangle 773">
                    <a:extLst>
                      <a:ext uri="{FF2B5EF4-FFF2-40B4-BE49-F238E27FC236}">
                        <a16:creationId xmlns:a16="http://schemas.microsoft.com/office/drawing/2014/main" id="{FBD9D043-6F3F-805C-20FA-D29ECD744D08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5" name="Rectangle 774">
                    <a:extLst>
                      <a:ext uri="{FF2B5EF4-FFF2-40B4-BE49-F238E27FC236}">
                        <a16:creationId xmlns:a16="http://schemas.microsoft.com/office/drawing/2014/main" id="{5E7AB80F-3165-4A91-E29C-53A2E6108C84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6" name="Rectangle 775">
                    <a:extLst>
                      <a:ext uri="{FF2B5EF4-FFF2-40B4-BE49-F238E27FC236}">
                        <a16:creationId xmlns:a16="http://schemas.microsoft.com/office/drawing/2014/main" id="{3787FBFA-0216-597F-DA10-A3E61398277D}"/>
                      </a:ext>
                    </a:extLst>
                  </p:cNvPr>
                  <p:cNvSpPr/>
                  <p:nvPr/>
                </p:nvSpPr>
                <p:spPr>
                  <a:xfrm>
                    <a:off x="4914567" y="2174301"/>
                    <a:ext cx="135921" cy="16970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7" name="TextBox 776">
                    <a:extLst>
                      <a:ext uri="{FF2B5EF4-FFF2-40B4-BE49-F238E27FC236}">
                        <a16:creationId xmlns:a16="http://schemas.microsoft.com/office/drawing/2014/main" id="{F0D878AD-434D-73A4-8577-848A8741CCB3}"/>
                      </a:ext>
                    </a:extLst>
                  </p:cNvPr>
                  <p:cNvSpPr txBox="1"/>
                  <p:nvPr/>
                </p:nvSpPr>
                <p:spPr>
                  <a:xfrm>
                    <a:off x="4250193" y="2136120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79" name="Rectangle 778">
                    <a:extLst>
                      <a:ext uri="{FF2B5EF4-FFF2-40B4-BE49-F238E27FC236}">
                        <a16:creationId xmlns:a16="http://schemas.microsoft.com/office/drawing/2014/main" id="{11C1FDAA-7F81-1421-C538-2261DED1498D}"/>
                      </a:ext>
                    </a:extLst>
                  </p:cNvPr>
                  <p:cNvSpPr/>
                  <p:nvPr/>
                </p:nvSpPr>
                <p:spPr>
                  <a:xfrm>
                    <a:off x="5046898" y="2175247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78" name="TextBox 777">
                  <a:extLst>
                    <a:ext uri="{FF2B5EF4-FFF2-40B4-BE49-F238E27FC236}">
                      <a16:creationId xmlns:a16="http://schemas.microsoft.com/office/drawing/2014/main" id="{48D8B4A9-AA40-643E-1FB5-92564937A8C0}"/>
                    </a:ext>
                  </a:extLst>
                </p:cNvPr>
                <p:cNvSpPr txBox="1"/>
                <p:nvPr/>
              </p:nvSpPr>
              <p:spPr>
                <a:xfrm>
                  <a:off x="5342788" y="2319534"/>
                  <a:ext cx="856727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13 141516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3" name="Straight Connector 782">
                <a:extLst>
                  <a:ext uri="{FF2B5EF4-FFF2-40B4-BE49-F238E27FC236}">
                    <a16:creationId xmlns:a16="http://schemas.microsoft.com/office/drawing/2014/main" id="{4D4338A6-B2FF-A67A-E863-A9A0A0080819}"/>
                  </a:ext>
                </a:extLst>
              </p:cNvPr>
              <p:cNvCxnSpPr>
                <a:cxnSpLocks/>
                <a:stCxn id="770" idx="0"/>
                <a:endCxn id="660" idx="3"/>
              </p:cNvCxnSpPr>
              <p:nvPr/>
            </p:nvCxnSpPr>
            <p:spPr>
              <a:xfrm flipV="1">
                <a:off x="5268856" y="1874373"/>
                <a:ext cx="386376" cy="179707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D7D0FB42-6FE1-1C87-55E8-4D313710390E}"/>
                  </a:ext>
                </a:extLst>
              </p:cNvPr>
              <p:cNvGrpSpPr/>
              <p:nvPr/>
            </p:nvGrpSpPr>
            <p:grpSpPr>
              <a:xfrm>
                <a:off x="4813914" y="1330837"/>
                <a:ext cx="826742" cy="253562"/>
                <a:chOff x="4286667" y="2128157"/>
                <a:chExt cx="826742" cy="253562"/>
              </a:xfrm>
            </p:grpSpPr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4F52800B-4042-3605-A97F-308562D6BE0C}"/>
                    </a:ext>
                  </a:extLst>
                </p:cNvPr>
                <p:cNvGrpSpPr/>
                <p:nvPr/>
              </p:nvGrpSpPr>
              <p:grpSpPr>
                <a:xfrm>
                  <a:off x="4286667" y="2128157"/>
                  <a:ext cx="826742" cy="248541"/>
                  <a:chOff x="4286667" y="2128157"/>
                  <a:chExt cx="826742" cy="248541"/>
                </a:xfrm>
              </p:grpSpPr>
              <p:sp>
                <p:nvSpPr>
                  <p:cNvPr id="792" name="Rectangle 791">
                    <a:extLst>
                      <a:ext uri="{FF2B5EF4-FFF2-40B4-BE49-F238E27FC236}">
                        <a16:creationId xmlns:a16="http://schemas.microsoft.com/office/drawing/2014/main" id="{63B82784-D782-B394-6247-71EF5195B9C6}"/>
                      </a:ext>
                    </a:extLst>
                  </p:cNvPr>
                  <p:cNvSpPr/>
                  <p:nvPr/>
                </p:nvSpPr>
                <p:spPr>
                  <a:xfrm>
                    <a:off x="4307202" y="2128157"/>
                    <a:ext cx="653773" cy="246221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93" name="Oval 792">
                    <a:extLst>
                      <a:ext uri="{FF2B5EF4-FFF2-40B4-BE49-F238E27FC236}">
                        <a16:creationId xmlns:a16="http://schemas.microsoft.com/office/drawing/2014/main" id="{5AB926A4-DAC4-380D-83D5-7FB67C9F08A1}"/>
                      </a:ext>
                    </a:extLst>
                  </p:cNvPr>
                  <p:cNvSpPr/>
                  <p:nvPr/>
                </p:nvSpPr>
                <p:spPr>
                  <a:xfrm>
                    <a:off x="4324352" y="2180010"/>
                    <a:ext cx="169175" cy="168758"/>
                  </a:xfrm>
                  <a:prstGeom prst="ellipse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tx1"/>
                    </a:solidFill>
                    <a:headEnd w="sm" len="sm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 anchorCtr="1"/>
                  <a:lstStyle/>
                  <a:p>
                    <a:pPr algn="ctr"/>
                    <a:endPara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94" name="Straight Arrow Connector 793">
                    <a:extLst>
                      <a:ext uri="{FF2B5EF4-FFF2-40B4-BE49-F238E27FC236}">
                        <a16:creationId xmlns:a16="http://schemas.microsoft.com/office/drawing/2014/main" id="{B90B668E-2CAD-0D5E-90B1-5597AE3790F6}"/>
                      </a:ext>
                    </a:extLst>
                  </p:cNvPr>
                  <p:cNvCxnSpPr>
                    <a:cxnSpLocks/>
                    <a:stCxn id="793" idx="6"/>
                  </p:cNvCxnSpPr>
                  <p:nvPr/>
                </p:nvCxnSpPr>
                <p:spPr>
                  <a:xfrm>
                    <a:off x="4493527" y="2264389"/>
                    <a:ext cx="135921" cy="0"/>
                  </a:xfrm>
                  <a:prstGeom prst="straightConnector1">
                    <a:avLst/>
                  </a:prstGeom>
                  <a:ln w="9525" cmpd="sng">
                    <a:solidFill>
                      <a:schemeClr val="tx1"/>
                    </a:solidFill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5" name="TextBox 794">
                    <a:extLst>
                      <a:ext uri="{FF2B5EF4-FFF2-40B4-BE49-F238E27FC236}">
                        <a16:creationId xmlns:a16="http://schemas.microsoft.com/office/drawing/2014/main" id="{F8920021-5662-65CA-5383-A2E669CD3AF4}"/>
                      </a:ext>
                    </a:extLst>
                  </p:cNvPr>
                  <p:cNvSpPr txBox="1"/>
                  <p:nvPr/>
                </p:nvSpPr>
                <p:spPr>
                  <a:xfrm>
                    <a:off x="4598330" y="2128157"/>
                    <a:ext cx="51507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6" name="Rectangle 795">
                    <a:extLst>
                      <a:ext uri="{FF2B5EF4-FFF2-40B4-BE49-F238E27FC236}">
                        <a16:creationId xmlns:a16="http://schemas.microsoft.com/office/drawing/2014/main" id="{6AC7F025-ED61-8596-7728-5253A3943017}"/>
                      </a:ext>
                    </a:extLst>
                  </p:cNvPr>
                  <p:cNvSpPr/>
                  <p:nvPr/>
                </p:nvSpPr>
                <p:spPr>
                  <a:xfrm>
                    <a:off x="4639225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7" name="Rectangle 796">
                    <a:extLst>
                      <a:ext uri="{FF2B5EF4-FFF2-40B4-BE49-F238E27FC236}">
                        <a16:creationId xmlns:a16="http://schemas.microsoft.com/office/drawing/2014/main" id="{773779EC-F9C8-E20D-4AC5-CFDF7C5DF4C7}"/>
                      </a:ext>
                    </a:extLst>
                  </p:cNvPr>
                  <p:cNvSpPr/>
                  <p:nvPr/>
                </p:nvSpPr>
                <p:spPr>
                  <a:xfrm>
                    <a:off x="4778646" y="2174301"/>
                    <a:ext cx="135921" cy="168756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9" name="TextBox 798">
                    <a:extLst>
                      <a:ext uri="{FF2B5EF4-FFF2-40B4-BE49-F238E27FC236}">
                        <a16:creationId xmlns:a16="http://schemas.microsoft.com/office/drawing/2014/main" id="{47C96922-371C-409B-8419-D4979A101459}"/>
                      </a:ext>
                    </a:extLst>
                  </p:cNvPr>
                  <p:cNvSpPr txBox="1"/>
                  <p:nvPr/>
                </p:nvSpPr>
                <p:spPr>
                  <a:xfrm>
                    <a:off x="4286667" y="2130477"/>
                    <a:ext cx="374431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  <a:endParaRPr lang="zh-CN" altLang="en-US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791" name="TextBox 790">
                  <a:extLst>
                    <a:ext uri="{FF2B5EF4-FFF2-40B4-BE49-F238E27FC236}">
                      <a16:creationId xmlns:a16="http://schemas.microsoft.com/office/drawing/2014/main" id="{BE7EA958-EDBC-82D5-6456-9C1D5BE73794}"/>
                    </a:ext>
                  </a:extLst>
                </p:cNvPr>
                <p:cNvSpPr txBox="1"/>
                <p:nvPr/>
              </p:nvSpPr>
              <p:spPr>
                <a:xfrm>
                  <a:off x="4556084" y="2135498"/>
                  <a:ext cx="42275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4  5</a:t>
                  </a:r>
                  <a:endParaRPr lang="zh-CN" altLang="en-US" sz="10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822" name="Straight Connector 821">
                <a:extLst>
                  <a:ext uri="{FF2B5EF4-FFF2-40B4-BE49-F238E27FC236}">
                    <a16:creationId xmlns:a16="http://schemas.microsoft.com/office/drawing/2014/main" id="{482899C2-CC63-1D56-5BA3-72CBB9B33684}"/>
                  </a:ext>
                </a:extLst>
              </p:cNvPr>
              <p:cNvCxnSpPr>
                <a:cxnSpLocks/>
                <a:stCxn id="791" idx="3"/>
                <a:endCxn id="629" idx="2"/>
              </p:cNvCxnSpPr>
              <p:nvPr/>
            </p:nvCxnSpPr>
            <p:spPr>
              <a:xfrm>
                <a:off x="5506081" y="1461289"/>
                <a:ext cx="122377" cy="32694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1" name="Straight Connector 840">
                <a:extLst>
                  <a:ext uri="{FF2B5EF4-FFF2-40B4-BE49-F238E27FC236}">
                    <a16:creationId xmlns:a16="http://schemas.microsoft.com/office/drawing/2014/main" id="{E5CF7332-8832-7E38-F151-58AD74A9DBC4}"/>
                  </a:ext>
                </a:extLst>
              </p:cNvPr>
              <p:cNvCxnSpPr>
                <a:cxnSpLocks/>
                <a:endCxn id="632" idx="0"/>
              </p:cNvCxnSpPr>
              <p:nvPr/>
            </p:nvCxnSpPr>
            <p:spPr>
              <a:xfrm>
                <a:off x="6085755" y="768117"/>
                <a:ext cx="209048" cy="370705"/>
              </a:xfrm>
              <a:prstGeom prst="line">
                <a:avLst/>
              </a:prstGeom>
              <a:ln w="1270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D49CC35A-9C01-A08E-2FD6-A53C2ACC936C}"/>
                </a:ext>
              </a:extLst>
            </p:cNvPr>
            <p:cNvSpPr txBox="1"/>
            <p:nvPr/>
          </p:nvSpPr>
          <p:spPr>
            <a:xfrm>
              <a:off x="5679465" y="580542"/>
              <a:ext cx="85672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7  8  9</a:t>
              </a:r>
              <a:endParaRPr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53" name="Rectangle 852">
            <a:extLst>
              <a:ext uri="{FF2B5EF4-FFF2-40B4-BE49-F238E27FC236}">
                <a16:creationId xmlns:a16="http://schemas.microsoft.com/office/drawing/2014/main" id="{332031F4-1DFC-C599-47D0-19DC394334BD}"/>
              </a:ext>
            </a:extLst>
          </p:cNvPr>
          <p:cNvSpPr/>
          <p:nvPr/>
        </p:nvSpPr>
        <p:spPr>
          <a:xfrm>
            <a:off x="6400837" y="309656"/>
            <a:ext cx="1292537" cy="2518947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7" name="Arrow: Right 107">
            <a:extLst>
              <a:ext uri="{FF2B5EF4-FFF2-40B4-BE49-F238E27FC236}">
                <a16:creationId xmlns:a16="http://schemas.microsoft.com/office/drawing/2014/main" id="{6090269D-79E8-C4B6-045D-5500C278233C}"/>
              </a:ext>
            </a:extLst>
          </p:cNvPr>
          <p:cNvSpPr/>
          <p:nvPr/>
        </p:nvSpPr>
        <p:spPr>
          <a:xfrm>
            <a:off x="6213360" y="141187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78705BA3-7BE8-648B-CE11-836A759DC5F8}"/>
              </a:ext>
            </a:extLst>
          </p:cNvPr>
          <p:cNvSpPr/>
          <p:nvPr/>
        </p:nvSpPr>
        <p:spPr>
          <a:xfrm>
            <a:off x="6468736" y="594182"/>
            <a:ext cx="1157504" cy="246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Graph Computation</a:t>
            </a: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B2A76250-52E3-3BF5-D551-74F5BF440E6D}"/>
              </a:ext>
            </a:extLst>
          </p:cNvPr>
          <p:cNvSpPr/>
          <p:nvPr/>
        </p:nvSpPr>
        <p:spPr>
          <a:xfrm>
            <a:off x="6468736" y="838798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Traversal</a:t>
            </a: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39FEDAAB-36BB-55C6-D33B-98277EFFA0EF}"/>
              </a:ext>
            </a:extLst>
          </p:cNvPr>
          <p:cNvSpPr/>
          <p:nvPr/>
        </p:nvSpPr>
        <p:spPr>
          <a:xfrm>
            <a:off x="7044364" y="840002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BFS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9368A773-1793-3B65-F8B4-DC4226A62AD0}"/>
              </a:ext>
            </a:extLst>
          </p:cNvPr>
          <p:cNvSpPr/>
          <p:nvPr/>
        </p:nvSpPr>
        <p:spPr>
          <a:xfrm>
            <a:off x="6471174" y="1291269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Path finding</a:t>
            </a: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2B0F8082-98A2-A95D-182B-F0204DD8E5CB}"/>
              </a:ext>
            </a:extLst>
          </p:cNvPr>
          <p:cNvSpPr/>
          <p:nvPr/>
        </p:nvSpPr>
        <p:spPr>
          <a:xfrm>
            <a:off x="7046802" y="1292473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SSSP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KSP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APSP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1D237B35-B7A1-50A9-DBD6-E3FEEAEDBB2E}"/>
              </a:ext>
            </a:extLst>
          </p:cNvPr>
          <p:cNvSpPr/>
          <p:nvPr/>
        </p:nvSpPr>
        <p:spPr>
          <a:xfrm>
            <a:off x="6475771" y="1747996"/>
            <a:ext cx="57562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Centrality</a:t>
            </a: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02B883EA-52F2-A6E0-D269-01FF774957E3}"/>
              </a:ext>
            </a:extLst>
          </p:cNvPr>
          <p:cNvSpPr/>
          <p:nvPr/>
        </p:nvSpPr>
        <p:spPr>
          <a:xfrm>
            <a:off x="7051399" y="1749200"/>
            <a:ext cx="579438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BC</a:t>
            </a:r>
          </a:p>
          <a:p>
            <a:pPr lvl="0" algn="ctr"/>
            <a:r>
              <a:rPr lang="en-US" sz="1000" i="1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CC</a:t>
            </a:r>
            <a:endParaRPr lang="en-US" sz="1000" dirty="0">
              <a:solidFill>
                <a:prstClr val="black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79896E7C-D375-31C2-527D-38F56DA5D79E}"/>
              </a:ext>
            </a:extLst>
          </p:cNvPr>
          <p:cNvSpPr/>
          <p:nvPr/>
        </p:nvSpPr>
        <p:spPr>
          <a:xfrm>
            <a:off x="6475770" y="2205990"/>
            <a:ext cx="1155067" cy="2984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US" sz="1000" dirty="0">
                <a:solidFill>
                  <a:prstClr val="black"/>
                </a:solidFill>
                <a:latin typeface="Times New Roman" charset="0"/>
                <a:ea typeface="Times New Roman" charset="0"/>
                <a:cs typeface="Times New Roman" charset="0"/>
              </a:rPr>
              <a:t>Connectivity detection</a:t>
            </a:r>
          </a:p>
        </p:txBody>
      </p:sp>
      <p:sp>
        <p:nvSpPr>
          <p:cNvPr id="870" name="TextBox 869">
            <a:extLst>
              <a:ext uri="{FF2B5EF4-FFF2-40B4-BE49-F238E27FC236}">
                <a16:creationId xmlns:a16="http://schemas.microsoft.com/office/drawing/2014/main" id="{0C08B5B8-5947-36D5-2775-0497F46BAA30}"/>
              </a:ext>
            </a:extLst>
          </p:cNvPr>
          <p:cNvSpPr txBox="1"/>
          <p:nvPr/>
        </p:nvSpPr>
        <p:spPr>
          <a:xfrm>
            <a:off x="6354266" y="2573666"/>
            <a:ext cx="1418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GIR Application</a:t>
            </a:r>
          </a:p>
        </p:txBody>
      </p:sp>
      <p:sp>
        <p:nvSpPr>
          <p:cNvPr id="872" name="TextBox 871">
            <a:extLst>
              <a:ext uri="{FF2B5EF4-FFF2-40B4-BE49-F238E27FC236}">
                <a16:creationId xmlns:a16="http://schemas.microsoft.com/office/drawing/2014/main" id="{86E3AF99-06C6-E5C6-D9E1-ABC73065F3A5}"/>
              </a:ext>
            </a:extLst>
          </p:cNvPr>
          <p:cNvSpPr txBox="1"/>
          <p:nvPr/>
        </p:nvSpPr>
        <p:spPr>
          <a:xfrm>
            <a:off x="5374811" y="2149917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F01A7300-1807-77C7-A1A9-5E3DA1A1D0DF}"/>
              </a:ext>
            </a:extLst>
          </p:cNvPr>
          <p:cNvSpPr/>
          <p:nvPr/>
        </p:nvSpPr>
        <p:spPr>
          <a:xfrm>
            <a:off x="4644242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6B26B6B1-3EF2-5B25-C539-CBD461F167C3}"/>
              </a:ext>
            </a:extLst>
          </p:cNvPr>
          <p:cNvSpPr/>
          <p:nvPr/>
        </p:nvSpPr>
        <p:spPr>
          <a:xfrm>
            <a:off x="4783663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1A4A63CE-4957-D87C-4412-B1DF40508198}"/>
              </a:ext>
            </a:extLst>
          </p:cNvPr>
          <p:cNvSpPr/>
          <p:nvPr/>
        </p:nvSpPr>
        <p:spPr>
          <a:xfrm>
            <a:off x="4919584" y="2397291"/>
            <a:ext cx="135921" cy="169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9B03A652-CF20-4909-CD63-6B3AE836C646}"/>
              </a:ext>
            </a:extLst>
          </p:cNvPr>
          <p:cNvSpPr/>
          <p:nvPr/>
        </p:nvSpPr>
        <p:spPr>
          <a:xfrm>
            <a:off x="5051915" y="2398237"/>
            <a:ext cx="135921" cy="16875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0" name="Oval 879">
            <a:extLst>
              <a:ext uri="{FF2B5EF4-FFF2-40B4-BE49-F238E27FC236}">
                <a16:creationId xmlns:a16="http://schemas.microsoft.com/office/drawing/2014/main" id="{1F01121F-CC37-678C-11D0-67537B8FA8E8}"/>
              </a:ext>
            </a:extLst>
          </p:cNvPr>
          <p:cNvSpPr/>
          <p:nvPr/>
        </p:nvSpPr>
        <p:spPr>
          <a:xfrm>
            <a:off x="4334339" y="240112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81" name="Straight Arrow Connector 880">
            <a:extLst>
              <a:ext uri="{FF2B5EF4-FFF2-40B4-BE49-F238E27FC236}">
                <a16:creationId xmlns:a16="http://schemas.microsoft.com/office/drawing/2014/main" id="{E0C48898-1BC9-6BEA-E60F-DBE5A45F2DC4}"/>
              </a:ext>
            </a:extLst>
          </p:cNvPr>
          <p:cNvCxnSpPr>
            <a:cxnSpLocks/>
            <a:endCxn id="874" idx="1"/>
          </p:cNvCxnSpPr>
          <p:nvPr/>
        </p:nvCxnSpPr>
        <p:spPr>
          <a:xfrm>
            <a:off x="4505813" y="2482142"/>
            <a:ext cx="138429" cy="0"/>
          </a:xfrm>
          <a:prstGeom prst="straightConnector1">
            <a:avLst/>
          </a:prstGeom>
          <a:ln w="9525" cmpd="sng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8" name="TextBox 877">
            <a:extLst>
              <a:ext uri="{FF2B5EF4-FFF2-40B4-BE49-F238E27FC236}">
                <a16:creationId xmlns:a16="http://schemas.microsoft.com/office/drawing/2014/main" id="{93BE8814-98AD-C05C-6BB2-3CC4242ECF84}"/>
              </a:ext>
            </a:extLst>
          </p:cNvPr>
          <p:cNvSpPr txBox="1"/>
          <p:nvPr/>
        </p:nvSpPr>
        <p:spPr>
          <a:xfrm>
            <a:off x="4258940" y="2362395"/>
            <a:ext cx="3744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856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127E38E9-A0FC-99C6-59B6-559F4B0B2FD5}"/>
              </a:ext>
            </a:extLst>
          </p:cNvPr>
          <p:cNvSpPr/>
          <p:nvPr/>
        </p:nvSpPr>
        <p:spPr>
          <a:xfrm>
            <a:off x="4592880" y="1384947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25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31F5DA8A-B07B-1162-D457-1AB26064F026}"/>
              </a:ext>
            </a:extLst>
          </p:cNvPr>
          <p:cNvSpPr/>
          <p:nvPr/>
        </p:nvSpPr>
        <p:spPr>
          <a:xfrm>
            <a:off x="3539791" y="1117124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25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F27E91D2-CBDB-FF4D-0BB6-4DBD7FD6422A}"/>
              </a:ext>
            </a:extLst>
          </p:cNvPr>
          <p:cNvCxnSpPr/>
          <p:nvPr/>
        </p:nvCxnSpPr>
        <p:spPr>
          <a:xfrm flipV="1">
            <a:off x="1821986" y="1150778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A96CC163-ABDF-AAEC-2B07-A27A452E57FB}"/>
              </a:ext>
            </a:extLst>
          </p:cNvPr>
          <p:cNvCxnSpPr/>
          <p:nvPr/>
        </p:nvCxnSpPr>
        <p:spPr>
          <a:xfrm flipV="1">
            <a:off x="1822334" y="142760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74F37541-C149-99A5-4AFC-07B0B23CEE0A}"/>
              </a:ext>
            </a:extLst>
          </p:cNvPr>
          <p:cNvCxnSpPr/>
          <p:nvPr/>
        </p:nvCxnSpPr>
        <p:spPr>
          <a:xfrm flipV="1">
            <a:off x="1821986" y="173634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6A954A94-A40C-ED37-A9CA-5436E0FF799E}"/>
              </a:ext>
            </a:extLst>
          </p:cNvPr>
          <p:cNvCxnSpPr/>
          <p:nvPr/>
        </p:nvCxnSpPr>
        <p:spPr>
          <a:xfrm flipV="1">
            <a:off x="1816018" y="2038600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633FAA5-FFAA-6DD4-41E8-4FDE40372EAE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75817-5185-5312-255C-54E0A2F79AA1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Topological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A8FAD-0912-0159-6BBC-5C385433A52A}"/>
              </a:ext>
            </a:extLst>
          </p:cNvPr>
          <p:cNvSpPr txBox="1"/>
          <p:nvPr/>
        </p:nvSpPr>
        <p:spPr>
          <a:xfrm>
            <a:off x="4885848" y="2577600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E544A617-283C-215D-EA09-88EFF7CF0E25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14D3851C-B2A5-F045-626D-EBD1933F5894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62C46BD5-5E6C-8B28-D804-C6E1E3DC79BC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234915AD-85DB-A100-284E-7747DE3BBCBD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8686F50A-BB15-C636-D7E9-B8E02D71CC01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CCBBD2CE-4E15-2D55-9303-2DFA89F25D4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60347380-E181-01A8-EEB3-B9D868788C5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02690BB7-2FB1-4044-00E8-2FC9807A99B9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897F0E5A-8691-3D16-D597-04335B6A25FF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E2437CAE-A1DA-BAF7-32E6-D4B6C01A79C0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4EF30E85-1A63-8FE6-F487-F7F169F9D37D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474FBA24-4487-B5E8-7C85-4ACCAEB11946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8E194384-4FAF-84FD-DA9F-AAA90FBB38E1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45276E8E-E1F7-43A5-4D31-52DEC408D6B6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9F47290D-7705-58CE-AC1D-4BA05314B640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36732ED2-7438-8B4A-5718-147E573FB4F3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4BD5C61A-4489-16DE-F379-BE42991A969F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C453E0F6-6667-7712-C2B0-5A9A741CE067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D225C351-008A-474D-DCEB-C5EB1FEAA2FF}"/>
              </a:ext>
            </a:extLst>
          </p:cNvPr>
          <p:cNvGrpSpPr/>
          <p:nvPr/>
        </p:nvGrpSpPr>
        <p:grpSpPr>
          <a:xfrm>
            <a:off x="1855971" y="917065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FE57A194-1D7F-B54B-7679-2A79168E8A92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BE6EA329-9971-103E-C606-0543AD2D1157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B8C0583F-DC70-5978-4FEC-2D7F706B079A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F0BEA9A5-7955-85A1-0332-8A265940BA80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E224F1DA-EAAE-6E6E-628F-DC859A12A43C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A6B8A830-1078-084D-1F46-E3EF92A24233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283E800F-45DE-474A-5AD9-3C9767B68BDB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218FFB0B-D242-0A3E-E597-B6C8F8E50F09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A4870F14-CB81-E74D-B7F0-3767B7CAD468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C5C8EC30-E454-D213-2011-E5DE8EA2A14A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3945682C-5DC7-EEF9-8899-7962EDD5EEAA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DCB53EEA-CF8F-A9F5-AA80-8D5101270770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711C0CC3-E084-1372-6BE2-FDD4B5977934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CE8D16FA-0637-8421-6786-BDA2E2880578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9C2EC48E-076E-F1BA-ADC2-14E5197FA051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360699EE-C6D8-D0EC-8F72-BD77CF622224}"/>
              </a:ext>
            </a:extLst>
          </p:cNvPr>
          <p:cNvGrpSpPr/>
          <p:nvPr/>
        </p:nvGrpSpPr>
        <p:grpSpPr>
          <a:xfrm>
            <a:off x="3683430" y="884258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6A8CE8B2-1FBA-FBE8-5581-EBB1AA66A8BA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A57CEA6C-662A-0388-1498-0CA845541505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7636979E-A71B-19F1-5DAE-1976FB7AF7BC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9DA07806-698D-A773-BDD9-CEFAAD9128C4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31355B9D-4A81-57B3-11B9-A755D72EEC94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A8B53421-19A2-57D2-4A0A-9266E471F36E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6F9E8DDD-BD5A-72FD-DDCB-85D917F7645B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63F2D00E-1D2C-957C-77C1-D8BF9B710D10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FB136DFC-B3E6-E381-4E84-14A0C85FC87D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1B6DA4ED-F8E0-A3C5-1BDB-6FC2E825BABF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B2933CE7-DEAE-8CDD-EADC-514370CB9278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E92C8B30-6C31-BE8D-3A3A-8F92BD9E065C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9EBC8D3F-1CA4-D6E5-E5B3-CF02A97735F5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9E56F301-7020-FA9E-2A0F-87859221CEDB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77F1710E-F36B-32F7-3042-15E2267D4931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732B6BB4-3761-1E32-AB6E-44ACF5708A9B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AEDAE41D-E22F-FCE6-F31F-721BD7890B52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EE4D5F36-072F-0B49-7ED5-7084D3159F5E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00CA6224-08AC-32BF-C18A-FAE4A5084AB1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DACC9901-B172-FFB8-A83E-4D914FE17228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D83C7819-774D-AEA5-449C-651E3EBE6E3A}"/>
              </a:ext>
            </a:extLst>
          </p:cNvPr>
          <p:cNvSpPr/>
          <p:nvPr/>
        </p:nvSpPr>
        <p:spPr>
          <a:xfrm>
            <a:off x="2748769" y="1231048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482FEC27-3804-D100-B7A0-4139A8F7DAB1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 flipH="1">
            <a:off x="2833356" y="1399806"/>
            <a:ext cx="1" cy="13890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412BE944-347E-F0CA-BB3E-CFD80768A1D3}"/>
              </a:ext>
            </a:extLst>
          </p:cNvPr>
          <p:cNvSpPr/>
          <p:nvPr/>
        </p:nvSpPr>
        <p:spPr>
          <a:xfrm>
            <a:off x="2748769" y="92400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49D54DCE-2D4F-21C2-BB6C-547D579468AE}"/>
              </a:ext>
            </a:extLst>
          </p:cNvPr>
          <p:cNvSpPr/>
          <p:nvPr/>
        </p:nvSpPr>
        <p:spPr>
          <a:xfrm>
            <a:off x="2748768" y="153870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1BC7BE03-B7C4-BCA8-AC26-1C4A8A0DA259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2833357" y="1092759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5FDF4FAE-D1A1-4ACC-57A7-C584CEBA0B2B}"/>
              </a:ext>
            </a:extLst>
          </p:cNvPr>
          <p:cNvSpPr/>
          <p:nvPr/>
        </p:nvSpPr>
        <p:spPr>
          <a:xfrm>
            <a:off x="4637160" y="176975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867F38C7-7C90-4E32-6B8E-F0D66C5367DE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4721748" y="1938515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E65C223C-195D-5AAA-CA78-70CF6E648FBD}"/>
              </a:ext>
            </a:extLst>
          </p:cNvPr>
          <p:cNvSpPr/>
          <p:nvPr/>
        </p:nvSpPr>
        <p:spPr>
          <a:xfrm>
            <a:off x="4638192" y="1440966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766BD478-BDD3-CF98-6B8B-2BDED8852E53}"/>
              </a:ext>
            </a:extLst>
          </p:cNvPr>
          <p:cNvSpPr/>
          <p:nvPr/>
        </p:nvSpPr>
        <p:spPr>
          <a:xfrm>
            <a:off x="4637160" y="211434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4549EBFE-4A7F-2EE7-4A9C-504D180F772C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4721748" y="1609724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03E3C72A-E711-2F19-83A3-61321CF37957}"/>
              </a:ext>
            </a:extLst>
          </p:cNvPr>
          <p:cNvSpPr txBox="1"/>
          <p:nvPr/>
        </p:nvSpPr>
        <p:spPr>
          <a:xfrm>
            <a:off x="3160667" y="501315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34C9378D-04FF-E661-C3C2-C6B65D6862E3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4637160" y="1525344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CF74D2F1-AAFF-2669-F30B-D2963E8E2F6B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4806335" y="1525345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1DCF6DF2-2B44-9DD6-D539-074F8F746D50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3683429" y="1248308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13DFB9B2-9F14-8248-E436-A4D7E24DD08D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3688592" y="1781726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E5C7C159-C144-589B-FE1F-ED07D27D9608}"/>
              </a:ext>
            </a:extLst>
          </p:cNvPr>
          <p:cNvSpPr/>
          <p:nvPr/>
        </p:nvSpPr>
        <p:spPr>
          <a:xfrm>
            <a:off x="3974952" y="1704507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001D8023-2B38-7410-EE08-2C27E5E347AC}"/>
              </a:ext>
            </a:extLst>
          </p:cNvPr>
          <p:cNvSpPr/>
          <p:nvPr/>
        </p:nvSpPr>
        <p:spPr>
          <a:xfrm>
            <a:off x="4315903" y="1714056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717090E7-CD6B-BC6C-9661-BC25E8777A51}"/>
              </a:ext>
            </a:extLst>
          </p:cNvPr>
          <p:cNvSpPr/>
          <p:nvPr/>
        </p:nvSpPr>
        <p:spPr>
          <a:xfrm>
            <a:off x="1528013" y="1543857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3ADA9B6D-34A3-3D93-3CD6-155BE44070EB}"/>
              </a:ext>
            </a:extLst>
          </p:cNvPr>
          <p:cNvSpPr/>
          <p:nvPr/>
        </p:nvSpPr>
        <p:spPr>
          <a:xfrm>
            <a:off x="3213374" y="1629356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5" name="Group 634">
            <a:extLst>
              <a:ext uri="{FF2B5EF4-FFF2-40B4-BE49-F238E27FC236}">
                <a16:creationId xmlns:a16="http://schemas.microsoft.com/office/drawing/2014/main" id="{4EDE993E-F774-C4BD-B959-AD94B0D0DB9B}"/>
              </a:ext>
            </a:extLst>
          </p:cNvPr>
          <p:cNvGrpSpPr/>
          <p:nvPr/>
        </p:nvGrpSpPr>
        <p:grpSpPr>
          <a:xfrm>
            <a:off x="5552648" y="890893"/>
            <a:ext cx="666811" cy="732193"/>
            <a:chOff x="116413" y="973192"/>
            <a:chExt cx="666811" cy="732193"/>
          </a:xfrm>
        </p:grpSpPr>
        <p:grpSp>
          <p:nvGrpSpPr>
            <p:cNvPr id="637" name="Group 636">
              <a:extLst>
                <a:ext uri="{FF2B5EF4-FFF2-40B4-BE49-F238E27FC236}">
                  <a16:creationId xmlns:a16="http://schemas.microsoft.com/office/drawing/2014/main" id="{1EDC8826-E06D-A592-0F7C-D2DF59D516ED}"/>
                </a:ext>
              </a:extLst>
            </p:cNvPr>
            <p:cNvGrpSpPr/>
            <p:nvPr/>
          </p:nvGrpSpPr>
          <p:grpSpPr>
            <a:xfrm>
              <a:off x="116413" y="973192"/>
              <a:ext cx="666811" cy="732193"/>
              <a:chOff x="5379785" y="941751"/>
              <a:chExt cx="666811" cy="732193"/>
            </a:xfrm>
          </p:grpSpPr>
          <p:cxnSp>
            <p:nvCxnSpPr>
              <p:cNvPr id="640" name="Straight Arrow Connector 639">
                <a:extLst>
                  <a:ext uri="{FF2B5EF4-FFF2-40B4-BE49-F238E27FC236}">
                    <a16:creationId xmlns:a16="http://schemas.microsoft.com/office/drawing/2014/main" id="{72339720-49F8-653D-9836-FC5FB9D7A688}"/>
                  </a:ext>
                </a:extLst>
              </p:cNvPr>
              <p:cNvCxnSpPr>
                <a:cxnSpLocks/>
                <a:stCxn id="643" idx="3"/>
                <a:endCxn id="650" idx="0"/>
              </p:cNvCxnSpPr>
              <p:nvPr/>
            </p:nvCxnSpPr>
            <p:spPr>
              <a:xfrm flipH="1">
                <a:off x="5464373" y="1365466"/>
                <a:ext cx="107922" cy="13451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2" name="Oval 641">
                <a:extLst>
                  <a:ext uri="{FF2B5EF4-FFF2-40B4-BE49-F238E27FC236}">
                    <a16:creationId xmlns:a16="http://schemas.microsoft.com/office/drawing/2014/main" id="{680D97F1-6031-35FC-E610-BF0ADA5D27EA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43" name="Oval 642">
                <a:extLst>
                  <a:ext uri="{FF2B5EF4-FFF2-40B4-BE49-F238E27FC236}">
                    <a16:creationId xmlns:a16="http://schemas.microsoft.com/office/drawing/2014/main" id="{9D42830C-B8D1-7FA7-A93C-6D234A76880B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45" name="Straight Arrow Connector 644">
                <a:extLst>
                  <a:ext uri="{FF2B5EF4-FFF2-40B4-BE49-F238E27FC236}">
                    <a16:creationId xmlns:a16="http://schemas.microsoft.com/office/drawing/2014/main" id="{178E3799-CF56-F947-EA17-5AF10C8CC9CD}"/>
                  </a:ext>
                </a:extLst>
              </p:cNvPr>
              <p:cNvCxnSpPr>
                <a:cxnSpLocks/>
                <a:stCxn id="642" idx="3"/>
                <a:endCxn id="643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6" name="Group 645">
                <a:extLst>
                  <a:ext uri="{FF2B5EF4-FFF2-40B4-BE49-F238E27FC236}">
                    <a16:creationId xmlns:a16="http://schemas.microsoft.com/office/drawing/2014/main" id="{2F6375C0-76E4-63E0-E957-DC8DE06458C8}"/>
                  </a:ext>
                </a:extLst>
              </p:cNvPr>
              <p:cNvGrpSpPr/>
              <p:nvPr/>
            </p:nvGrpSpPr>
            <p:grpSpPr>
              <a:xfrm>
                <a:off x="5379785" y="1194888"/>
                <a:ext cx="666811" cy="479056"/>
                <a:chOff x="4157734" y="955470"/>
                <a:chExt cx="666811" cy="479056"/>
              </a:xfrm>
            </p:grpSpPr>
            <p:sp>
              <p:nvSpPr>
                <p:cNvPr id="648" name="Oval 647">
                  <a:extLst>
                    <a:ext uri="{FF2B5EF4-FFF2-40B4-BE49-F238E27FC236}">
                      <a16:creationId xmlns:a16="http://schemas.microsoft.com/office/drawing/2014/main" id="{5FC286EB-DA3F-ADD4-F272-AAFEBBF81A91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649" name="Oval 648">
                  <a:extLst>
                    <a:ext uri="{FF2B5EF4-FFF2-40B4-BE49-F238E27FC236}">
                      <a16:creationId xmlns:a16="http://schemas.microsoft.com/office/drawing/2014/main" id="{E12E11B9-FE52-2B28-DB96-2790BE5090BA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650" name="Oval 649">
                  <a:extLst>
                    <a:ext uri="{FF2B5EF4-FFF2-40B4-BE49-F238E27FC236}">
                      <a16:creationId xmlns:a16="http://schemas.microsoft.com/office/drawing/2014/main" id="{5FB00384-3313-C545-BA59-25E0619644C2}"/>
                    </a:ext>
                  </a:extLst>
                </p:cNvPr>
                <p:cNvSpPr/>
                <p:nvPr/>
              </p:nvSpPr>
              <p:spPr>
                <a:xfrm>
                  <a:off x="4157734" y="126056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638" name="Straight Arrow Connector 637">
              <a:extLst>
                <a:ext uri="{FF2B5EF4-FFF2-40B4-BE49-F238E27FC236}">
                  <a16:creationId xmlns:a16="http://schemas.microsoft.com/office/drawing/2014/main" id="{A7F4B9B7-276A-43CC-2ECC-A0B9DCA0C441}"/>
                </a:ext>
              </a:extLst>
            </p:cNvPr>
            <p:cNvCxnSpPr>
              <a:cxnSpLocks/>
              <a:stCxn id="642" idx="5"/>
              <a:endCxn id="648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Arrow Connector 638">
              <a:extLst>
                <a:ext uri="{FF2B5EF4-FFF2-40B4-BE49-F238E27FC236}">
                  <a16:creationId xmlns:a16="http://schemas.microsoft.com/office/drawing/2014/main" id="{891C2757-AC6C-7843-C29B-475B040CD015}"/>
                </a:ext>
              </a:extLst>
            </p:cNvPr>
            <p:cNvCxnSpPr>
              <a:cxnSpLocks/>
              <a:stCxn id="643" idx="5"/>
              <a:endCxn id="649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3" name="Oval 652">
            <a:extLst>
              <a:ext uri="{FF2B5EF4-FFF2-40B4-BE49-F238E27FC236}">
                <a16:creationId xmlns:a16="http://schemas.microsoft.com/office/drawing/2014/main" id="{2C65004E-611D-A20C-E044-7254767A5429}"/>
              </a:ext>
            </a:extLst>
          </p:cNvPr>
          <p:cNvSpPr/>
          <p:nvPr/>
        </p:nvSpPr>
        <p:spPr>
          <a:xfrm>
            <a:off x="5716457" y="1947711"/>
            <a:ext cx="169175" cy="168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A294F2BC-19EE-6AA6-A6E9-E68C3356A8F8}"/>
              </a:ext>
            </a:extLst>
          </p:cNvPr>
          <p:cNvSpPr/>
          <p:nvPr/>
        </p:nvSpPr>
        <p:spPr>
          <a:xfrm>
            <a:off x="5242383" y="163846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162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1E0F2B4-49D0-50EC-F34B-AD98A00C5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96D8333F-E815-0685-479E-6BD88401C441}"/>
              </a:ext>
            </a:extLst>
          </p:cNvPr>
          <p:cNvSpPr/>
          <p:nvPr/>
        </p:nvSpPr>
        <p:spPr>
          <a:xfrm>
            <a:off x="5458863" y="1377134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7E90B969-25CA-695B-F127-7D88856F3021}"/>
              </a:ext>
            </a:extLst>
          </p:cNvPr>
          <p:cNvSpPr/>
          <p:nvPr/>
        </p:nvSpPr>
        <p:spPr>
          <a:xfrm>
            <a:off x="4303414" y="1109701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B57EADC1-11AC-489C-006E-808331C3C695}"/>
              </a:ext>
            </a:extLst>
          </p:cNvPr>
          <p:cNvCxnSpPr/>
          <p:nvPr/>
        </p:nvCxnSpPr>
        <p:spPr>
          <a:xfrm flipV="1">
            <a:off x="2030653" y="1143631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7FA8FCC8-2778-60C7-F97F-77BB1C40ECCF}"/>
              </a:ext>
            </a:extLst>
          </p:cNvPr>
          <p:cNvCxnSpPr/>
          <p:nvPr/>
        </p:nvCxnSpPr>
        <p:spPr>
          <a:xfrm flipV="1">
            <a:off x="2031001" y="142045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979D676A-F7D3-8335-832E-32A8F1927E86}"/>
              </a:ext>
            </a:extLst>
          </p:cNvPr>
          <p:cNvCxnSpPr/>
          <p:nvPr/>
        </p:nvCxnSpPr>
        <p:spPr>
          <a:xfrm flipV="1">
            <a:off x="2030653" y="172919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99DC7904-C0CE-684B-8EC9-FBFE27334B7E}"/>
              </a:ext>
            </a:extLst>
          </p:cNvPr>
          <p:cNvCxnSpPr/>
          <p:nvPr/>
        </p:nvCxnSpPr>
        <p:spPr>
          <a:xfrm flipV="1">
            <a:off x="2024685" y="203145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8492A36-C6E3-B75E-15AA-0E999561898F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14AC77-220A-60F8-BD4F-7A70736EA4A1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Compute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08C7A-D020-B9F7-668E-29018CAC3683}"/>
              </a:ext>
            </a:extLst>
          </p:cNvPr>
          <p:cNvSpPr txBox="1"/>
          <p:nvPr/>
        </p:nvSpPr>
        <p:spPr>
          <a:xfrm>
            <a:off x="5047994" y="2577600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2BC1428D-46A8-7CAC-C0BC-2EC0B0762B1C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1169E8E0-2821-211F-05EE-5E8584029672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E9C0B211-6DB7-5473-74F5-8C5C1FA56D34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70E7274A-30BC-1E09-5147-34E7B0363F41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B3FD8E88-B058-A053-46F3-9444532E8ABF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22EED172-55CA-5C32-0C60-72D416BCBDEA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C825BDD9-1DC8-82BA-3A5D-304167A51056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630E48C3-5669-3717-74D9-87DE11FFCD98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6BA138E5-DB9E-EF8C-0A1C-0DDDBB0C4339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C638E0F8-8AEB-8081-69EA-89782773D1C0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A831CB9-49E9-2145-414C-E001A3E526E6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E837A238-0D65-3BAF-1C90-129DEE5B35EB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95011393-02F5-8BA2-D120-CDD10D07C28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22D9865A-8CD4-EC00-4EB2-FFAE5D12A3DB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48870650-B3CC-8E67-BBC3-C86081865FD3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A7233A7B-AD77-23C7-87ED-BD4FDD2AA481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0F2657DF-7960-9F12-F2C0-CD4F2D265C3E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6AA86EBE-9DBF-5DAF-0A64-F0F1E56C4DB2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2986F9BE-0B8D-579B-DFD6-9068076BEFDD}"/>
              </a:ext>
            </a:extLst>
          </p:cNvPr>
          <p:cNvGrpSpPr/>
          <p:nvPr/>
        </p:nvGrpSpPr>
        <p:grpSpPr>
          <a:xfrm>
            <a:off x="2064638" y="909918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3AF9203A-D9F2-AEFE-60D5-2850E942ED5F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DA0B6E42-096D-A7F7-B645-6332858A9DFC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8D6A9C80-1BB7-4A81-8F6C-A1D3C25365EC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AF9D4E48-3585-A2A3-1CDE-4CD28C25035C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466E58E8-EA7E-E7A5-AB72-0DBF219A49FA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4CB7A9A8-CD6F-9BC8-B02A-69A21C4DDDF9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92771D3A-BD4E-7B62-41E0-D4C15C4EA488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561D7E3E-F38E-48CF-4859-C2348373769B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5F41B682-C826-D95B-9C7B-3C0DD4FF9900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5F4F0E9B-EEF1-5F21-4D23-FF8EFA92B714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47FB745F-0A86-DB6C-1968-B9DD5CF118F3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0501017F-62F0-4490-6BE8-3AE263AA1D5E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0E1DFF6B-28AA-B272-9C2E-AF411450E44F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2E6F779F-C8CC-FA4C-0E3E-61B55A3A76FA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0091378E-B99E-8F8F-1A6B-DDF08E072DA1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46EE2FE1-5642-B38B-DBF4-B670ECD66C12}"/>
              </a:ext>
            </a:extLst>
          </p:cNvPr>
          <p:cNvGrpSpPr/>
          <p:nvPr/>
        </p:nvGrpSpPr>
        <p:grpSpPr>
          <a:xfrm>
            <a:off x="4447053" y="876835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FB1BA023-6FAF-56C0-F51D-B78AEAD75FE5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AD39B884-271E-3921-6269-5A5FAB63CF9E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21E1EF43-9ABA-C0B5-ECDB-2B6531E37946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852A664C-47BE-9509-B2B8-66A62950C898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D2313264-2F62-5EC0-F965-309BFFB7D8C4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6D42A4DD-65C9-23C0-EA2E-04FE0B4C719F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8911D7F6-8666-67F6-6EF6-3D6EB1629FD7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EDD99336-6EA1-B2E2-139E-380F8C2B2C84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EB08AF92-CA71-4C3C-264F-84E4235BB294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69061BAC-C894-79EF-5F44-44714E57B883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42CFBBCE-E78E-6340-B33F-B637F4092522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79B17A0E-ECBA-18DC-E494-183167875B55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57EFD8D5-A625-062C-89C1-ABEF21322E4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E5D6356D-956C-C190-F6A1-047BC401B888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725D1107-1CDE-D8A3-22C0-C5390B3BA57A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83560CBD-B3CE-9C9A-9932-570EDC189587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B0E95906-9898-834F-6133-64C49B7134F1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2119B748-4F22-0228-ED16-0BA8866F24B0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88A3C80E-DD2B-44F1-9C43-3A833EBB6119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49EF79C4-6B88-FB33-9DC7-E5416DFE4BDF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2A09DFE5-2392-0A33-2EE9-8E8991E7DB4F}"/>
              </a:ext>
            </a:extLst>
          </p:cNvPr>
          <p:cNvSpPr/>
          <p:nvPr/>
        </p:nvSpPr>
        <p:spPr>
          <a:xfrm>
            <a:off x="2957436" y="122390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77D4D718-2933-F1A2-9ACD-27E586BAD8E6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>
            <a:off x="3042024" y="1392659"/>
            <a:ext cx="0" cy="150162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B083D07F-DB43-3D92-D847-3246213F6E25}"/>
              </a:ext>
            </a:extLst>
          </p:cNvPr>
          <p:cNvSpPr/>
          <p:nvPr/>
        </p:nvSpPr>
        <p:spPr>
          <a:xfrm>
            <a:off x="2957436" y="91685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AE6673AB-4E29-EF03-5ADE-B0C45E27488B}"/>
              </a:ext>
            </a:extLst>
          </p:cNvPr>
          <p:cNvSpPr/>
          <p:nvPr/>
        </p:nvSpPr>
        <p:spPr>
          <a:xfrm>
            <a:off x="2957436" y="154282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9072C435-AE7A-F674-427B-DF84A3EBB0A0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3042024" y="1085612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4C3C8B1D-2D38-6D96-F970-F00BA9007738}"/>
              </a:ext>
            </a:extLst>
          </p:cNvPr>
          <p:cNvSpPr/>
          <p:nvPr/>
        </p:nvSpPr>
        <p:spPr>
          <a:xfrm>
            <a:off x="5489791" y="175609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13F4324D-09B2-8749-371D-7BD302DE3746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5574379" y="1924848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4C0755BE-F9AC-95E8-97C3-293230A04E8A}"/>
              </a:ext>
            </a:extLst>
          </p:cNvPr>
          <p:cNvSpPr/>
          <p:nvPr/>
        </p:nvSpPr>
        <p:spPr>
          <a:xfrm>
            <a:off x="5490823" y="1427299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8585AA3A-586E-CE39-77BC-0E79FA37E03A}"/>
              </a:ext>
            </a:extLst>
          </p:cNvPr>
          <p:cNvSpPr/>
          <p:nvPr/>
        </p:nvSpPr>
        <p:spPr>
          <a:xfrm>
            <a:off x="5489791" y="210067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18E8F44F-A1F5-75AF-974B-1EE0749C8628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5574379" y="1596057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CE91CDE7-BE6B-D601-49E1-7453DD272212}"/>
              </a:ext>
            </a:extLst>
          </p:cNvPr>
          <p:cNvSpPr txBox="1"/>
          <p:nvPr/>
        </p:nvSpPr>
        <p:spPr>
          <a:xfrm>
            <a:off x="3413541" y="991907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6F21A6CB-11A4-34E0-23F3-1FB604D15DA6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5489791" y="1511677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59562F83-CB74-EF96-2FE7-7C2EED27FEB2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5658966" y="1511678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BD4C9E25-C8A9-9CCE-EEDF-09C5FF5FD5E6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4447052" y="1240885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2125F868-4E42-7BFA-B766-A05534E59D4F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4452215" y="1774303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86D90CEC-588E-829E-3B44-1C2446AE9281}"/>
              </a:ext>
            </a:extLst>
          </p:cNvPr>
          <p:cNvSpPr/>
          <p:nvPr/>
        </p:nvSpPr>
        <p:spPr>
          <a:xfrm>
            <a:off x="4738575" y="1697084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B4B0D693-C6FC-4B13-A7B4-BD42FF6B52CD}"/>
              </a:ext>
            </a:extLst>
          </p:cNvPr>
          <p:cNvSpPr/>
          <p:nvPr/>
        </p:nvSpPr>
        <p:spPr>
          <a:xfrm>
            <a:off x="5168534" y="1700389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09F8C951-0039-105F-4D30-DDD317DDBD48}"/>
              </a:ext>
            </a:extLst>
          </p:cNvPr>
          <p:cNvSpPr/>
          <p:nvPr/>
        </p:nvSpPr>
        <p:spPr>
          <a:xfrm>
            <a:off x="1713877" y="16272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5B3FEC5F-811B-50BE-B780-E1DF1858B57C}"/>
              </a:ext>
            </a:extLst>
          </p:cNvPr>
          <p:cNvSpPr/>
          <p:nvPr/>
        </p:nvSpPr>
        <p:spPr>
          <a:xfrm>
            <a:off x="3623572" y="1620422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D269E361-11AA-5703-19F8-574A235364C7}"/>
              </a:ext>
            </a:extLst>
          </p:cNvPr>
          <p:cNvSpPr/>
          <p:nvPr/>
        </p:nvSpPr>
        <p:spPr>
          <a:xfrm>
            <a:off x="6117666" y="1620422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2006977-0DD0-B75E-3365-B06FCF337294}"/>
              </a:ext>
            </a:extLst>
          </p:cNvPr>
          <p:cNvGrpSpPr/>
          <p:nvPr/>
        </p:nvGrpSpPr>
        <p:grpSpPr>
          <a:xfrm>
            <a:off x="6552295" y="998587"/>
            <a:ext cx="1112012" cy="793831"/>
            <a:chOff x="50634" y="1241918"/>
            <a:chExt cx="1112012" cy="79383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8508AB3C-A335-CA66-6AD6-9ECBC8BC303E}"/>
                </a:ext>
              </a:extLst>
            </p:cNvPr>
            <p:cNvCxnSpPr>
              <a:cxnSpLocks/>
              <a:stCxn id="12" idx="6"/>
              <a:endCxn id="21" idx="2"/>
            </p:cNvCxnSpPr>
            <p:nvPr/>
          </p:nvCxnSpPr>
          <p:spPr>
            <a:xfrm>
              <a:off x="721134" y="1617608"/>
              <a:ext cx="272337" cy="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B61AA5F-631B-320F-4483-608149EFDAD4}"/>
                </a:ext>
              </a:extLst>
            </p:cNvPr>
            <p:cNvGrpSpPr/>
            <p:nvPr/>
          </p:nvGrpSpPr>
          <p:grpSpPr>
            <a:xfrm>
              <a:off x="50634" y="1241918"/>
              <a:ext cx="1112012" cy="793831"/>
              <a:chOff x="5314006" y="1210477"/>
              <a:chExt cx="1112012" cy="793831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1E795327-B83A-01F8-2D9A-524DBB6FCD7D}"/>
                  </a:ext>
                </a:extLst>
              </p:cNvPr>
              <p:cNvCxnSpPr>
                <a:cxnSpLocks/>
                <a:stCxn id="13" idx="6"/>
                <a:endCxn id="12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DD2C262-7308-59D9-B052-D6D955764BA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1B10D50B-3A84-A58D-D7C1-BAC610E0463B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BF50B2A-AAEA-0EEF-A8A2-6D0B2F8F91E7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613667" cy="793831"/>
                <a:chOff x="4590300" y="971059"/>
                <a:chExt cx="613667" cy="793831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06512575-8D92-C25A-0E85-24C4B8619EB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CB18FB61-4AEC-B71E-8E90-281FBAA5B7C4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C5B017EC-0114-8E2A-9A13-4ED28CB3BBC1}"/>
                    </a:ext>
                  </a:extLst>
                </p:cNvPr>
                <p:cNvSpPr/>
                <p:nvPr/>
              </p:nvSpPr>
              <p:spPr>
                <a:xfrm>
                  <a:off x="5034792" y="12623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9F007FC1-3F8A-579E-1DD7-4DBC57E66003}"/>
                    </a:ext>
                  </a:extLst>
                </p:cNvPr>
                <p:cNvCxnSpPr>
                  <a:cxnSpLocks/>
                  <a:stCxn id="12" idx="7"/>
                  <a:endCxn id="20" idx="2"/>
                </p:cNvCxnSpPr>
                <p:nvPr/>
              </p:nvCxnSpPr>
              <p:spPr>
                <a:xfrm flipV="1">
                  <a:off x="4737680" y="1055438"/>
                  <a:ext cx="270535" cy="23164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69B8B317-2E24-BB41-8EBE-64176DD51170}"/>
                </a:ext>
              </a:extLst>
            </p:cNvPr>
            <p:cNvCxnSpPr>
              <a:cxnSpLocks/>
              <a:stCxn id="13" idx="5"/>
              <a:endCxn id="19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C33A072-429A-7F78-3323-66E843AAE8A2}"/>
                </a:ext>
              </a:extLst>
            </p:cNvPr>
            <p:cNvCxnSpPr>
              <a:cxnSpLocks/>
              <a:stCxn id="19" idx="0"/>
              <a:endCxn id="12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6D10245E-3E7C-3291-61B2-B82E64360789}"/>
              </a:ext>
            </a:extLst>
          </p:cNvPr>
          <p:cNvSpPr/>
          <p:nvPr/>
        </p:nvSpPr>
        <p:spPr>
          <a:xfrm>
            <a:off x="6552295" y="1836409"/>
            <a:ext cx="169175" cy="168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813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C5E84B5-E9A1-D2E6-7C9E-9E6CF3F51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: Shape 540">
            <a:extLst>
              <a:ext uri="{FF2B5EF4-FFF2-40B4-BE49-F238E27FC236}">
                <a16:creationId xmlns:a16="http://schemas.microsoft.com/office/drawing/2014/main" id="{A214287F-0EE4-65BC-F70C-9411965CA157}"/>
              </a:ext>
            </a:extLst>
          </p:cNvPr>
          <p:cNvSpPr/>
          <p:nvPr/>
        </p:nvSpPr>
        <p:spPr>
          <a:xfrm>
            <a:off x="4841568" y="1314746"/>
            <a:ext cx="497840" cy="934720"/>
          </a:xfrm>
          <a:custGeom>
            <a:avLst/>
            <a:gdLst>
              <a:gd name="connsiteX0" fmla="*/ 274320 w 497840"/>
              <a:gd name="connsiteY0" fmla="*/ 0 h 934720"/>
              <a:gd name="connsiteX1" fmla="*/ 274320 w 497840"/>
              <a:gd name="connsiteY1" fmla="*/ 0 h 934720"/>
              <a:gd name="connsiteX2" fmla="*/ 40640 w 497840"/>
              <a:gd name="connsiteY2" fmla="*/ 35560 h 934720"/>
              <a:gd name="connsiteX3" fmla="*/ 25400 w 497840"/>
              <a:gd name="connsiteY3" fmla="*/ 45720 h 934720"/>
              <a:gd name="connsiteX4" fmla="*/ 10160 w 497840"/>
              <a:gd name="connsiteY4" fmla="*/ 86360 h 934720"/>
              <a:gd name="connsiteX5" fmla="*/ 15240 w 497840"/>
              <a:gd name="connsiteY5" fmla="*/ 137160 h 934720"/>
              <a:gd name="connsiteX6" fmla="*/ 20320 w 497840"/>
              <a:gd name="connsiteY6" fmla="*/ 152400 h 934720"/>
              <a:gd name="connsiteX7" fmla="*/ 35560 w 497840"/>
              <a:gd name="connsiteY7" fmla="*/ 218440 h 934720"/>
              <a:gd name="connsiteX8" fmla="*/ 35560 w 497840"/>
              <a:gd name="connsiteY8" fmla="*/ 431800 h 934720"/>
              <a:gd name="connsiteX9" fmla="*/ 20320 w 497840"/>
              <a:gd name="connsiteY9" fmla="*/ 472440 h 934720"/>
              <a:gd name="connsiteX10" fmla="*/ 10160 w 497840"/>
              <a:gd name="connsiteY10" fmla="*/ 497840 h 934720"/>
              <a:gd name="connsiteX11" fmla="*/ 0 w 497840"/>
              <a:gd name="connsiteY11" fmla="*/ 563880 h 934720"/>
              <a:gd name="connsiteX12" fmla="*/ 5080 w 497840"/>
              <a:gd name="connsiteY12" fmla="*/ 736600 h 934720"/>
              <a:gd name="connsiteX13" fmla="*/ 20320 w 497840"/>
              <a:gd name="connsiteY13" fmla="*/ 782320 h 934720"/>
              <a:gd name="connsiteX14" fmla="*/ 40640 w 497840"/>
              <a:gd name="connsiteY14" fmla="*/ 863600 h 934720"/>
              <a:gd name="connsiteX15" fmla="*/ 50800 w 497840"/>
              <a:gd name="connsiteY15" fmla="*/ 878840 h 934720"/>
              <a:gd name="connsiteX16" fmla="*/ 60960 w 497840"/>
              <a:gd name="connsiteY16" fmla="*/ 899160 h 934720"/>
              <a:gd name="connsiteX17" fmla="*/ 76200 w 497840"/>
              <a:gd name="connsiteY17" fmla="*/ 909320 h 934720"/>
              <a:gd name="connsiteX18" fmla="*/ 96520 w 497840"/>
              <a:gd name="connsiteY18" fmla="*/ 924560 h 934720"/>
              <a:gd name="connsiteX19" fmla="*/ 127000 w 497840"/>
              <a:gd name="connsiteY19" fmla="*/ 934720 h 934720"/>
              <a:gd name="connsiteX20" fmla="*/ 269240 w 497840"/>
              <a:gd name="connsiteY20" fmla="*/ 929640 h 934720"/>
              <a:gd name="connsiteX21" fmla="*/ 289560 w 497840"/>
              <a:gd name="connsiteY21" fmla="*/ 924560 h 934720"/>
              <a:gd name="connsiteX22" fmla="*/ 330200 w 497840"/>
              <a:gd name="connsiteY22" fmla="*/ 883920 h 934720"/>
              <a:gd name="connsiteX23" fmla="*/ 381000 w 497840"/>
              <a:gd name="connsiteY23" fmla="*/ 812800 h 934720"/>
              <a:gd name="connsiteX24" fmla="*/ 396240 w 497840"/>
              <a:gd name="connsiteY24" fmla="*/ 787400 h 934720"/>
              <a:gd name="connsiteX25" fmla="*/ 426720 w 497840"/>
              <a:gd name="connsiteY25" fmla="*/ 751840 h 934720"/>
              <a:gd name="connsiteX26" fmla="*/ 431800 w 497840"/>
              <a:gd name="connsiteY26" fmla="*/ 731520 h 934720"/>
              <a:gd name="connsiteX27" fmla="*/ 441960 w 497840"/>
              <a:gd name="connsiteY27" fmla="*/ 711200 h 934720"/>
              <a:gd name="connsiteX28" fmla="*/ 457200 w 497840"/>
              <a:gd name="connsiteY28" fmla="*/ 665480 h 934720"/>
              <a:gd name="connsiteX29" fmla="*/ 462280 w 497840"/>
              <a:gd name="connsiteY29" fmla="*/ 640080 h 934720"/>
              <a:gd name="connsiteX30" fmla="*/ 467360 w 497840"/>
              <a:gd name="connsiteY30" fmla="*/ 624840 h 934720"/>
              <a:gd name="connsiteX31" fmla="*/ 482600 w 497840"/>
              <a:gd name="connsiteY31" fmla="*/ 568960 h 934720"/>
              <a:gd name="connsiteX32" fmla="*/ 487680 w 497840"/>
              <a:gd name="connsiteY32" fmla="*/ 513080 h 934720"/>
              <a:gd name="connsiteX33" fmla="*/ 497840 w 497840"/>
              <a:gd name="connsiteY33" fmla="*/ 452120 h 934720"/>
              <a:gd name="connsiteX34" fmla="*/ 492760 w 497840"/>
              <a:gd name="connsiteY34" fmla="*/ 299720 h 934720"/>
              <a:gd name="connsiteX35" fmla="*/ 477520 w 497840"/>
              <a:gd name="connsiteY35" fmla="*/ 248920 h 934720"/>
              <a:gd name="connsiteX36" fmla="*/ 467360 w 497840"/>
              <a:gd name="connsiteY36" fmla="*/ 218440 h 934720"/>
              <a:gd name="connsiteX37" fmla="*/ 426720 w 497840"/>
              <a:gd name="connsiteY37" fmla="*/ 157480 h 934720"/>
              <a:gd name="connsiteX38" fmla="*/ 411480 w 497840"/>
              <a:gd name="connsiteY38" fmla="*/ 137160 h 934720"/>
              <a:gd name="connsiteX39" fmla="*/ 391160 w 497840"/>
              <a:gd name="connsiteY39" fmla="*/ 116840 h 934720"/>
              <a:gd name="connsiteX40" fmla="*/ 355600 w 497840"/>
              <a:gd name="connsiteY40" fmla="*/ 66040 h 934720"/>
              <a:gd name="connsiteX41" fmla="*/ 335280 w 497840"/>
              <a:gd name="connsiteY41" fmla="*/ 45720 h 934720"/>
              <a:gd name="connsiteX42" fmla="*/ 325120 w 497840"/>
              <a:gd name="connsiteY42" fmla="*/ 25400 h 934720"/>
              <a:gd name="connsiteX43" fmla="*/ 304800 w 497840"/>
              <a:gd name="connsiteY43" fmla="*/ 15240 h 934720"/>
              <a:gd name="connsiteX44" fmla="*/ 274320 w 497840"/>
              <a:gd name="connsiteY44" fmla="*/ 0 h 93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97840" h="934720">
                <a:moveTo>
                  <a:pt x="274320" y="0"/>
                </a:moveTo>
                <a:lnTo>
                  <a:pt x="274320" y="0"/>
                </a:lnTo>
                <a:cubicBezTo>
                  <a:pt x="196427" y="11853"/>
                  <a:pt x="118134" y="21326"/>
                  <a:pt x="40640" y="35560"/>
                </a:cubicBezTo>
                <a:cubicBezTo>
                  <a:pt x="34635" y="36663"/>
                  <a:pt x="29309" y="41030"/>
                  <a:pt x="25400" y="45720"/>
                </a:cubicBezTo>
                <a:cubicBezTo>
                  <a:pt x="15913" y="57105"/>
                  <a:pt x="13578" y="72688"/>
                  <a:pt x="10160" y="86360"/>
                </a:cubicBezTo>
                <a:cubicBezTo>
                  <a:pt x="11853" y="103293"/>
                  <a:pt x="12652" y="120340"/>
                  <a:pt x="15240" y="137160"/>
                </a:cubicBezTo>
                <a:cubicBezTo>
                  <a:pt x="16054" y="142453"/>
                  <a:pt x="18911" y="147234"/>
                  <a:pt x="20320" y="152400"/>
                </a:cubicBezTo>
                <a:cubicBezTo>
                  <a:pt x="29511" y="186099"/>
                  <a:pt x="29636" y="188819"/>
                  <a:pt x="35560" y="218440"/>
                </a:cubicBezTo>
                <a:cubicBezTo>
                  <a:pt x="42050" y="322274"/>
                  <a:pt x="43856" y="307358"/>
                  <a:pt x="35560" y="431800"/>
                </a:cubicBezTo>
                <a:cubicBezTo>
                  <a:pt x="34371" y="449642"/>
                  <a:pt x="27390" y="456532"/>
                  <a:pt x="20320" y="472440"/>
                </a:cubicBezTo>
                <a:cubicBezTo>
                  <a:pt x="16616" y="480773"/>
                  <a:pt x="12780" y="489106"/>
                  <a:pt x="10160" y="497840"/>
                </a:cubicBezTo>
                <a:cubicBezTo>
                  <a:pt x="5173" y="514463"/>
                  <a:pt x="1770" y="549717"/>
                  <a:pt x="0" y="563880"/>
                </a:cubicBezTo>
                <a:cubicBezTo>
                  <a:pt x="1693" y="621453"/>
                  <a:pt x="772" y="679163"/>
                  <a:pt x="5080" y="736600"/>
                </a:cubicBezTo>
                <a:cubicBezTo>
                  <a:pt x="6299" y="752856"/>
                  <a:pt x="17170" y="766572"/>
                  <a:pt x="20320" y="782320"/>
                </a:cubicBezTo>
                <a:cubicBezTo>
                  <a:pt x="21786" y="789648"/>
                  <a:pt x="31714" y="850211"/>
                  <a:pt x="40640" y="863600"/>
                </a:cubicBezTo>
                <a:cubicBezTo>
                  <a:pt x="44027" y="868680"/>
                  <a:pt x="47771" y="873539"/>
                  <a:pt x="50800" y="878840"/>
                </a:cubicBezTo>
                <a:cubicBezTo>
                  <a:pt x="54557" y="885415"/>
                  <a:pt x="56112" y="893342"/>
                  <a:pt x="60960" y="899160"/>
                </a:cubicBezTo>
                <a:cubicBezTo>
                  <a:pt x="64869" y="903850"/>
                  <a:pt x="71232" y="905771"/>
                  <a:pt x="76200" y="909320"/>
                </a:cubicBezTo>
                <a:cubicBezTo>
                  <a:pt x="83090" y="914241"/>
                  <a:pt x="88947" y="920774"/>
                  <a:pt x="96520" y="924560"/>
                </a:cubicBezTo>
                <a:cubicBezTo>
                  <a:pt x="106099" y="929349"/>
                  <a:pt x="127000" y="934720"/>
                  <a:pt x="127000" y="934720"/>
                </a:cubicBezTo>
                <a:cubicBezTo>
                  <a:pt x="174413" y="933027"/>
                  <a:pt x="221889" y="932599"/>
                  <a:pt x="269240" y="929640"/>
                </a:cubicBezTo>
                <a:cubicBezTo>
                  <a:pt x="276208" y="929204"/>
                  <a:pt x="283975" y="928749"/>
                  <a:pt x="289560" y="924560"/>
                </a:cubicBezTo>
                <a:cubicBezTo>
                  <a:pt x="304886" y="913065"/>
                  <a:pt x="318232" y="898880"/>
                  <a:pt x="330200" y="883920"/>
                </a:cubicBezTo>
                <a:cubicBezTo>
                  <a:pt x="353321" y="855019"/>
                  <a:pt x="359103" y="849294"/>
                  <a:pt x="381000" y="812800"/>
                </a:cubicBezTo>
                <a:cubicBezTo>
                  <a:pt x="386080" y="804333"/>
                  <a:pt x="390178" y="795194"/>
                  <a:pt x="396240" y="787400"/>
                </a:cubicBezTo>
                <a:cubicBezTo>
                  <a:pt x="453727" y="713488"/>
                  <a:pt x="390309" y="806457"/>
                  <a:pt x="426720" y="751840"/>
                </a:cubicBezTo>
                <a:cubicBezTo>
                  <a:pt x="428413" y="745067"/>
                  <a:pt x="429349" y="738057"/>
                  <a:pt x="431800" y="731520"/>
                </a:cubicBezTo>
                <a:cubicBezTo>
                  <a:pt x="434459" y="724429"/>
                  <a:pt x="439565" y="718384"/>
                  <a:pt x="441960" y="711200"/>
                </a:cubicBezTo>
                <a:cubicBezTo>
                  <a:pt x="461655" y="652114"/>
                  <a:pt x="431663" y="716555"/>
                  <a:pt x="457200" y="665480"/>
                </a:cubicBezTo>
                <a:cubicBezTo>
                  <a:pt x="458893" y="657013"/>
                  <a:pt x="460186" y="648457"/>
                  <a:pt x="462280" y="640080"/>
                </a:cubicBezTo>
                <a:cubicBezTo>
                  <a:pt x="463579" y="634885"/>
                  <a:pt x="466061" y="630035"/>
                  <a:pt x="467360" y="624840"/>
                </a:cubicBezTo>
                <a:cubicBezTo>
                  <a:pt x="481721" y="567397"/>
                  <a:pt x="460803" y="634350"/>
                  <a:pt x="482600" y="568960"/>
                </a:cubicBezTo>
                <a:cubicBezTo>
                  <a:pt x="484293" y="550333"/>
                  <a:pt x="485261" y="531626"/>
                  <a:pt x="487680" y="513080"/>
                </a:cubicBezTo>
                <a:cubicBezTo>
                  <a:pt x="490344" y="492653"/>
                  <a:pt x="497840" y="452120"/>
                  <a:pt x="497840" y="452120"/>
                </a:cubicBezTo>
                <a:cubicBezTo>
                  <a:pt x="496147" y="401320"/>
                  <a:pt x="495660" y="350465"/>
                  <a:pt x="492760" y="299720"/>
                </a:cubicBezTo>
                <a:cubicBezTo>
                  <a:pt x="491498" y="277631"/>
                  <a:pt x="484966" y="269396"/>
                  <a:pt x="477520" y="248920"/>
                </a:cubicBezTo>
                <a:cubicBezTo>
                  <a:pt x="473860" y="238855"/>
                  <a:pt x="471337" y="228384"/>
                  <a:pt x="467360" y="218440"/>
                </a:cubicBezTo>
                <a:cubicBezTo>
                  <a:pt x="457227" y="193107"/>
                  <a:pt x="444750" y="181520"/>
                  <a:pt x="426720" y="157480"/>
                </a:cubicBezTo>
                <a:cubicBezTo>
                  <a:pt x="421640" y="150707"/>
                  <a:pt x="417467" y="143147"/>
                  <a:pt x="411480" y="137160"/>
                </a:cubicBezTo>
                <a:cubicBezTo>
                  <a:pt x="404707" y="130387"/>
                  <a:pt x="397144" y="124320"/>
                  <a:pt x="391160" y="116840"/>
                </a:cubicBezTo>
                <a:cubicBezTo>
                  <a:pt x="365631" y="84929"/>
                  <a:pt x="378522" y="92236"/>
                  <a:pt x="355600" y="66040"/>
                </a:cubicBezTo>
                <a:cubicBezTo>
                  <a:pt x="349292" y="58831"/>
                  <a:pt x="341027" y="53383"/>
                  <a:pt x="335280" y="45720"/>
                </a:cubicBezTo>
                <a:cubicBezTo>
                  <a:pt x="330736" y="39662"/>
                  <a:pt x="330475" y="30755"/>
                  <a:pt x="325120" y="25400"/>
                </a:cubicBezTo>
                <a:cubicBezTo>
                  <a:pt x="319765" y="20045"/>
                  <a:pt x="311375" y="18997"/>
                  <a:pt x="304800" y="15240"/>
                </a:cubicBezTo>
                <a:cubicBezTo>
                  <a:pt x="278801" y="384"/>
                  <a:pt x="279400" y="2540"/>
                  <a:pt x="274320" y="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03299A75-149A-09F9-B907-4E1E3CB7C4B2}"/>
              </a:ext>
            </a:extLst>
          </p:cNvPr>
          <p:cNvSpPr/>
          <p:nvPr/>
        </p:nvSpPr>
        <p:spPr>
          <a:xfrm>
            <a:off x="3788479" y="1046923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1169F51A-58C3-0C93-CBFC-A45719367035}"/>
              </a:ext>
            </a:extLst>
          </p:cNvPr>
          <p:cNvCxnSpPr/>
          <p:nvPr/>
        </p:nvCxnSpPr>
        <p:spPr>
          <a:xfrm flipV="1">
            <a:off x="1934803" y="1170101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B66E77EC-AC6D-D1FE-F8AD-B9EA785ABFB0}"/>
              </a:ext>
            </a:extLst>
          </p:cNvPr>
          <p:cNvCxnSpPr/>
          <p:nvPr/>
        </p:nvCxnSpPr>
        <p:spPr>
          <a:xfrm flipV="1">
            <a:off x="1935151" y="144692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8F0E251E-802C-E1EB-64D9-4C0375A31865}"/>
              </a:ext>
            </a:extLst>
          </p:cNvPr>
          <p:cNvCxnSpPr/>
          <p:nvPr/>
        </p:nvCxnSpPr>
        <p:spPr>
          <a:xfrm flipV="1">
            <a:off x="1934803" y="1755666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9A2B641E-B831-29A2-5798-C030325CF043}"/>
              </a:ext>
            </a:extLst>
          </p:cNvPr>
          <p:cNvCxnSpPr/>
          <p:nvPr/>
        </p:nvCxnSpPr>
        <p:spPr>
          <a:xfrm flipV="1">
            <a:off x="1928835" y="2057923"/>
            <a:ext cx="1272502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BDE992A-7E04-A69F-1E37-BD5D152A7CCC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51A7F4-726F-0E30-839F-B3B365E1DF3A}"/>
              </a:ext>
            </a:extLst>
          </p:cNvPr>
          <p:cNvSpPr txBox="1"/>
          <p:nvPr/>
        </p:nvSpPr>
        <p:spPr>
          <a:xfrm>
            <a:off x="1547786" y="2579060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Topological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8FC0CE-7179-1A37-E023-D7C8025F9AB5}"/>
              </a:ext>
            </a:extLst>
          </p:cNvPr>
          <p:cNvSpPr txBox="1"/>
          <p:nvPr/>
        </p:nvSpPr>
        <p:spPr>
          <a:xfrm>
            <a:off x="4932283" y="2603859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4E442860-93BF-890E-E223-0384909B8E4F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74EF1E59-647D-0A48-2627-D50891B2BD0E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6255B340-C261-960F-CFD0-1BBDB837B343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3F588438-051D-A570-AD2E-C30CD20909C1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6F49237C-1B0D-D46C-4FA4-F9FEDA36DCEB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E8FDF28E-4A80-8973-6659-001EDDAC6A0F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FE8B6FA3-33D1-DDA4-F5BF-1FDBB94C577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69DC8842-F92C-07CA-728D-32AF4DC07C08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65853B00-9414-0D44-7AE9-9956196F7839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BD445ED1-6C22-21B5-2D78-2AEC2C887B25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6F659F05-9E57-D2F9-A897-A83D395FF010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A41C1FEE-5A10-3F8B-8387-8759811569E6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F35CA027-06CC-F579-47DC-EE10BA5D0B9A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ACF38677-7F26-666C-A751-BE56BB79E456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CCEDFFFA-19FA-08B3-895E-1E203AA54FA3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7A6E2F79-95F0-1490-4355-6B32910CA939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08EC6369-EF48-2683-97A5-0CE83195FFAA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A100EE74-3E9B-4B71-CDF1-77A6C0FF5F67}"/>
                </a:ext>
              </a:extLst>
            </p:cNvPr>
            <p:cNvCxnSpPr>
              <a:cxnSpLocks/>
              <a:stCxn id="187" idx="0"/>
              <a:endCxn id="136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07BA7F9B-FFD7-C36A-DBF4-054F73B05BD4}"/>
              </a:ext>
            </a:extLst>
          </p:cNvPr>
          <p:cNvGrpSpPr/>
          <p:nvPr/>
        </p:nvGrpSpPr>
        <p:grpSpPr>
          <a:xfrm>
            <a:off x="1968788" y="936388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72C146E2-BA9B-C56D-2480-640A2866AABE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4B35D2D-2B18-C64D-297D-140238B09135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D439FB72-5A67-511D-19E6-68793F4E0E37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0235CA57-966F-E54C-C371-7602B8488410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D2C8CF7E-BD54-4C7E-DB87-91E27C20FA33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36C589A3-3F49-73BB-601B-411D0B2AE63F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BA37F177-DC39-B734-5116-7A1906220DAE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589C7781-2BEC-17F6-24B6-19CAF1ECA8BE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66EF7DCE-6BA6-4FFF-A9C5-4803E8AAAB03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593755A5-4E42-D26B-0785-AE9D99DF70FB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48259C2E-F7D7-8063-447E-713B4A253A0B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8DA01F53-25D3-7779-CB96-FA73DD2CF27A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8FEA275E-E616-6C5B-32EF-ECBF4E276EA1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AC73322D-2792-C4A3-87E0-E19AACA4E9AB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290F618E-CC1F-3F1D-CD77-7263ED536A09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977DCB21-157E-ACC4-299C-5C4F5CA7E129}"/>
              </a:ext>
            </a:extLst>
          </p:cNvPr>
          <p:cNvGrpSpPr/>
          <p:nvPr/>
        </p:nvGrpSpPr>
        <p:grpSpPr>
          <a:xfrm>
            <a:off x="3932118" y="814057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C942A2F1-FC39-95E3-3919-F53A08183362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82D55721-AD17-10F4-028C-75CB473CE1EA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CFC41887-600C-B188-DE9A-CDAA084F59B0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E93DB4F4-0C58-DA12-9023-6C70EDEBDD92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167B1AF1-F74E-271D-2EFE-A03BABFEB5B8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730D7278-5A29-C95E-3BA1-5E1684E7A106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15BCD325-16CD-533B-825F-D2AB7EDC21E6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67E0FB16-A607-A04F-AE26-62087F774976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A2D97F1E-02EA-2684-CC78-DD99F571A49D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AB21AD52-24B1-0065-573D-FB2540231F20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7FF83A51-F175-2B4E-910D-0B01ACA82244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7C89A7BC-AFB4-4050-A65C-B4B78845E968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A8B0BE5C-AE2F-B1E0-4B9A-5253D27FC57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7743ABDE-2C26-5187-68EE-F5EB6ED92ACF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1BF6F794-878B-0F0A-BD58-1B8BC822E805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4" name="Oval 393">
            <a:extLst>
              <a:ext uri="{FF2B5EF4-FFF2-40B4-BE49-F238E27FC236}">
                <a16:creationId xmlns:a16="http://schemas.microsoft.com/office/drawing/2014/main" id="{6EB8A339-71FE-8D57-2FB0-37E7652B3553}"/>
              </a:ext>
            </a:extLst>
          </p:cNvPr>
          <p:cNvSpPr/>
          <p:nvPr/>
        </p:nvSpPr>
        <p:spPr>
          <a:xfrm>
            <a:off x="598002" y="190428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5" name="Straight Arrow Connector 394">
            <a:extLst>
              <a:ext uri="{FF2B5EF4-FFF2-40B4-BE49-F238E27FC236}">
                <a16:creationId xmlns:a16="http://schemas.microsoft.com/office/drawing/2014/main" id="{77A141A0-367F-D9DB-2BB8-AFD7701FF8DA}"/>
              </a:ext>
            </a:extLst>
          </p:cNvPr>
          <p:cNvCxnSpPr>
            <a:cxnSpLocks/>
            <a:stCxn id="394" idx="6"/>
            <a:endCxn id="397" idx="2"/>
          </p:cNvCxnSpPr>
          <p:nvPr/>
        </p:nvCxnSpPr>
        <p:spPr>
          <a:xfrm>
            <a:off x="767177" y="1988664"/>
            <a:ext cx="242653" cy="3028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Oval 395">
            <a:extLst>
              <a:ext uri="{FF2B5EF4-FFF2-40B4-BE49-F238E27FC236}">
                <a16:creationId xmlns:a16="http://schemas.microsoft.com/office/drawing/2014/main" id="{DD08A269-3DA0-408D-3C87-A1C4A2CB5933}"/>
              </a:ext>
            </a:extLst>
          </p:cNvPr>
          <p:cNvSpPr/>
          <p:nvPr/>
        </p:nvSpPr>
        <p:spPr>
          <a:xfrm>
            <a:off x="135966" y="19050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43EA1906-4CAD-530E-872E-2374829AB5BF}"/>
              </a:ext>
            </a:extLst>
          </p:cNvPr>
          <p:cNvSpPr/>
          <p:nvPr/>
        </p:nvSpPr>
        <p:spPr>
          <a:xfrm>
            <a:off x="1009830" y="1907313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8" name="Straight Arrow Connector 397">
            <a:extLst>
              <a:ext uri="{FF2B5EF4-FFF2-40B4-BE49-F238E27FC236}">
                <a16:creationId xmlns:a16="http://schemas.microsoft.com/office/drawing/2014/main" id="{10402296-34DC-EDBB-53C1-8A396DBD4D96}"/>
              </a:ext>
            </a:extLst>
          </p:cNvPr>
          <p:cNvCxnSpPr>
            <a:cxnSpLocks/>
            <a:stCxn id="396" idx="6"/>
            <a:endCxn id="394" idx="2"/>
          </p:cNvCxnSpPr>
          <p:nvPr/>
        </p:nvCxnSpPr>
        <p:spPr>
          <a:xfrm flipV="1">
            <a:off x="305141" y="1988664"/>
            <a:ext cx="292861" cy="755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Oval 412">
            <a:extLst>
              <a:ext uri="{FF2B5EF4-FFF2-40B4-BE49-F238E27FC236}">
                <a16:creationId xmlns:a16="http://schemas.microsoft.com/office/drawing/2014/main" id="{9CA7467D-C351-0E04-E213-112F80DC7B2D}"/>
              </a:ext>
            </a:extLst>
          </p:cNvPr>
          <p:cNvSpPr/>
          <p:nvPr/>
        </p:nvSpPr>
        <p:spPr>
          <a:xfrm>
            <a:off x="2861586" y="1250371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4C5E6168-7A86-8A90-9DFF-7339E859CED4}"/>
              </a:ext>
            </a:extLst>
          </p:cNvPr>
          <p:cNvCxnSpPr>
            <a:cxnSpLocks/>
            <a:stCxn id="413" idx="4"/>
            <a:endCxn id="416" idx="0"/>
          </p:cNvCxnSpPr>
          <p:nvPr/>
        </p:nvCxnSpPr>
        <p:spPr>
          <a:xfrm flipH="1">
            <a:off x="2946173" y="1419129"/>
            <a:ext cx="1" cy="138901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" name="Oval 414">
            <a:extLst>
              <a:ext uri="{FF2B5EF4-FFF2-40B4-BE49-F238E27FC236}">
                <a16:creationId xmlns:a16="http://schemas.microsoft.com/office/drawing/2014/main" id="{FAE47B5B-EAA7-4E80-892E-2BA746FCD20A}"/>
              </a:ext>
            </a:extLst>
          </p:cNvPr>
          <p:cNvSpPr/>
          <p:nvPr/>
        </p:nvSpPr>
        <p:spPr>
          <a:xfrm>
            <a:off x="2861586" y="943324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C7EA4399-3B49-676C-B528-BD6471D42310}"/>
              </a:ext>
            </a:extLst>
          </p:cNvPr>
          <p:cNvSpPr/>
          <p:nvPr/>
        </p:nvSpPr>
        <p:spPr>
          <a:xfrm>
            <a:off x="2861585" y="155803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7" name="Straight Arrow Connector 416">
            <a:extLst>
              <a:ext uri="{FF2B5EF4-FFF2-40B4-BE49-F238E27FC236}">
                <a16:creationId xmlns:a16="http://schemas.microsoft.com/office/drawing/2014/main" id="{5468CBF6-6BB7-34CF-EC0C-2110D7E8680D}"/>
              </a:ext>
            </a:extLst>
          </p:cNvPr>
          <p:cNvCxnSpPr>
            <a:cxnSpLocks/>
            <a:stCxn id="415" idx="4"/>
            <a:endCxn id="413" idx="0"/>
          </p:cNvCxnSpPr>
          <p:nvPr/>
        </p:nvCxnSpPr>
        <p:spPr>
          <a:xfrm>
            <a:off x="2946174" y="1112082"/>
            <a:ext cx="0" cy="138289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Oval 435">
            <a:extLst>
              <a:ext uri="{FF2B5EF4-FFF2-40B4-BE49-F238E27FC236}">
                <a16:creationId xmlns:a16="http://schemas.microsoft.com/office/drawing/2014/main" id="{B374B05D-ADC3-70AB-210E-013DADF0C970}"/>
              </a:ext>
            </a:extLst>
          </p:cNvPr>
          <p:cNvSpPr/>
          <p:nvPr/>
        </p:nvSpPr>
        <p:spPr>
          <a:xfrm>
            <a:off x="4885848" y="1699556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7" name="Straight Arrow Connector 436">
            <a:extLst>
              <a:ext uri="{FF2B5EF4-FFF2-40B4-BE49-F238E27FC236}">
                <a16:creationId xmlns:a16="http://schemas.microsoft.com/office/drawing/2014/main" id="{0F440FD3-A5E7-DE59-27F1-4B0E44181C44}"/>
              </a:ext>
            </a:extLst>
          </p:cNvPr>
          <p:cNvCxnSpPr>
            <a:cxnSpLocks/>
            <a:stCxn id="436" idx="4"/>
            <a:endCxn id="439" idx="0"/>
          </p:cNvCxnSpPr>
          <p:nvPr/>
        </p:nvCxnSpPr>
        <p:spPr>
          <a:xfrm>
            <a:off x="4970436" y="1868314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Oval 437">
            <a:extLst>
              <a:ext uri="{FF2B5EF4-FFF2-40B4-BE49-F238E27FC236}">
                <a16:creationId xmlns:a16="http://schemas.microsoft.com/office/drawing/2014/main" id="{031D3D37-24B4-77D0-C4DF-E19B99415956}"/>
              </a:ext>
            </a:extLst>
          </p:cNvPr>
          <p:cNvSpPr/>
          <p:nvPr/>
        </p:nvSpPr>
        <p:spPr>
          <a:xfrm>
            <a:off x="4886880" y="1370765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9" name="Oval 438">
            <a:extLst>
              <a:ext uri="{FF2B5EF4-FFF2-40B4-BE49-F238E27FC236}">
                <a16:creationId xmlns:a16="http://schemas.microsoft.com/office/drawing/2014/main" id="{37C7991F-E967-29E7-3441-3CF3571DB9FF}"/>
              </a:ext>
            </a:extLst>
          </p:cNvPr>
          <p:cNvSpPr/>
          <p:nvPr/>
        </p:nvSpPr>
        <p:spPr>
          <a:xfrm>
            <a:off x="4885848" y="2044140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0" name="Straight Arrow Connector 439">
            <a:extLst>
              <a:ext uri="{FF2B5EF4-FFF2-40B4-BE49-F238E27FC236}">
                <a16:creationId xmlns:a16="http://schemas.microsoft.com/office/drawing/2014/main" id="{6EBBD909-7155-8E2C-DC5D-17BB29D5273B}"/>
              </a:ext>
            </a:extLst>
          </p:cNvPr>
          <p:cNvCxnSpPr>
            <a:cxnSpLocks/>
            <a:stCxn id="438" idx="4"/>
            <a:endCxn id="436" idx="0"/>
          </p:cNvCxnSpPr>
          <p:nvPr/>
        </p:nvCxnSpPr>
        <p:spPr>
          <a:xfrm flipH="1">
            <a:off x="4970436" y="1539523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TextBox 446">
            <a:extLst>
              <a:ext uri="{FF2B5EF4-FFF2-40B4-BE49-F238E27FC236}">
                <a16:creationId xmlns:a16="http://schemas.microsoft.com/office/drawing/2014/main" id="{1CD09448-0D37-9789-3AAD-94EB1D0FA164}"/>
              </a:ext>
            </a:extLst>
          </p:cNvPr>
          <p:cNvSpPr txBox="1"/>
          <p:nvPr/>
        </p:nvSpPr>
        <p:spPr>
          <a:xfrm>
            <a:off x="4635012" y="658019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9" name="Connector: Curved 448">
            <a:extLst>
              <a:ext uri="{FF2B5EF4-FFF2-40B4-BE49-F238E27FC236}">
                <a16:creationId xmlns:a16="http://schemas.microsoft.com/office/drawing/2014/main" id="{640337DF-7799-62E3-D4AC-DF14AD92E6BF}"/>
              </a:ext>
            </a:extLst>
          </p:cNvPr>
          <p:cNvCxnSpPr>
            <a:cxnSpLocks/>
            <a:stCxn id="438" idx="2"/>
            <a:endCxn id="439" idx="2"/>
          </p:cNvCxnSpPr>
          <p:nvPr/>
        </p:nvCxnSpPr>
        <p:spPr>
          <a:xfrm rot="10800000" flipV="1">
            <a:off x="4885848" y="1455143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: Curved 449">
            <a:extLst>
              <a:ext uri="{FF2B5EF4-FFF2-40B4-BE49-F238E27FC236}">
                <a16:creationId xmlns:a16="http://schemas.microsoft.com/office/drawing/2014/main" id="{AD6C114A-4842-418B-B07A-D15D01D833B3}"/>
              </a:ext>
            </a:extLst>
          </p:cNvPr>
          <p:cNvCxnSpPr>
            <a:cxnSpLocks/>
            <a:stCxn id="439" idx="6"/>
            <a:endCxn id="438" idx="6"/>
          </p:cNvCxnSpPr>
          <p:nvPr/>
        </p:nvCxnSpPr>
        <p:spPr>
          <a:xfrm flipV="1">
            <a:off x="5055023" y="1455144"/>
            <a:ext cx="1032" cy="673375"/>
          </a:xfrm>
          <a:prstGeom prst="curvedConnector3">
            <a:avLst>
              <a:gd name="adj1" fmla="val 22251163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88614E57-4B8C-8D2F-357C-E0C857F1C8BA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3932117" y="1178107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319B2AD4-C7BF-DE9A-E842-E4B1DC6289DF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3937280" y="1711525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FA15D559-6D85-7F55-7DDE-1BFB51A00BDE}"/>
              </a:ext>
            </a:extLst>
          </p:cNvPr>
          <p:cNvSpPr/>
          <p:nvPr/>
        </p:nvSpPr>
        <p:spPr>
          <a:xfrm>
            <a:off x="4223640" y="1634306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7" name="Multiplication Sign 486">
            <a:extLst>
              <a:ext uri="{FF2B5EF4-FFF2-40B4-BE49-F238E27FC236}">
                <a16:creationId xmlns:a16="http://schemas.microsoft.com/office/drawing/2014/main" id="{C1168726-1A47-FE54-4C84-7E01C2CF8313}"/>
              </a:ext>
            </a:extLst>
          </p:cNvPr>
          <p:cNvSpPr/>
          <p:nvPr/>
        </p:nvSpPr>
        <p:spPr>
          <a:xfrm>
            <a:off x="4564591" y="1643855"/>
            <a:ext cx="216000" cy="180000"/>
          </a:xfrm>
          <a:prstGeom prst="mathMultiply">
            <a:avLst/>
          </a:prstGeom>
          <a:solidFill>
            <a:schemeClr val="accent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3029D359-C54C-76B6-58DA-08A3DCBE06C5}"/>
              </a:ext>
            </a:extLst>
          </p:cNvPr>
          <p:cNvSpPr/>
          <p:nvPr/>
        </p:nvSpPr>
        <p:spPr>
          <a:xfrm>
            <a:off x="1597041" y="1537699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7143D02F-BE4A-6125-1F9F-CE8D564F8E76}"/>
              </a:ext>
            </a:extLst>
          </p:cNvPr>
          <p:cNvSpPr/>
          <p:nvPr/>
        </p:nvSpPr>
        <p:spPr>
          <a:xfrm>
            <a:off x="3462062" y="1559155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44C68879-4D73-C812-943A-AEC2136AA891}"/>
              </a:ext>
            </a:extLst>
          </p:cNvPr>
          <p:cNvGrpSpPr/>
          <p:nvPr/>
        </p:nvGrpSpPr>
        <p:grpSpPr>
          <a:xfrm>
            <a:off x="6146943" y="799619"/>
            <a:ext cx="655143" cy="1389292"/>
            <a:chOff x="128081" y="973192"/>
            <a:chExt cx="655143" cy="1389292"/>
          </a:xfrm>
        </p:grpSpPr>
        <p:cxnSp>
          <p:nvCxnSpPr>
            <p:cNvPr id="545" name="Straight Arrow Connector 544">
              <a:extLst>
                <a:ext uri="{FF2B5EF4-FFF2-40B4-BE49-F238E27FC236}">
                  <a16:creationId xmlns:a16="http://schemas.microsoft.com/office/drawing/2014/main" id="{86F8E6F4-A064-3F37-B52B-6B037327372A}"/>
                </a:ext>
              </a:extLst>
            </p:cNvPr>
            <p:cNvCxnSpPr>
              <a:cxnSpLocks/>
              <a:stCxn id="550" idx="4"/>
              <a:endCxn id="553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6" name="Group 545">
              <a:extLst>
                <a:ext uri="{FF2B5EF4-FFF2-40B4-BE49-F238E27FC236}">
                  <a16:creationId xmlns:a16="http://schemas.microsoft.com/office/drawing/2014/main" id="{8ECE4F09-E2F9-319D-7DCC-399233D5676B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549" name="Straight Arrow Connector 548">
                <a:extLst>
                  <a:ext uri="{FF2B5EF4-FFF2-40B4-BE49-F238E27FC236}">
                    <a16:creationId xmlns:a16="http://schemas.microsoft.com/office/drawing/2014/main" id="{6CED11A4-6269-4C06-E4A1-F4AD8C409B06}"/>
                  </a:ext>
                </a:extLst>
              </p:cNvPr>
              <p:cNvCxnSpPr>
                <a:cxnSpLocks/>
                <a:stCxn id="552" idx="3"/>
                <a:endCxn id="550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0" name="Oval 549">
                <a:extLst>
                  <a:ext uri="{FF2B5EF4-FFF2-40B4-BE49-F238E27FC236}">
                    <a16:creationId xmlns:a16="http://schemas.microsoft.com/office/drawing/2014/main" id="{D1EB7018-FA39-6FD7-C7E8-EB5F45F1A33D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id="{D131114F-E58B-02D9-BE01-DBFDB9F9B3D1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2" name="Oval 551">
                <a:extLst>
                  <a:ext uri="{FF2B5EF4-FFF2-40B4-BE49-F238E27FC236}">
                    <a16:creationId xmlns:a16="http://schemas.microsoft.com/office/drawing/2014/main" id="{86756FFF-DECD-C258-6A82-D02F03B5CE2D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3" name="Oval 552">
                <a:extLst>
                  <a:ext uri="{FF2B5EF4-FFF2-40B4-BE49-F238E27FC236}">
                    <a16:creationId xmlns:a16="http://schemas.microsoft.com/office/drawing/2014/main" id="{D8F5DF98-9957-42B9-9C9C-55F69A7C7161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554" name="Straight Arrow Connector 553">
                <a:extLst>
                  <a:ext uri="{FF2B5EF4-FFF2-40B4-BE49-F238E27FC236}">
                    <a16:creationId xmlns:a16="http://schemas.microsoft.com/office/drawing/2014/main" id="{339765CE-0278-2327-BE51-18D6E4864B05}"/>
                  </a:ext>
                </a:extLst>
              </p:cNvPr>
              <p:cNvCxnSpPr>
                <a:cxnSpLocks/>
                <a:stCxn id="551" idx="3"/>
                <a:endCxn id="552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5" name="Group 554">
                <a:extLst>
                  <a:ext uri="{FF2B5EF4-FFF2-40B4-BE49-F238E27FC236}">
                    <a16:creationId xmlns:a16="http://schemas.microsoft.com/office/drawing/2014/main" id="{88A51A57-1CD9-D063-AD55-8955E42BCDAA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556" name="Straight Arrow Connector 555">
                  <a:extLst>
                    <a:ext uri="{FF2B5EF4-FFF2-40B4-BE49-F238E27FC236}">
                      <a16:creationId xmlns:a16="http://schemas.microsoft.com/office/drawing/2014/main" id="{83B2A365-4D00-2E13-932F-783C8DF1D35C}"/>
                    </a:ext>
                  </a:extLst>
                </p:cNvPr>
                <p:cNvCxnSpPr>
                  <a:cxnSpLocks/>
                  <a:stCxn id="553" idx="4"/>
                  <a:endCxn id="559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7" name="Oval 556">
                  <a:extLst>
                    <a:ext uri="{FF2B5EF4-FFF2-40B4-BE49-F238E27FC236}">
                      <a16:creationId xmlns:a16="http://schemas.microsoft.com/office/drawing/2014/main" id="{EDED7F55-C4D8-CC4B-EAD5-3D4AD84FD954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558" name="Oval 557">
                  <a:extLst>
                    <a:ext uri="{FF2B5EF4-FFF2-40B4-BE49-F238E27FC236}">
                      <a16:creationId xmlns:a16="http://schemas.microsoft.com/office/drawing/2014/main" id="{8F863248-5243-86E4-DE71-6991DCC00DF2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559" name="Oval 558">
                  <a:extLst>
                    <a:ext uri="{FF2B5EF4-FFF2-40B4-BE49-F238E27FC236}">
                      <a16:creationId xmlns:a16="http://schemas.microsoft.com/office/drawing/2014/main" id="{8B3DCE53-5AF9-8D01-BD06-28BD12F23ED4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547" name="Straight Arrow Connector 546">
              <a:extLst>
                <a:ext uri="{FF2B5EF4-FFF2-40B4-BE49-F238E27FC236}">
                  <a16:creationId xmlns:a16="http://schemas.microsoft.com/office/drawing/2014/main" id="{8892D761-8CFE-E900-E56C-B501F228452F}"/>
                </a:ext>
              </a:extLst>
            </p:cNvPr>
            <p:cNvCxnSpPr>
              <a:cxnSpLocks/>
              <a:stCxn id="551" idx="5"/>
              <a:endCxn id="557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Straight Arrow Connector 547">
              <a:extLst>
                <a:ext uri="{FF2B5EF4-FFF2-40B4-BE49-F238E27FC236}">
                  <a16:creationId xmlns:a16="http://schemas.microsoft.com/office/drawing/2014/main" id="{B27C6650-FD6A-B535-DA3B-07EE7B227477}"/>
                </a:ext>
              </a:extLst>
            </p:cNvPr>
            <p:cNvCxnSpPr>
              <a:cxnSpLocks/>
              <a:stCxn id="552" idx="5"/>
              <a:endCxn id="558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0" name="Oval 559">
            <a:extLst>
              <a:ext uri="{FF2B5EF4-FFF2-40B4-BE49-F238E27FC236}">
                <a16:creationId xmlns:a16="http://schemas.microsoft.com/office/drawing/2014/main" id="{6A4F8405-631A-53B1-551C-1BD308741028}"/>
              </a:ext>
            </a:extLst>
          </p:cNvPr>
          <p:cNvSpPr/>
          <p:nvPr/>
        </p:nvSpPr>
        <p:spPr>
          <a:xfrm>
            <a:off x="7100673" y="1685118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0BA4FC83-5AD5-FE41-DD5C-9A4D45AD7BCB}"/>
              </a:ext>
            </a:extLst>
          </p:cNvPr>
          <p:cNvCxnSpPr>
            <a:cxnSpLocks/>
            <a:stCxn id="560" idx="4"/>
            <a:endCxn id="563" idx="0"/>
          </p:cNvCxnSpPr>
          <p:nvPr/>
        </p:nvCxnSpPr>
        <p:spPr>
          <a:xfrm>
            <a:off x="7185261" y="1853876"/>
            <a:ext cx="0" cy="175826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2" name="Oval 561">
            <a:extLst>
              <a:ext uri="{FF2B5EF4-FFF2-40B4-BE49-F238E27FC236}">
                <a16:creationId xmlns:a16="http://schemas.microsoft.com/office/drawing/2014/main" id="{3C51DC58-C4D5-B63E-CD3C-20012ED5129E}"/>
              </a:ext>
            </a:extLst>
          </p:cNvPr>
          <p:cNvSpPr/>
          <p:nvPr/>
        </p:nvSpPr>
        <p:spPr>
          <a:xfrm>
            <a:off x="7101705" y="1356327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" name="Oval 562">
            <a:extLst>
              <a:ext uri="{FF2B5EF4-FFF2-40B4-BE49-F238E27FC236}">
                <a16:creationId xmlns:a16="http://schemas.microsoft.com/office/drawing/2014/main" id="{BE43CC26-CC13-43CD-6193-84812A4C5D0F}"/>
              </a:ext>
            </a:extLst>
          </p:cNvPr>
          <p:cNvSpPr/>
          <p:nvPr/>
        </p:nvSpPr>
        <p:spPr>
          <a:xfrm>
            <a:off x="7100673" y="2029702"/>
            <a:ext cx="169175" cy="168758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4" name="Straight Arrow Connector 563">
            <a:extLst>
              <a:ext uri="{FF2B5EF4-FFF2-40B4-BE49-F238E27FC236}">
                <a16:creationId xmlns:a16="http://schemas.microsoft.com/office/drawing/2014/main" id="{A45DDADA-2A13-8384-2597-8D918FC2E0E0}"/>
              </a:ext>
            </a:extLst>
          </p:cNvPr>
          <p:cNvCxnSpPr>
            <a:cxnSpLocks/>
            <a:stCxn id="562" idx="4"/>
            <a:endCxn id="560" idx="0"/>
          </p:cNvCxnSpPr>
          <p:nvPr/>
        </p:nvCxnSpPr>
        <p:spPr>
          <a:xfrm flipH="1">
            <a:off x="7185261" y="1525085"/>
            <a:ext cx="1032" cy="160033"/>
          </a:xfrm>
          <a:prstGeom prst="straightConnector1">
            <a:avLst/>
          </a:prstGeom>
          <a:ln w="9525" cmpd="sng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AE2CD62-FD4A-3E30-FAA1-78CBA0AC8F8E}"/>
              </a:ext>
            </a:extLst>
          </p:cNvPr>
          <p:cNvSpPr txBox="1"/>
          <p:nvPr/>
        </p:nvSpPr>
        <p:spPr>
          <a:xfrm>
            <a:off x="6900943" y="690439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b,e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b,d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786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6590A-D19A-DC47-8BA9-F74C29F4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Freeform: Shape 533">
            <a:extLst>
              <a:ext uri="{FF2B5EF4-FFF2-40B4-BE49-F238E27FC236}">
                <a16:creationId xmlns:a16="http://schemas.microsoft.com/office/drawing/2014/main" id="{CADEF58C-7AE3-765C-9C1B-722375F384E3}"/>
              </a:ext>
            </a:extLst>
          </p:cNvPr>
          <p:cNvSpPr/>
          <p:nvPr/>
        </p:nvSpPr>
        <p:spPr>
          <a:xfrm>
            <a:off x="4623557" y="1110703"/>
            <a:ext cx="554736" cy="829897"/>
          </a:xfrm>
          <a:custGeom>
            <a:avLst/>
            <a:gdLst>
              <a:gd name="connsiteX0" fmla="*/ 533400 w 554736"/>
              <a:gd name="connsiteY0" fmla="*/ 21330 h 829897"/>
              <a:gd name="connsiteX1" fmla="*/ 533400 w 554736"/>
              <a:gd name="connsiteY1" fmla="*/ 21330 h 829897"/>
              <a:gd name="connsiteX2" fmla="*/ 342900 w 554736"/>
              <a:gd name="connsiteY2" fmla="*/ 163 h 829897"/>
              <a:gd name="connsiteX3" fmla="*/ 296333 w 554736"/>
              <a:gd name="connsiteY3" fmla="*/ 12863 h 829897"/>
              <a:gd name="connsiteX4" fmla="*/ 262467 w 554736"/>
              <a:gd name="connsiteY4" fmla="*/ 25563 h 829897"/>
              <a:gd name="connsiteX5" fmla="*/ 241300 w 554736"/>
              <a:gd name="connsiteY5" fmla="*/ 50963 h 829897"/>
              <a:gd name="connsiteX6" fmla="*/ 224367 w 554736"/>
              <a:gd name="connsiteY6" fmla="*/ 55197 h 829897"/>
              <a:gd name="connsiteX7" fmla="*/ 198967 w 554736"/>
              <a:gd name="connsiteY7" fmla="*/ 72130 h 829897"/>
              <a:gd name="connsiteX8" fmla="*/ 169333 w 554736"/>
              <a:gd name="connsiteY8" fmla="*/ 93297 h 829897"/>
              <a:gd name="connsiteX9" fmla="*/ 152400 w 554736"/>
              <a:gd name="connsiteY9" fmla="*/ 97530 h 829897"/>
              <a:gd name="connsiteX10" fmla="*/ 131233 w 554736"/>
              <a:gd name="connsiteY10" fmla="*/ 118697 h 829897"/>
              <a:gd name="connsiteX11" fmla="*/ 118533 w 554736"/>
              <a:gd name="connsiteY11" fmla="*/ 131397 h 829897"/>
              <a:gd name="connsiteX12" fmla="*/ 80433 w 554736"/>
              <a:gd name="connsiteY12" fmla="*/ 182197 h 829897"/>
              <a:gd name="connsiteX13" fmla="*/ 67733 w 554736"/>
              <a:gd name="connsiteY13" fmla="*/ 211830 h 829897"/>
              <a:gd name="connsiteX14" fmla="*/ 59267 w 554736"/>
              <a:gd name="connsiteY14" fmla="*/ 232997 h 829897"/>
              <a:gd name="connsiteX15" fmla="*/ 42333 w 554736"/>
              <a:gd name="connsiteY15" fmla="*/ 271097 h 829897"/>
              <a:gd name="connsiteX16" fmla="*/ 33867 w 554736"/>
              <a:gd name="connsiteY16" fmla="*/ 313430 h 829897"/>
              <a:gd name="connsiteX17" fmla="*/ 25400 w 554736"/>
              <a:gd name="connsiteY17" fmla="*/ 338830 h 829897"/>
              <a:gd name="connsiteX18" fmla="*/ 12700 w 554736"/>
              <a:gd name="connsiteY18" fmla="*/ 410797 h 829897"/>
              <a:gd name="connsiteX19" fmla="*/ 0 w 554736"/>
              <a:gd name="connsiteY19" fmla="*/ 491230 h 829897"/>
              <a:gd name="connsiteX20" fmla="*/ 4233 w 554736"/>
              <a:gd name="connsiteY20" fmla="*/ 605530 h 829897"/>
              <a:gd name="connsiteX21" fmla="*/ 12700 w 554736"/>
              <a:gd name="connsiteY21" fmla="*/ 622463 h 829897"/>
              <a:gd name="connsiteX22" fmla="*/ 29633 w 554736"/>
              <a:gd name="connsiteY22" fmla="*/ 664797 h 829897"/>
              <a:gd name="connsiteX23" fmla="*/ 46567 w 554736"/>
              <a:gd name="connsiteY23" fmla="*/ 698663 h 829897"/>
              <a:gd name="connsiteX24" fmla="*/ 59267 w 554736"/>
              <a:gd name="connsiteY24" fmla="*/ 728297 h 829897"/>
              <a:gd name="connsiteX25" fmla="*/ 80433 w 554736"/>
              <a:gd name="connsiteY25" fmla="*/ 757930 h 829897"/>
              <a:gd name="connsiteX26" fmla="*/ 97367 w 554736"/>
              <a:gd name="connsiteY26" fmla="*/ 770630 h 829897"/>
              <a:gd name="connsiteX27" fmla="*/ 114300 w 554736"/>
              <a:gd name="connsiteY27" fmla="*/ 787563 h 829897"/>
              <a:gd name="connsiteX28" fmla="*/ 131233 w 554736"/>
              <a:gd name="connsiteY28" fmla="*/ 796030 h 829897"/>
              <a:gd name="connsiteX29" fmla="*/ 177800 w 554736"/>
              <a:gd name="connsiteY29" fmla="*/ 808730 h 829897"/>
              <a:gd name="connsiteX30" fmla="*/ 198967 w 554736"/>
              <a:gd name="connsiteY30" fmla="*/ 812963 h 829897"/>
              <a:gd name="connsiteX31" fmla="*/ 224367 w 554736"/>
              <a:gd name="connsiteY31" fmla="*/ 821430 h 829897"/>
              <a:gd name="connsiteX32" fmla="*/ 279400 w 554736"/>
              <a:gd name="connsiteY32" fmla="*/ 829897 h 829897"/>
              <a:gd name="connsiteX33" fmla="*/ 325967 w 554736"/>
              <a:gd name="connsiteY33" fmla="*/ 825663 h 829897"/>
              <a:gd name="connsiteX34" fmla="*/ 351367 w 554736"/>
              <a:gd name="connsiteY34" fmla="*/ 800263 h 829897"/>
              <a:gd name="connsiteX35" fmla="*/ 368300 w 554736"/>
              <a:gd name="connsiteY35" fmla="*/ 791797 h 829897"/>
              <a:gd name="connsiteX36" fmla="*/ 372533 w 554736"/>
              <a:gd name="connsiteY36" fmla="*/ 779097 h 829897"/>
              <a:gd name="connsiteX37" fmla="*/ 381000 w 554736"/>
              <a:gd name="connsiteY37" fmla="*/ 757930 h 829897"/>
              <a:gd name="connsiteX38" fmla="*/ 385233 w 554736"/>
              <a:gd name="connsiteY38" fmla="*/ 740997 h 829897"/>
              <a:gd name="connsiteX39" fmla="*/ 385233 w 554736"/>
              <a:gd name="connsiteY39" fmla="*/ 525097 h 829897"/>
              <a:gd name="connsiteX40" fmla="*/ 393700 w 554736"/>
              <a:gd name="connsiteY40" fmla="*/ 495463 h 829897"/>
              <a:gd name="connsiteX41" fmla="*/ 410633 w 554736"/>
              <a:gd name="connsiteY41" fmla="*/ 444663 h 829897"/>
              <a:gd name="connsiteX42" fmla="*/ 419100 w 554736"/>
              <a:gd name="connsiteY42" fmla="*/ 419263 h 829897"/>
              <a:gd name="connsiteX43" fmla="*/ 436033 w 554736"/>
              <a:gd name="connsiteY43" fmla="*/ 376930 h 829897"/>
              <a:gd name="connsiteX44" fmla="*/ 444500 w 554736"/>
              <a:gd name="connsiteY44" fmla="*/ 359997 h 829897"/>
              <a:gd name="connsiteX45" fmla="*/ 448733 w 554736"/>
              <a:gd name="connsiteY45" fmla="*/ 347297 h 829897"/>
              <a:gd name="connsiteX46" fmla="*/ 469900 w 554736"/>
              <a:gd name="connsiteY46" fmla="*/ 309197 h 829897"/>
              <a:gd name="connsiteX47" fmla="*/ 491067 w 554736"/>
              <a:gd name="connsiteY47" fmla="*/ 249930 h 829897"/>
              <a:gd name="connsiteX48" fmla="*/ 499533 w 554736"/>
              <a:gd name="connsiteY48" fmla="*/ 228763 h 829897"/>
              <a:gd name="connsiteX49" fmla="*/ 516467 w 554736"/>
              <a:gd name="connsiteY49" fmla="*/ 199130 h 829897"/>
              <a:gd name="connsiteX50" fmla="*/ 533400 w 554736"/>
              <a:gd name="connsiteY50" fmla="*/ 165263 h 829897"/>
              <a:gd name="connsiteX51" fmla="*/ 537633 w 554736"/>
              <a:gd name="connsiteY51" fmla="*/ 148330 h 829897"/>
              <a:gd name="connsiteX52" fmla="*/ 550333 w 554736"/>
              <a:gd name="connsiteY52" fmla="*/ 110230 h 829897"/>
              <a:gd name="connsiteX53" fmla="*/ 550333 w 554736"/>
              <a:gd name="connsiteY53" fmla="*/ 46730 h 829897"/>
              <a:gd name="connsiteX54" fmla="*/ 546100 w 554736"/>
              <a:gd name="connsiteY54" fmla="*/ 34030 h 829897"/>
              <a:gd name="connsiteX55" fmla="*/ 533400 w 554736"/>
              <a:gd name="connsiteY55" fmla="*/ 21330 h 829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54736" h="829897">
                <a:moveTo>
                  <a:pt x="533400" y="21330"/>
                </a:moveTo>
                <a:lnTo>
                  <a:pt x="533400" y="21330"/>
                </a:lnTo>
                <a:cubicBezTo>
                  <a:pt x="469900" y="14274"/>
                  <a:pt x="406595" y="5159"/>
                  <a:pt x="342900" y="163"/>
                </a:cubicBezTo>
                <a:cubicBezTo>
                  <a:pt x="324262" y="-1299"/>
                  <a:pt x="312847" y="7358"/>
                  <a:pt x="296333" y="12863"/>
                </a:cubicBezTo>
                <a:cubicBezTo>
                  <a:pt x="261755" y="24389"/>
                  <a:pt x="297103" y="8246"/>
                  <a:pt x="262467" y="25563"/>
                </a:cubicBezTo>
                <a:cubicBezTo>
                  <a:pt x="257072" y="33656"/>
                  <a:pt x="250075" y="45948"/>
                  <a:pt x="241300" y="50963"/>
                </a:cubicBezTo>
                <a:cubicBezTo>
                  <a:pt x="236249" y="53850"/>
                  <a:pt x="230011" y="53786"/>
                  <a:pt x="224367" y="55197"/>
                </a:cubicBezTo>
                <a:cubicBezTo>
                  <a:pt x="194813" y="84751"/>
                  <a:pt x="227557" y="55793"/>
                  <a:pt x="198967" y="72130"/>
                </a:cubicBezTo>
                <a:cubicBezTo>
                  <a:pt x="194637" y="74604"/>
                  <a:pt x="175880" y="90491"/>
                  <a:pt x="169333" y="93297"/>
                </a:cubicBezTo>
                <a:cubicBezTo>
                  <a:pt x="163985" y="95589"/>
                  <a:pt x="158044" y="96119"/>
                  <a:pt x="152400" y="97530"/>
                </a:cubicBezTo>
                <a:cubicBezTo>
                  <a:pt x="129117" y="113053"/>
                  <a:pt x="148872" y="97530"/>
                  <a:pt x="131233" y="118697"/>
                </a:cubicBezTo>
                <a:cubicBezTo>
                  <a:pt x="127400" y="123296"/>
                  <a:pt x="122366" y="126798"/>
                  <a:pt x="118533" y="131397"/>
                </a:cubicBezTo>
                <a:cubicBezTo>
                  <a:pt x="95138" y="159471"/>
                  <a:pt x="94864" y="160551"/>
                  <a:pt x="80433" y="182197"/>
                </a:cubicBezTo>
                <a:cubicBezTo>
                  <a:pt x="71737" y="208286"/>
                  <a:pt x="81685" y="180438"/>
                  <a:pt x="67733" y="211830"/>
                </a:cubicBezTo>
                <a:cubicBezTo>
                  <a:pt x="64647" y="218774"/>
                  <a:pt x="62353" y="226053"/>
                  <a:pt x="59267" y="232997"/>
                </a:cubicBezTo>
                <a:cubicBezTo>
                  <a:pt x="35523" y="286422"/>
                  <a:pt x="67447" y="208312"/>
                  <a:pt x="42333" y="271097"/>
                </a:cubicBezTo>
                <a:cubicBezTo>
                  <a:pt x="39511" y="285208"/>
                  <a:pt x="38418" y="299778"/>
                  <a:pt x="33867" y="313430"/>
                </a:cubicBezTo>
                <a:cubicBezTo>
                  <a:pt x="31045" y="321897"/>
                  <a:pt x="27565" y="330172"/>
                  <a:pt x="25400" y="338830"/>
                </a:cubicBezTo>
                <a:cubicBezTo>
                  <a:pt x="16858" y="372998"/>
                  <a:pt x="17663" y="379363"/>
                  <a:pt x="12700" y="410797"/>
                </a:cubicBezTo>
                <a:cubicBezTo>
                  <a:pt x="-2462" y="506826"/>
                  <a:pt x="9599" y="424035"/>
                  <a:pt x="0" y="491230"/>
                </a:cubicBezTo>
                <a:cubicBezTo>
                  <a:pt x="1411" y="529330"/>
                  <a:pt x="561" y="567581"/>
                  <a:pt x="4233" y="605530"/>
                </a:cubicBezTo>
                <a:cubicBezTo>
                  <a:pt x="4841" y="611811"/>
                  <a:pt x="10214" y="616663"/>
                  <a:pt x="12700" y="622463"/>
                </a:cubicBezTo>
                <a:cubicBezTo>
                  <a:pt x="18687" y="636432"/>
                  <a:pt x="22836" y="651203"/>
                  <a:pt x="29633" y="664797"/>
                </a:cubicBezTo>
                <a:cubicBezTo>
                  <a:pt x="35278" y="676086"/>
                  <a:pt x="42576" y="686689"/>
                  <a:pt x="46567" y="698663"/>
                </a:cubicBezTo>
                <a:cubicBezTo>
                  <a:pt x="51317" y="712913"/>
                  <a:pt x="50896" y="713647"/>
                  <a:pt x="59267" y="728297"/>
                </a:cubicBezTo>
                <a:cubicBezTo>
                  <a:pt x="62473" y="733908"/>
                  <a:pt x="77401" y="754898"/>
                  <a:pt x="80433" y="757930"/>
                </a:cubicBezTo>
                <a:cubicBezTo>
                  <a:pt x="85422" y="762919"/>
                  <a:pt x="92057" y="765984"/>
                  <a:pt x="97367" y="770630"/>
                </a:cubicBezTo>
                <a:cubicBezTo>
                  <a:pt x="103374" y="775886"/>
                  <a:pt x="107914" y="782774"/>
                  <a:pt x="114300" y="787563"/>
                </a:cubicBezTo>
                <a:cubicBezTo>
                  <a:pt x="119348" y="791349"/>
                  <a:pt x="125433" y="793544"/>
                  <a:pt x="131233" y="796030"/>
                </a:cubicBezTo>
                <a:cubicBezTo>
                  <a:pt x="141873" y="800590"/>
                  <a:pt x="173763" y="807923"/>
                  <a:pt x="177800" y="808730"/>
                </a:cubicBezTo>
                <a:cubicBezTo>
                  <a:pt x="184856" y="810141"/>
                  <a:pt x="192025" y="811070"/>
                  <a:pt x="198967" y="812963"/>
                </a:cubicBezTo>
                <a:cubicBezTo>
                  <a:pt x="207577" y="815311"/>
                  <a:pt x="215532" y="820168"/>
                  <a:pt x="224367" y="821430"/>
                </a:cubicBezTo>
                <a:cubicBezTo>
                  <a:pt x="262497" y="826877"/>
                  <a:pt x="244158" y="824022"/>
                  <a:pt x="279400" y="829897"/>
                </a:cubicBezTo>
                <a:cubicBezTo>
                  <a:pt x="294922" y="828486"/>
                  <a:pt x="311555" y="831598"/>
                  <a:pt x="325967" y="825663"/>
                </a:cubicBezTo>
                <a:cubicBezTo>
                  <a:pt x="337039" y="821104"/>
                  <a:pt x="340657" y="805618"/>
                  <a:pt x="351367" y="800263"/>
                </a:cubicBezTo>
                <a:lnTo>
                  <a:pt x="368300" y="791797"/>
                </a:lnTo>
                <a:cubicBezTo>
                  <a:pt x="369711" y="787564"/>
                  <a:pt x="370966" y="783275"/>
                  <a:pt x="372533" y="779097"/>
                </a:cubicBezTo>
                <a:cubicBezTo>
                  <a:pt x="375201" y="771982"/>
                  <a:pt x="378597" y="765139"/>
                  <a:pt x="381000" y="757930"/>
                </a:cubicBezTo>
                <a:cubicBezTo>
                  <a:pt x="382840" y="752411"/>
                  <a:pt x="383822" y="746641"/>
                  <a:pt x="385233" y="740997"/>
                </a:cubicBezTo>
                <a:cubicBezTo>
                  <a:pt x="383149" y="672236"/>
                  <a:pt x="376822" y="595193"/>
                  <a:pt x="385233" y="525097"/>
                </a:cubicBezTo>
                <a:cubicBezTo>
                  <a:pt x="386457" y="514897"/>
                  <a:pt x="391053" y="505389"/>
                  <a:pt x="393700" y="495463"/>
                </a:cubicBezTo>
                <a:cubicBezTo>
                  <a:pt x="415777" y="412676"/>
                  <a:pt x="390412" y="495217"/>
                  <a:pt x="410633" y="444663"/>
                </a:cubicBezTo>
                <a:cubicBezTo>
                  <a:pt x="413947" y="436377"/>
                  <a:pt x="415966" y="427619"/>
                  <a:pt x="419100" y="419263"/>
                </a:cubicBezTo>
                <a:cubicBezTo>
                  <a:pt x="424436" y="405033"/>
                  <a:pt x="429236" y="390523"/>
                  <a:pt x="436033" y="376930"/>
                </a:cubicBezTo>
                <a:cubicBezTo>
                  <a:pt x="438855" y="371286"/>
                  <a:pt x="442014" y="365797"/>
                  <a:pt x="444500" y="359997"/>
                </a:cubicBezTo>
                <a:cubicBezTo>
                  <a:pt x="446258" y="355896"/>
                  <a:pt x="446975" y="351399"/>
                  <a:pt x="448733" y="347297"/>
                </a:cubicBezTo>
                <a:cubicBezTo>
                  <a:pt x="454806" y="333126"/>
                  <a:pt x="461871" y="322578"/>
                  <a:pt x="469900" y="309197"/>
                </a:cubicBezTo>
                <a:cubicBezTo>
                  <a:pt x="477819" y="277516"/>
                  <a:pt x="471971" y="297671"/>
                  <a:pt x="491067" y="249930"/>
                </a:cubicBezTo>
                <a:cubicBezTo>
                  <a:pt x="493889" y="242874"/>
                  <a:pt x="495318" y="235086"/>
                  <a:pt x="499533" y="228763"/>
                </a:cubicBezTo>
                <a:cubicBezTo>
                  <a:pt x="511501" y="210812"/>
                  <a:pt x="505725" y="220614"/>
                  <a:pt x="516467" y="199130"/>
                </a:cubicBezTo>
                <a:cubicBezTo>
                  <a:pt x="526861" y="157551"/>
                  <a:pt x="511813" y="208439"/>
                  <a:pt x="533400" y="165263"/>
                </a:cubicBezTo>
                <a:cubicBezTo>
                  <a:pt x="536002" y="160059"/>
                  <a:pt x="535793" y="153849"/>
                  <a:pt x="537633" y="148330"/>
                </a:cubicBezTo>
                <a:cubicBezTo>
                  <a:pt x="553574" y="100507"/>
                  <a:pt x="540189" y="150808"/>
                  <a:pt x="550333" y="110230"/>
                </a:cubicBezTo>
                <a:cubicBezTo>
                  <a:pt x="554296" y="70607"/>
                  <a:pt x="557849" y="76795"/>
                  <a:pt x="550333" y="46730"/>
                </a:cubicBezTo>
                <a:cubicBezTo>
                  <a:pt x="549251" y="42401"/>
                  <a:pt x="548888" y="37515"/>
                  <a:pt x="546100" y="34030"/>
                </a:cubicBezTo>
                <a:cubicBezTo>
                  <a:pt x="518854" y="-28"/>
                  <a:pt x="535517" y="23447"/>
                  <a:pt x="533400" y="21330"/>
                </a:cubicBezTo>
                <a:close/>
              </a:path>
            </a:pathLst>
          </a:custGeom>
          <a:solidFill>
            <a:srgbClr val="92D050">
              <a:alpha val="30000"/>
            </a:srgb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0" name="Straight Connector 469">
            <a:extLst>
              <a:ext uri="{FF2B5EF4-FFF2-40B4-BE49-F238E27FC236}">
                <a16:creationId xmlns:a16="http://schemas.microsoft.com/office/drawing/2014/main" id="{09033B5B-1797-F22C-E38D-5BAED9FEEE55}"/>
              </a:ext>
            </a:extLst>
          </p:cNvPr>
          <p:cNvCxnSpPr>
            <a:cxnSpLocks/>
          </p:cNvCxnSpPr>
          <p:nvPr/>
        </p:nvCxnSpPr>
        <p:spPr>
          <a:xfrm flipV="1">
            <a:off x="2264245" y="1136126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6930C8C1-C2E6-7A68-64FD-75D2CBA7C8CC}"/>
              </a:ext>
            </a:extLst>
          </p:cNvPr>
          <p:cNvCxnSpPr/>
          <p:nvPr/>
        </p:nvCxnSpPr>
        <p:spPr>
          <a:xfrm flipV="1">
            <a:off x="2264593" y="1412951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9B189677-D2C2-4CD4-91F0-58D685E46DF1}"/>
              </a:ext>
            </a:extLst>
          </p:cNvPr>
          <p:cNvCxnSpPr/>
          <p:nvPr/>
        </p:nvCxnSpPr>
        <p:spPr>
          <a:xfrm flipV="1">
            <a:off x="2264245" y="1721691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DC64A50C-9C0C-1C5E-6A09-1A347549AFF1}"/>
              </a:ext>
            </a:extLst>
          </p:cNvPr>
          <p:cNvCxnSpPr/>
          <p:nvPr/>
        </p:nvCxnSpPr>
        <p:spPr>
          <a:xfrm flipV="1">
            <a:off x="2258277" y="2023948"/>
            <a:ext cx="900000" cy="12002"/>
          </a:xfrm>
          <a:prstGeom prst="line">
            <a:avLst/>
          </a:prstGeom>
          <a:ln w="1270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2E86C0A-68E2-A830-C420-D8A225B5CB1B}"/>
              </a:ext>
            </a:extLst>
          </p:cNvPr>
          <p:cNvSpPr txBox="1"/>
          <p:nvPr/>
        </p:nvSpPr>
        <p:spPr>
          <a:xfrm>
            <a:off x="82178" y="2577600"/>
            <a:ext cx="176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DAGs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9F7DEB-41AB-BB1E-011B-D6D677C9ECE6}"/>
              </a:ext>
            </a:extLst>
          </p:cNvPr>
          <p:cNvSpPr txBox="1"/>
          <p:nvPr/>
        </p:nvSpPr>
        <p:spPr>
          <a:xfrm>
            <a:off x="1749547" y="2558372"/>
            <a:ext cx="203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Compute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7911E3-0C1A-ABA9-F101-A8C1FD419C8B}"/>
              </a:ext>
            </a:extLst>
          </p:cNvPr>
          <p:cNvSpPr txBox="1"/>
          <p:nvPr/>
        </p:nvSpPr>
        <p:spPr>
          <a:xfrm>
            <a:off x="5337751" y="2551344"/>
            <a:ext cx="1625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Scope-Prune-Update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60354947-3205-7CE1-C13D-C4D8F43911AD}"/>
              </a:ext>
            </a:extLst>
          </p:cNvPr>
          <p:cNvGrpSpPr/>
          <p:nvPr/>
        </p:nvGrpSpPr>
        <p:grpSpPr>
          <a:xfrm>
            <a:off x="108093" y="910129"/>
            <a:ext cx="1497776" cy="800767"/>
            <a:chOff x="50634" y="1234982"/>
            <a:chExt cx="1497776" cy="800767"/>
          </a:xfrm>
        </p:grpSpPr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80126C04-D472-C33C-FDAD-474FCF9C7D39}"/>
                </a:ext>
              </a:extLst>
            </p:cNvPr>
            <p:cNvCxnSpPr>
              <a:cxnSpLocks/>
              <a:stCxn id="136" idx="6"/>
              <a:endCxn id="139" idx="2"/>
            </p:cNvCxnSpPr>
            <p:nvPr/>
          </p:nvCxnSpPr>
          <p:spPr>
            <a:xfrm>
              <a:off x="721134" y="1617608"/>
              <a:ext cx="244463" cy="4015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27AD7FFF-9EC6-AFB5-515B-D177E6AFE880}"/>
                </a:ext>
              </a:extLst>
            </p:cNvPr>
            <p:cNvGrpSpPr/>
            <p:nvPr/>
          </p:nvGrpSpPr>
          <p:grpSpPr>
            <a:xfrm>
              <a:off x="50634" y="1234982"/>
              <a:ext cx="1497776" cy="800767"/>
              <a:chOff x="5314006" y="1203541"/>
              <a:chExt cx="1497776" cy="800767"/>
            </a:xfrm>
          </p:grpSpPr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FC6D161C-AF54-CDF2-F51B-8CC68ED8C069}"/>
                  </a:ext>
                </a:extLst>
              </p:cNvPr>
              <p:cNvCxnSpPr>
                <a:cxnSpLocks/>
                <a:stCxn id="137" idx="6"/>
                <a:endCxn id="136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B12CAAA1-0363-53FE-0848-DC983DF6E0C8}"/>
                  </a:ext>
                </a:extLst>
              </p:cNvPr>
              <p:cNvCxnSpPr>
                <a:cxnSpLocks/>
                <a:stCxn id="138" idx="4"/>
                <a:endCxn id="136" idx="0"/>
              </p:cNvCxnSpPr>
              <p:nvPr/>
            </p:nvCxnSpPr>
            <p:spPr>
              <a:xfrm>
                <a:off x="5896939" y="1372299"/>
                <a:ext cx="2980" cy="12948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5BF18B15-54E3-90D1-E882-76C272C8306C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4BD13FCC-2C29-EC79-55B2-FC1E96C8634C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502301C2-1311-4601-4C10-4357585EE1D5}"/>
                  </a:ext>
                </a:extLst>
              </p:cNvPr>
              <p:cNvSpPr/>
              <p:nvPr/>
            </p:nvSpPr>
            <p:spPr>
              <a:xfrm>
                <a:off x="5812351" y="120354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C8555513-7CD0-5185-EF29-4DDF3C716A9D}"/>
                  </a:ext>
                </a:extLst>
              </p:cNvPr>
              <p:cNvSpPr/>
              <p:nvPr/>
            </p:nvSpPr>
            <p:spPr>
              <a:xfrm>
                <a:off x="6228969" y="1505803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140" name="Straight Arrow Connector 139">
                <a:extLst>
                  <a:ext uri="{FF2B5EF4-FFF2-40B4-BE49-F238E27FC236}">
                    <a16:creationId xmlns:a16="http://schemas.microsoft.com/office/drawing/2014/main" id="{B62220E0-D224-245E-9A02-7E43B0796305}"/>
                  </a:ext>
                </a:extLst>
              </p:cNvPr>
              <p:cNvCxnSpPr>
                <a:cxnSpLocks/>
                <a:stCxn id="137" idx="7"/>
                <a:endCxn id="138" idx="2"/>
              </p:cNvCxnSpPr>
              <p:nvPr/>
            </p:nvCxnSpPr>
            <p:spPr>
              <a:xfrm flipV="1">
                <a:off x="5458406" y="1287920"/>
                <a:ext cx="353945" cy="232390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1FC9A2B5-1847-8FAB-62FA-3C2AEAE4A176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999431" cy="793831"/>
                <a:chOff x="4590300" y="971059"/>
                <a:chExt cx="999431" cy="793831"/>
              </a:xfrm>
            </p:grpSpPr>
            <p:cxnSp>
              <p:nvCxnSpPr>
                <p:cNvPr id="186" name="Straight Arrow Connector 185">
                  <a:extLst>
                    <a:ext uri="{FF2B5EF4-FFF2-40B4-BE49-F238E27FC236}">
                      <a16:creationId xmlns:a16="http://schemas.microsoft.com/office/drawing/2014/main" id="{5D309A52-D589-C4B2-461D-14A6C3597B7C}"/>
                    </a:ext>
                  </a:extLst>
                </p:cNvPr>
                <p:cNvCxnSpPr>
                  <a:cxnSpLocks/>
                  <a:stCxn id="139" idx="6"/>
                  <a:endCxn id="189" idx="2"/>
                </p:cNvCxnSpPr>
                <p:nvPr/>
              </p:nvCxnSpPr>
              <p:spPr>
                <a:xfrm>
                  <a:off x="5176093" y="1350764"/>
                  <a:ext cx="244463" cy="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1ACA7B74-DFAE-37D4-AC2E-A4C7E727C08B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188" name="Oval 187">
                  <a:extLst>
                    <a:ext uri="{FF2B5EF4-FFF2-40B4-BE49-F238E27FC236}">
                      <a16:creationId xmlns:a16="http://schemas.microsoft.com/office/drawing/2014/main" id="{05B96330-1216-710F-58E7-AA000C4D2C30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A4B36750-447E-CED0-8572-E3B38114BD3D}"/>
                    </a:ext>
                  </a:extLst>
                </p:cNvPr>
                <p:cNvSpPr/>
                <p:nvPr/>
              </p:nvSpPr>
              <p:spPr>
                <a:xfrm>
                  <a:off x="5420556" y="1266385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190" name="Straight Arrow Connector 189">
                  <a:extLst>
                    <a:ext uri="{FF2B5EF4-FFF2-40B4-BE49-F238E27FC236}">
                      <a16:creationId xmlns:a16="http://schemas.microsoft.com/office/drawing/2014/main" id="{8C7D0D67-6F8C-8BB6-E59F-8D4224CF8FD8}"/>
                    </a:ext>
                  </a:extLst>
                </p:cNvPr>
                <p:cNvCxnSpPr>
                  <a:cxnSpLocks/>
                  <a:stCxn id="138" idx="6"/>
                  <a:endCxn id="188" idx="2"/>
                </p:cNvCxnSpPr>
                <p:nvPr/>
              </p:nvCxnSpPr>
              <p:spPr>
                <a:xfrm>
                  <a:off x="4759475" y="1048502"/>
                  <a:ext cx="248740" cy="693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42" name="Straight Arrow Connector 241">
              <a:extLst>
                <a:ext uri="{FF2B5EF4-FFF2-40B4-BE49-F238E27FC236}">
                  <a16:creationId xmlns:a16="http://schemas.microsoft.com/office/drawing/2014/main" id="{AEBEAE4A-A28F-2A19-48E0-BA8CF72889D1}"/>
                </a:ext>
              </a:extLst>
            </p:cNvPr>
            <p:cNvCxnSpPr>
              <a:cxnSpLocks/>
              <a:stCxn id="137" idx="5"/>
              <a:endCxn id="187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4E6103CC-EC29-2909-8F0A-D35FA543C240}"/>
                </a:ext>
              </a:extLst>
            </p:cNvPr>
            <p:cNvCxnSpPr>
              <a:cxnSpLocks/>
              <a:stCxn id="187" idx="7"/>
              <a:endCxn id="139" idx="3"/>
            </p:cNvCxnSpPr>
            <p:nvPr/>
          </p:nvCxnSpPr>
          <p:spPr>
            <a:xfrm flipV="1">
              <a:off x="693379" y="1681288"/>
              <a:ext cx="296993" cy="21041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73E4E4A2-E299-4C44-5D2D-972B80048626}"/>
              </a:ext>
            </a:extLst>
          </p:cNvPr>
          <p:cNvGrpSpPr/>
          <p:nvPr/>
        </p:nvGrpSpPr>
        <p:grpSpPr>
          <a:xfrm>
            <a:off x="2298230" y="902413"/>
            <a:ext cx="652221" cy="1389292"/>
            <a:chOff x="122404" y="973192"/>
            <a:chExt cx="652221" cy="1389292"/>
          </a:xfrm>
        </p:grpSpPr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FFFCDF84-B312-82F5-384F-A15BDCD45400}"/>
                </a:ext>
              </a:extLst>
            </p:cNvPr>
            <p:cNvCxnSpPr>
              <a:cxnSpLocks/>
              <a:stCxn id="289" idx="4"/>
              <a:endCxn id="292" idx="0"/>
            </p:cNvCxnSpPr>
            <p:nvPr/>
          </p:nvCxnSpPr>
          <p:spPr>
            <a:xfrm flipH="1">
              <a:off x="206992" y="1762447"/>
              <a:ext cx="5676" cy="13817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FBFCAB3E-EBEB-7954-55A3-86D34A3A6B43}"/>
                </a:ext>
              </a:extLst>
            </p:cNvPr>
            <p:cNvGrpSpPr/>
            <p:nvPr/>
          </p:nvGrpSpPr>
          <p:grpSpPr>
            <a:xfrm>
              <a:off x="122404" y="973192"/>
              <a:ext cx="652221" cy="1389292"/>
              <a:chOff x="5385776" y="941751"/>
              <a:chExt cx="652221" cy="1389292"/>
            </a:xfrm>
          </p:grpSpPr>
          <p:cxnSp>
            <p:nvCxnSpPr>
              <p:cNvPr id="288" name="Straight Arrow Connector 287">
                <a:extLst>
                  <a:ext uri="{FF2B5EF4-FFF2-40B4-BE49-F238E27FC236}">
                    <a16:creationId xmlns:a16="http://schemas.microsoft.com/office/drawing/2014/main" id="{2AE60A95-7E9A-FCE1-05DA-CCE41275DD35}"/>
                  </a:ext>
                </a:extLst>
              </p:cNvPr>
              <p:cNvCxnSpPr>
                <a:cxnSpLocks/>
                <a:stCxn id="291" idx="3"/>
                <a:endCxn id="289" idx="0"/>
              </p:cNvCxnSpPr>
              <p:nvPr/>
            </p:nvCxnSpPr>
            <p:spPr>
              <a:xfrm flipH="1">
                <a:off x="5476040" y="1412395"/>
                <a:ext cx="95446" cy="149853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897266BA-2F38-8FA8-12DE-45411F88C07C}"/>
                  </a:ext>
                </a:extLst>
              </p:cNvPr>
              <p:cNvSpPr/>
              <p:nvPr/>
            </p:nvSpPr>
            <p:spPr>
              <a:xfrm>
                <a:off x="5391452" y="1562248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290" name="Oval 289">
                <a:extLst>
                  <a:ext uri="{FF2B5EF4-FFF2-40B4-BE49-F238E27FC236}">
                    <a16:creationId xmlns:a16="http://schemas.microsoft.com/office/drawing/2014/main" id="{959C4AD2-B226-2C55-28A9-6D533DC22C1F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1" name="Oval 290">
                <a:extLst>
                  <a:ext uri="{FF2B5EF4-FFF2-40B4-BE49-F238E27FC236}">
                    <a16:creationId xmlns:a16="http://schemas.microsoft.com/office/drawing/2014/main" id="{8AE8392B-3842-D8E8-7525-0000D0B0C526}"/>
                  </a:ext>
                </a:extLst>
              </p:cNvPr>
              <p:cNvSpPr/>
              <p:nvPr/>
            </p:nvSpPr>
            <p:spPr>
              <a:xfrm>
                <a:off x="5546711" y="12683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2" name="Oval 291">
                <a:extLst>
                  <a:ext uri="{FF2B5EF4-FFF2-40B4-BE49-F238E27FC236}">
                    <a16:creationId xmlns:a16="http://schemas.microsoft.com/office/drawing/2014/main" id="{8FC33A9F-86F5-CD83-2D13-BB3844E93615}"/>
                  </a:ext>
                </a:extLst>
              </p:cNvPr>
              <p:cNvSpPr/>
              <p:nvPr/>
            </p:nvSpPr>
            <p:spPr>
              <a:xfrm>
                <a:off x="5385776" y="1869177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293" name="Straight Arrow Connector 292">
                <a:extLst>
                  <a:ext uri="{FF2B5EF4-FFF2-40B4-BE49-F238E27FC236}">
                    <a16:creationId xmlns:a16="http://schemas.microsoft.com/office/drawing/2014/main" id="{85DBE152-A7DA-0E3E-15EA-C3303B5229A0}"/>
                  </a:ext>
                </a:extLst>
              </p:cNvPr>
              <p:cNvCxnSpPr>
                <a:cxnSpLocks/>
                <a:stCxn id="290" idx="3"/>
                <a:endCxn id="291" idx="0"/>
              </p:cNvCxnSpPr>
              <p:nvPr/>
            </p:nvCxnSpPr>
            <p:spPr>
              <a:xfrm flipH="1">
                <a:off x="5631299" y="1085795"/>
                <a:ext cx="103469" cy="182556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4" name="Group 293">
                <a:extLst>
                  <a:ext uri="{FF2B5EF4-FFF2-40B4-BE49-F238E27FC236}">
                    <a16:creationId xmlns:a16="http://schemas.microsoft.com/office/drawing/2014/main" id="{24FF4D94-8A1F-A80B-52D4-C68C55462F0B}"/>
                  </a:ext>
                </a:extLst>
              </p:cNvPr>
              <p:cNvGrpSpPr/>
              <p:nvPr/>
            </p:nvGrpSpPr>
            <p:grpSpPr>
              <a:xfrm>
                <a:off x="5392715" y="1261445"/>
                <a:ext cx="645282" cy="1069598"/>
                <a:chOff x="4170664" y="1022027"/>
                <a:chExt cx="645282" cy="1069598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672D60FA-D854-1E14-5E0E-23DCDD37D99B}"/>
                    </a:ext>
                  </a:extLst>
                </p:cNvPr>
                <p:cNvCxnSpPr>
                  <a:cxnSpLocks/>
                  <a:stCxn id="292" idx="4"/>
                  <a:endCxn id="298" idx="0"/>
                </p:cNvCxnSpPr>
                <p:nvPr/>
              </p:nvCxnSpPr>
              <p:spPr>
                <a:xfrm>
                  <a:off x="4248313" y="1798517"/>
                  <a:ext cx="6939" cy="124350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6" name="Oval 295">
                  <a:extLst>
                    <a:ext uri="{FF2B5EF4-FFF2-40B4-BE49-F238E27FC236}">
                      <a16:creationId xmlns:a16="http://schemas.microsoft.com/office/drawing/2014/main" id="{6AA534D1-A0F1-C152-BD19-2C85FDC83A48}"/>
                    </a:ext>
                  </a:extLst>
                </p:cNvPr>
                <p:cNvSpPr/>
                <p:nvPr/>
              </p:nvSpPr>
              <p:spPr>
                <a:xfrm>
                  <a:off x="4646771" y="102202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97" name="Oval 296">
                  <a:extLst>
                    <a:ext uri="{FF2B5EF4-FFF2-40B4-BE49-F238E27FC236}">
                      <a16:creationId xmlns:a16="http://schemas.microsoft.com/office/drawing/2014/main" id="{EF1E43BD-8C44-365C-1F00-92CBC8F9D8BF}"/>
                    </a:ext>
                  </a:extLst>
                </p:cNvPr>
                <p:cNvSpPr/>
                <p:nvPr/>
              </p:nvSpPr>
              <p:spPr>
                <a:xfrm>
                  <a:off x="4484033" y="132413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98" name="Oval 297">
                  <a:extLst>
                    <a:ext uri="{FF2B5EF4-FFF2-40B4-BE49-F238E27FC236}">
                      <a16:creationId xmlns:a16="http://schemas.microsoft.com/office/drawing/2014/main" id="{FA462421-08AC-6BE8-25A2-163CCF55DCDA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71DA88B9-F3BA-E9F9-FC65-C2395914E953}"/>
                </a:ext>
              </a:extLst>
            </p:cNvPr>
            <p:cNvCxnSpPr>
              <a:cxnSpLocks/>
              <a:stCxn id="290" idx="5"/>
              <a:endCxn id="296" idx="0"/>
            </p:cNvCxnSpPr>
            <p:nvPr/>
          </p:nvCxnSpPr>
          <p:spPr>
            <a:xfrm>
              <a:off x="591021" y="1117236"/>
              <a:ext cx="99017" cy="17565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DEEC8513-4D10-901E-77CF-43DF3EDEE45D}"/>
                </a:ext>
              </a:extLst>
            </p:cNvPr>
            <p:cNvCxnSpPr>
              <a:cxnSpLocks/>
              <a:stCxn id="291" idx="5"/>
              <a:endCxn id="297" idx="0"/>
            </p:cNvCxnSpPr>
            <p:nvPr/>
          </p:nvCxnSpPr>
          <p:spPr>
            <a:xfrm>
              <a:off x="427739" y="1443836"/>
              <a:ext cx="99561" cy="151161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0DEE5883-8674-0B43-07F1-0CABB40C7001}"/>
              </a:ext>
            </a:extLst>
          </p:cNvPr>
          <p:cNvGrpSpPr/>
          <p:nvPr/>
        </p:nvGrpSpPr>
        <p:grpSpPr>
          <a:xfrm>
            <a:off x="4767196" y="877837"/>
            <a:ext cx="655143" cy="1389292"/>
            <a:chOff x="128081" y="973192"/>
            <a:chExt cx="655143" cy="1389292"/>
          </a:xfrm>
        </p:grpSpPr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9D1D4154-8B93-38C6-0763-E4DE47077E6B}"/>
                </a:ext>
              </a:extLst>
            </p:cNvPr>
            <p:cNvCxnSpPr>
              <a:cxnSpLocks/>
              <a:stCxn id="382" idx="4"/>
              <a:endCxn id="385" idx="0"/>
            </p:cNvCxnSpPr>
            <p:nvPr/>
          </p:nvCxnSpPr>
          <p:spPr>
            <a:xfrm flipH="1">
              <a:off x="212669" y="1692414"/>
              <a:ext cx="1" cy="166277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B6EFDE0A-1C55-D8DF-962D-682A571CB7BD}"/>
                </a:ext>
              </a:extLst>
            </p:cNvPr>
            <p:cNvGrpSpPr/>
            <p:nvPr/>
          </p:nvGrpSpPr>
          <p:grpSpPr>
            <a:xfrm>
              <a:off x="128081" y="973192"/>
              <a:ext cx="655143" cy="1389292"/>
              <a:chOff x="5391453" y="941751"/>
              <a:chExt cx="655143" cy="1389292"/>
            </a:xfrm>
          </p:grpSpPr>
          <p:cxnSp>
            <p:nvCxnSpPr>
              <p:cNvPr id="381" name="Straight Arrow Connector 380">
                <a:extLst>
                  <a:ext uri="{FF2B5EF4-FFF2-40B4-BE49-F238E27FC236}">
                    <a16:creationId xmlns:a16="http://schemas.microsoft.com/office/drawing/2014/main" id="{7B50A1B2-478E-85AF-A295-7C29632F3CD8}"/>
                  </a:ext>
                </a:extLst>
              </p:cNvPr>
              <p:cNvCxnSpPr>
                <a:cxnSpLocks/>
                <a:stCxn id="384" idx="3"/>
                <a:endCxn id="382" idx="0"/>
              </p:cNvCxnSpPr>
              <p:nvPr/>
            </p:nvCxnSpPr>
            <p:spPr>
              <a:xfrm flipH="1">
                <a:off x="5476042" y="1365466"/>
                <a:ext cx="96253" cy="126749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2" name="Oval 381">
                <a:extLst>
                  <a:ext uri="{FF2B5EF4-FFF2-40B4-BE49-F238E27FC236}">
                    <a16:creationId xmlns:a16="http://schemas.microsoft.com/office/drawing/2014/main" id="{0B497B0D-72D2-E256-E743-F8156F09CF1A}"/>
                  </a:ext>
                </a:extLst>
              </p:cNvPr>
              <p:cNvSpPr/>
              <p:nvPr/>
            </p:nvSpPr>
            <p:spPr>
              <a:xfrm>
                <a:off x="5391454" y="1492215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253A3034-6EBE-E72C-B924-4699D1E83DA7}"/>
                  </a:ext>
                </a:extLst>
              </p:cNvPr>
              <p:cNvSpPr/>
              <p:nvPr/>
            </p:nvSpPr>
            <p:spPr>
              <a:xfrm>
                <a:off x="5709993" y="941751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D790A187-28A7-ED10-9E16-46E73DB47D69}"/>
                  </a:ext>
                </a:extLst>
              </p:cNvPr>
              <p:cNvSpPr/>
              <p:nvPr/>
            </p:nvSpPr>
            <p:spPr>
              <a:xfrm>
                <a:off x="5547520" y="1221422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372E94D9-BF45-ED26-E257-FF350585834E}"/>
                  </a:ext>
                </a:extLst>
              </p:cNvPr>
              <p:cNvSpPr/>
              <p:nvPr/>
            </p:nvSpPr>
            <p:spPr>
              <a:xfrm>
                <a:off x="5391453" y="1827250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cxnSp>
            <p:nvCxnSpPr>
              <p:cNvPr id="386" name="Straight Arrow Connector 385">
                <a:extLst>
                  <a:ext uri="{FF2B5EF4-FFF2-40B4-BE49-F238E27FC236}">
                    <a16:creationId xmlns:a16="http://schemas.microsoft.com/office/drawing/2014/main" id="{CB1D81CD-6CC7-A138-7163-3BB31181B527}"/>
                  </a:ext>
                </a:extLst>
              </p:cNvPr>
              <p:cNvCxnSpPr>
                <a:cxnSpLocks/>
                <a:stCxn id="383" idx="3"/>
                <a:endCxn id="384" idx="0"/>
              </p:cNvCxnSpPr>
              <p:nvPr/>
            </p:nvCxnSpPr>
            <p:spPr>
              <a:xfrm flipH="1">
                <a:off x="5632108" y="1085795"/>
                <a:ext cx="102660" cy="135627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E5E64199-7C43-0505-8F50-EDB0FEF7C4C9}"/>
                  </a:ext>
                </a:extLst>
              </p:cNvPr>
              <p:cNvGrpSpPr/>
              <p:nvPr/>
            </p:nvGrpSpPr>
            <p:grpSpPr>
              <a:xfrm>
                <a:off x="5392715" y="1194888"/>
                <a:ext cx="653881" cy="1136155"/>
                <a:chOff x="4170664" y="955470"/>
                <a:chExt cx="653881" cy="1136155"/>
              </a:xfrm>
            </p:grpSpPr>
            <p:cxnSp>
              <p:nvCxnSpPr>
                <p:cNvPr id="388" name="Straight Arrow Connector 387">
                  <a:extLst>
                    <a:ext uri="{FF2B5EF4-FFF2-40B4-BE49-F238E27FC236}">
                      <a16:creationId xmlns:a16="http://schemas.microsoft.com/office/drawing/2014/main" id="{1AE7B48B-B444-1E32-C5A3-785B21C11093}"/>
                    </a:ext>
                  </a:extLst>
                </p:cNvPr>
                <p:cNvCxnSpPr>
                  <a:cxnSpLocks/>
                  <a:stCxn id="385" idx="4"/>
                  <a:endCxn id="391" idx="0"/>
                </p:cNvCxnSpPr>
                <p:nvPr/>
              </p:nvCxnSpPr>
              <p:spPr>
                <a:xfrm>
                  <a:off x="4253990" y="1756590"/>
                  <a:ext cx="1262" cy="166277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9" name="Oval 388">
                  <a:extLst>
                    <a:ext uri="{FF2B5EF4-FFF2-40B4-BE49-F238E27FC236}">
                      <a16:creationId xmlns:a16="http://schemas.microsoft.com/office/drawing/2014/main" id="{C3A0BB16-0E83-088F-F1AA-0347957FAA0F}"/>
                    </a:ext>
                  </a:extLst>
                </p:cNvPr>
                <p:cNvSpPr/>
                <p:nvPr/>
              </p:nvSpPr>
              <p:spPr>
                <a:xfrm>
                  <a:off x="4655370" y="9554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390" name="Oval 389">
                  <a:extLst>
                    <a:ext uri="{FF2B5EF4-FFF2-40B4-BE49-F238E27FC236}">
                      <a16:creationId xmlns:a16="http://schemas.microsoft.com/office/drawing/2014/main" id="{33EF04F5-459B-FE93-DDB0-FE756D312EFC}"/>
                    </a:ext>
                  </a:extLst>
                </p:cNvPr>
                <p:cNvSpPr/>
                <p:nvPr/>
              </p:nvSpPr>
              <p:spPr>
                <a:xfrm>
                  <a:off x="4497421" y="1265768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391" name="Oval 390">
                  <a:extLst>
                    <a:ext uri="{FF2B5EF4-FFF2-40B4-BE49-F238E27FC236}">
                      <a16:creationId xmlns:a16="http://schemas.microsoft.com/office/drawing/2014/main" id="{1420A736-1A5D-6499-1CEA-16A85DF1808E}"/>
                    </a:ext>
                  </a:extLst>
                </p:cNvPr>
                <p:cNvSpPr/>
                <p:nvPr/>
              </p:nvSpPr>
              <p:spPr>
                <a:xfrm>
                  <a:off x="4170664" y="1922867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</p:grpSp>
        </p:grp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11B7FBAC-023D-4CFD-EF24-E02E024F8D95}"/>
                </a:ext>
              </a:extLst>
            </p:cNvPr>
            <p:cNvCxnSpPr>
              <a:cxnSpLocks/>
              <a:stCxn id="383" idx="5"/>
              <a:endCxn id="389" idx="0"/>
            </p:cNvCxnSpPr>
            <p:nvPr/>
          </p:nvCxnSpPr>
          <p:spPr>
            <a:xfrm>
              <a:off x="591021" y="1117236"/>
              <a:ext cx="107616" cy="109093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10B1F5D7-1F4E-8B08-94AC-21CA91C060D0}"/>
                </a:ext>
              </a:extLst>
            </p:cNvPr>
            <p:cNvCxnSpPr>
              <a:cxnSpLocks/>
              <a:stCxn id="384" idx="5"/>
              <a:endCxn id="390" idx="0"/>
            </p:cNvCxnSpPr>
            <p:nvPr/>
          </p:nvCxnSpPr>
          <p:spPr>
            <a:xfrm>
              <a:off x="428548" y="1396907"/>
              <a:ext cx="112140" cy="13972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7" name="TextBox 446">
            <a:extLst>
              <a:ext uri="{FF2B5EF4-FFF2-40B4-BE49-F238E27FC236}">
                <a16:creationId xmlns:a16="http://schemas.microsoft.com/office/drawing/2014/main" id="{49704744-749A-EEB7-65DF-016F3E6BC7C9}"/>
              </a:ext>
            </a:extLst>
          </p:cNvPr>
          <p:cNvSpPr txBox="1"/>
          <p:nvPr/>
        </p:nvSpPr>
        <p:spPr>
          <a:xfrm>
            <a:off x="3428186" y="960856"/>
            <a:ext cx="7582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Insertion: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e,c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j,h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f,g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 (</a:t>
            </a:r>
            <a:r>
              <a:rPr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h,j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7" name="Connector: Curved 456">
            <a:extLst>
              <a:ext uri="{FF2B5EF4-FFF2-40B4-BE49-F238E27FC236}">
                <a16:creationId xmlns:a16="http://schemas.microsoft.com/office/drawing/2014/main" id="{E8359E8D-4AE9-27BB-0A0A-A1537977A3ED}"/>
              </a:ext>
            </a:extLst>
          </p:cNvPr>
          <p:cNvCxnSpPr>
            <a:cxnSpLocks/>
            <a:stCxn id="385" idx="2"/>
            <a:endCxn id="384" idx="2"/>
          </p:cNvCxnSpPr>
          <p:nvPr/>
        </p:nvCxnSpPr>
        <p:spPr>
          <a:xfrm rot="10800000" flipH="1">
            <a:off x="4767195" y="1241887"/>
            <a:ext cx="156067" cy="605828"/>
          </a:xfrm>
          <a:prstGeom prst="curvedConnector3">
            <a:avLst>
              <a:gd name="adj1" fmla="val -85445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: Curved 461">
            <a:extLst>
              <a:ext uri="{FF2B5EF4-FFF2-40B4-BE49-F238E27FC236}">
                <a16:creationId xmlns:a16="http://schemas.microsoft.com/office/drawing/2014/main" id="{71C2FE05-61B8-5C36-E8B2-BF5298750E2E}"/>
              </a:ext>
            </a:extLst>
          </p:cNvPr>
          <p:cNvCxnSpPr>
            <a:cxnSpLocks/>
            <a:stCxn id="390" idx="4"/>
            <a:endCxn id="391" idx="6"/>
          </p:cNvCxnSpPr>
          <p:nvPr/>
        </p:nvCxnSpPr>
        <p:spPr>
          <a:xfrm rot="5400000">
            <a:off x="4772358" y="1775305"/>
            <a:ext cx="572720" cy="242170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Multiplication Sign 485">
            <a:extLst>
              <a:ext uri="{FF2B5EF4-FFF2-40B4-BE49-F238E27FC236}">
                <a16:creationId xmlns:a16="http://schemas.microsoft.com/office/drawing/2014/main" id="{21C14DAF-8F61-91A1-00DC-ADFB77485C21}"/>
              </a:ext>
            </a:extLst>
          </p:cNvPr>
          <p:cNvSpPr/>
          <p:nvPr/>
        </p:nvSpPr>
        <p:spPr>
          <a:xfrm>
            <a:off x="5058718" y="1698086"/>
            <a:ext cx="216000" cy="180000"/>
          </a:xfrm>
          <a:prstGeom prst="mathMultiply">
            <a:avLst/>
          </a:prstGeom>
          <a:ln w="6350" cmpd="sng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0" name="Arrow: Right 107">
            <a:extLst>
              <a:ext uri="{FF2B5EF4-FFF2-40B4-BE49-F238E27FC236}">
                <a16:creationId xmlns:a16="http://schemas.microsoft.com/office/drawing/2014/main" id="{F39F1939-0993-C6B5-B047-039CF3838E90}"/>
              </a:ext>
            </a:extLst>
          </p:cNvPr>
          <p:cNvSpPr/>
          <p:nvPr/>
        </p:nvSpPr>
        <p:spPr>
          <a:xfrm>
            <a:off x="1713877" y="1627200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1" name="Arrow: Right 107">
            <a:extLst>
              <a:ext uri="{FF2B5EF4-FFF2-40B4-BE49-F238E27FC236}">
                <a16:creationId xmlns:a16="http://schemas.microsoft.com/office/drawing/2014/main" id="{E7A81B24-A470-B35D-2E61-2AB8DA082B17}"/>
              </a:ext>
            </a:extLst>
          </p:cNvPr>
          <p:cNvSpPr/>
          <p:nvPr/>
        </p:nvSpPr>
        <p:spPr>
          <a:xfrm>
            <a:off x="3743464" y="161282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4" name="Arrow: Right 107">
            <a:extLst>
              <a:ext uri="{FF2B5EF4-FFF2-40B4-BE49-F238E27FC236}">
                <a16:creationId xmlns:a16="http://schemas.microsoft.com/office/drawing/2014/main" id="{2EEF90C8-ED92-ED39-F2F9-3C86D3214121}"/>
              </a:ext>
            </a:extLst>
          </p:cNvPr>
          <p:cNvSpPr/>
          <p:nvPr/>
        </p:nvSpPr>
        <p:spPr>
          <a:xfrm>
            <a:off x="5899616" y="1610883"/>
            <a:ext cx="182880" cy="132093"/>
          </a:xfrm>
          <a:prstGeom prst="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CC4679F-A2F3-1449-F2F3-5AA1AD064557}"/>
              </a:ext>
            </a:extLst>
          </p:cNvPr>
          <p:cNvGrpSpPr/>
          <p:nvPr/>
        </p:nvGrpSpPr>
        <p:grpSpPr>
          <a:xfrm>
            <a:off x="6552295" y="998587"/>
            <a:ext cx="1112012" cy="793831"/>
            <a:chOff x="50634" y="1241918"/>
            <a:chExt cx="1112012" cy="79383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64920CDD-DCE3-B9F5-ED7A-5CB4814B8181}"/>
                </a:ext>
              </a:extLst>
            </p:cNvPr>
            <p:cNvCxnSpPr>
              <a:cxnSpLocks/>
              <a:stCxn id="12" idx="6"/>
              <a:endCxn id="21" idx="2"/>
            </p:cNvCxnSpPr>
            <p:nvPr/>
          </p:nvCxnSpPr>
          <p:spPr>
            <a:xfrm>
              <a:off x="721134" y="1617608"/>
              <a:ext cx="272337" cy="0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9928B87-1BA3-A157-2698-1BD06F4D8B33}"/>
                </a:ext>
              </a:extLst>
            </p:cNvPr>
            <p:cNvGrpSpPr/>
            <p:nvPr/>
          </p:nvGrpSpPr>
          <p:grpSpPr>
            <a:xfrm>
              <a:off x="50634" y="1241918"/>
              <a:ext cx="1112012" cy="793831"/>
              <a:chOff x="5314006" y="1210477"/>
              <a:chExt cx="1112012" cy="793831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76FBCC2B-DD1B-85AA-A85D-87DDCE8827F9}"/>
                  </a:ext>
                </a:extLst>
              </p:cNvPr>
              <p:cNvCxnSpPr>
                <a:cxnSpLocks/>
                <a:stCxn id="13" idx="6"/>
                <a:endCxn id="12" idx="2"/>
              </p:cNvCxnSpPr>
              <p:nvPr/>
            </p:nvCxnSpPr>
            <p:spPr>
              <a:xfrm>
                <a:off x="5483181" y="1579975"/>
                <a:ext cx="332150" cy="6192"/>
              </a:xfrm>
              <a:prstGeom prst="straightConnector1">
                <a:avLst/>
              </a:prstGeom>
              <a:ln w="9525" cmpd="sng">
                <a:solidFill>
                  <a:schemeClr val="tx1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D54829B-4514-D11C-F7C9-58EC1359451C}"/>
                  </a:ext>
                </a:extLst>
              </p:cNvPr>
              <p:cNvSpPr/>
              <p:nvPr/>
            </p:nvSpPr>
            <p:spPr>
              <a:xfrm>
                <a:off x="5815331" y="1501788"/>
                <a:ext cx="169175" cy="168758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D470604-87B4-EBCD-FBC4-2448446F2FFA}"/>
                  </a:ext>
                </a:extLst>
              </p:cNvPr>
              <p:cNvSpPr/>
              <p:nvPr/>
            </p:nvSpPr>
            <p:spPr>
              <a:xfrm>
                <a:off x="5314006" y="1495596"/>
                <a:ext cx="169175" cy="168758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headEnd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en-US" altLang="zh-CN" sz="1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9E6BB02-40B2-9A30-B14A-5F3DFA7392DE}"/>
                  </a:ext>
                </a:extLst>
              </p:cNvPr>
              <p:cNvGrpSpPr/>
              <p:nvPr/>
            </p:nvGrpSpPr>
            <p:grpSpPr>
              <a:xfrm>
                <a:off x="5812351" y="1210477"/>
                <a:ext cx="613667" cy="793831"/>
                <a:chOff x="4590300" y="971059"/>
                <a:chExt cx="613667" cy="793831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7EBF3ECA-1BCA-5C16-A8B4-BC3E748C79C8}"/>
                    </a:ext>
                  </a:extLst>
                </p:cNvPr>
                <p:cNvSpPr/>
                <p:nvPr/>
              </p:nvSpPr>
              <p:spPr>
                <a:xfrm>
                  <a:off x="4590300" y="1596132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31BBF150-0253-43B9-773F-256CFBF9485A}"/>
                    </a:ext>
                  </a:extLst>
                </p:cNvPr>
                <p:cNvSpPr/>
                <p:nvPr/>
              </p:nvSpPr>
              <p:spPr>
                <a:xfrm>
                  <a:off x="5008215" y="971059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D02C4DC5-D52A-DC83-AAF9-864CDEDCB35A}"/>
                    </a:ext>
                  </a:extLst>
                </p:cNvPr>
                <p:cNvSpPr/>
                <p:nvPr/>
              </p:nvSpPr>
              <p:spPr>
                <a:xfrm>
                  <a:off x="5034792" y="1262370"/>
                  <a:ext cx="169175" cy="16875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  <a:headEnd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en-US" sz="1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</a:t>
                  </a:r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4808D305-3DC5-094D-02C7-D52661845401}"/>
                    </a:ext>
                  </a:extLst>
                </p:cNvPr>
                <p:cNvCxnSpPr>
                  <a:cxnSpLocks/>
                  <a:stCxn id="12" idx="7"/>
                  <a:endCxn id="20" idx="2"/>
                </p:cNvCxnSpPr>
                <p:nvPr/>
              </p:nvCxnSpPr>
              <p:spPr>
                <a:xfrm flipV="1">
                  <a:off x="4737680" y="1055438"/>
                  <a:ext cx="270535" cy="231646"/>
                </a:xfrm>
                <a:prstGeom prst="straightConnector1">
                  <a:avLst/>
                </a:prstGeom>
                <a:ln w="9525" cmpd="sng">
                  <a:solidFill>
                    <a:schemeClr val="tx1"/>
                  </a:solidFill>
                  <a:tailEnd type="triangl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5F98EED-D4B7-B63E-1C0F-69732B59A4A9}"/>
                </a:ext>
              </a:extLst>
            </p:cNvPr>
            <p:cNvCxnSpPr>
              <a:cxnSpLocks/>
              <a:stCxn id="13" idx="5"/>
              <a:endCxn id="19" idx="1"/>
            </p:cNvCxnSpPr>
            <p:nvPr/>
          </p:nvCxnSpPr>
          <p:spPr>
            <a:xfrm>
              <a:off x="195034" y="1671081"/>
              <a:ext cx="378720" cy="22062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5200E7F-ED13-FF01-A620-CF1A5E4B75F6}"/>
                </a:ext>
              </a:extLst>
            </p:cNvPr>
            <p:cNvCxnSpPr>
              <a:cxnSpLocks/>
              <a:stCxn id="19" idx="0"/>
              <a:endCxn id="12" idx="4"/>
            </p:cNvCxnSpPr>
            <p:nvPr/>
          </p:nvCxnSpPr>
          <p:spPr>
            <a:xfrm flipV="1">
              <a:off x="633567" y="1701987"/>
              <a:ext cx="2980" cy="165004"/>
            </a:xfrm>
            <a:prstGeom prst="straightConnector1">
              <a:avLst/>
            </a:prstGeom>
            <a:ln w="9525" cmpd="sng">
              <a:solidFill>
                <a:schemeClr val="tx1"/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F667472D-A3B6-882C-D67F-FC749F930CA5}"/>
              </a:ext>
            </a:extLst>
          </p:cNvPr>
          <p:cNvSpPr/>
          <p:nvPr/>
        </p:nvSpPr>
        <p:spPr>
          <a:xfrm>
            <a:off x="6552295" y="1836409"/>
            <a:ext cx="169175" cy="1687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head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21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D6D6B986D93D44AE059D834731ACAB" ma:contentTypeVersion="10" ma:contentTypeDescription="Create a new document." ma:contentTypeScope="" ma:versionID="429286b672c98727de9d1a6a3c960e66">
  <xsd:schema xmlns:xsd="http://www.w3.org/2001/XMLSchema" xmlns:xs="http://www.w3.org/2001/XMLSchema" xmlns:p="http://schemas.microsoft.com/office/2006/metadata/properties" xmlns:ns3="48332375-0823-46b1-9656-30fa6c0cb3da" targetNamespace="http://schemas.microsoft.com/office/2006/metadata/properties" ma:root="true" ma:fieldsID="544b028affb2ab729c533cc26a1e0811" ns3:_="">
    <xsd:import namespace="48332375-0823-46b1-9656-30fa6c0cb3d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332375-0823-46b1-9656-30fa6c0cb3d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8332375-0823-46b1-9656-30fa6c0cb3da" xsi:nil="true"/>
  </documentManagement>
</p:properties>
</file>

<file path=customXml/itemProps1.xml><?xml version="1.0" encoding="utf-8"?>
<ds:datastoreItem xmlns:ds="http://schemas.openxmlformats.org/officeDocument/2006/customXml" ds:itemID="{5CB959E2-F2EA-4A7D-BF55-27713714678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8BE63E2-FDB2-49B5-A5D7-9A27EEBC71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332375-0823-46b1-9656-30fa6c0cb3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0FD2822-2804-4A88-ACFD-82293BAB37C6}">
  <ds:schemaRefs>
    <ds:schemaRef ds:uri="http://schemas.microsoft.com/office/2006/metadata/properties"/>
    <ds:schemaRef ds:uri="http://purl.org/dc/dcmitype/"/>
    <ds:schemaRef ds:uri="http://schemas.microsoft.com/office/2006/documentManagement/types"/>
    <ds:schemaRef ds:uri="48332375-0823-46b1-9656-30fa6c0cb3da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3434</TotalTime>
  <Words>977</Words>
  <Application>Microsoft Office PowerPoint</Application>
  <PresentationFormat>Custom</PresentationFormat>
  <Paragraphs>626</Paragraphs>
  <Slides>11</Slides>
  <Notes>6</Notes>
  <HiddenSlides>9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Ji, Yuede</dc:creator>
  <cp:lastModifiedBy>Li, Chaoqun</cp:lastModifiedBy>
  <cp:revision>225</cp:revision>
  <cp:lastPrinted>2020-01-23T16:13:37Z</cp:lastPrinted>
  <dcterms:created xsi:type="dcterms:W3CDTF">2016-10-10T21:02:48Z</dcterms:created>
  <dcterms:modified xsi:type="dcterms:W3CDTF">2025-07-09T20:44:45Z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0x01010013D6D6B986D93D44AE059D834731ACAB</vt:lpwstr>
  </property>
</Properties>
</file>