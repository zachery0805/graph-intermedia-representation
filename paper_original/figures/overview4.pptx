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9"/>
  </p:notesMasterIdLst>
  <p:sldIdLst>
    <p:sldId id="281" r:id="rId5"/>
    <p:sldId id="282" r:id="rId6"/>
    <p:sldId id="285" r:id="rId7"/>
    <p:sldId id="279" r:id="rId8"/>
    <p:sldId id="283" r:id="rId9"/>
    <p:sldId id="284" r:id="rId10"/>
    <p:sldId id="272" r:id="rId11"/>
    <p:sldId id="278" r:id="rId12"/>
    <p:sldId id="280" r:id="rId13"/>
    <p:sldId id="275" r:id="rId14"/>
    <p:sldId id="262" r:id="rId15"/>
    <p:sldId id="273" r:id="rId16"/>
    <p:sldId id="271" r:id="rId17"/>
    <p:sldId id="270" r:id="rId18"/>
    <p:sldId id="269" r:id="rId19"/>
    <p:sldId id="268" r:id="rId20"/>
    <p:sldId id="267" r:id="rId21"/>
    <p:sldId id="256" r:id="rId22"/>
    <p:sldId id="258" r:id="rId23"/>
    <p:sldId id="257" r:id="rId24"/>
    <p:sldId id="260" r:id="rId25"/>
    <p:sldId id="274" r:id="rId26"/>
    <p:sldId id="276" r:id="rId27"/>
    <p:sldId id="277" r:id="rId28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FFF"/>
    <a:srgbClr val="F8D9FF"/>
    <a:srgbClr val="F4E2FF"/>
    <a:srgbClr val="FFD8FF"/>
    <a:srgbClr val="F9E1FF"/>
    <a:srgbClr val="0432FF"/>
    <a:srgbClr val="FF85FF"/>
    <a:srgbClr val="FFACA9"/>
    <a:srgbClr val="FF8AD8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69AF7-2BC6-470E-A234-5DAE34659BED}" v="164" dt="2025-07-14T15:39:01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26" autoAdjust="0"/>
    <p:restoredTop sz="94690"/>
  </p:normalViewPr>
  <p:slideViewPr>
    <p:cSldViewPr snapToGrid="0" snapToObjects="1">
      <p:cViewPr>
        <p:scale>
          <a:sx n="133" d="100"/>
          <a:sy n="133" d="100"/>
        </p:scale>
        <p:origin x="23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AC60D-B13B-0B45-A07C-570B15FE0AA1}" type="datetimeFigureOut">
              <a:rPr lang="en-US" smtClean="0"/>
              <a:t>7/15/25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C3C5B-EEA2-7641-9B9E-8C8B4D8C5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2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1pPr>
    <a:lvl2pPr marL="22288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2pPr>
    <a:lvl3pPr marL="44577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3pPr>
    <a:lvl4pPr marL="66865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4pPr>
    <a:lvl5pPr marL="89154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5pPr>
    <a:lvl6pPr marL="111442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6pPr>
    <a:lvl7pPr marL="133731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7pPr>
    <a:lvl8pPr marL="156019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8pPr>
    <a:lvl9pPr marL="178308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1A39-43BE-7C85-1476-B00B9D2B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4E662-763C-405E-A5CC-A925E0756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173BA-276D-8D11-12C6-E51A0777B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B2EB0-5CD5-140C-3C40-1620EC608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96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3659-1127-5E56-981B-89D73A04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763F0-85DA-B373-FC84-B1BB6A622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BBA0F-CF7A-8D0F-FC5C-0C34E56F4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D2F46-CA45-828A-A482-BA10D3A79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10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8C03F-59A1-B3B8-4857-E5258E492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D119A-97ED-43F3-80DD-469855631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2490C-C16C-8247-BC12-85B36D0EB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22124-B52B-9D3F-7356-CC885BC7C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14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A675-C14A-A205-B74E-D6425E54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FE500-B874-A086-31D2-8299F0605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7142A-C9B7-FBA5-19B0-6497AF138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28864-834B-3790-F65A-BF29BB42D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28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68A2-D1CA-1BA9-30B7-830BF17D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69654-AD60-2AD3-CB07-A92A86EA9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B0C38-92FD-B21B-0B9C-44E05D466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5F81F-3A85-84C9-2846-EF76450020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40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90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7D54-7AE6-BE99-E87A-E65CFB1B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E292D-2CFC-9FB3-6ACB-3FD8CA9FF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F6B27-8EF9-CA89-66C8-1DB6AD983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AA7DF-4552-238D-73F2-D3081226A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13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DCBD-4D9B-9F1A-C87D-583D0BDA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F780F-B717-5C23-F7E6-DE2E8E180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2B86C-635B-E981-A9CD-F7F126642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AAEE6-4929-3E1A-F5CA-D26CD30526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8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9A71-06B3-D5D0-8086-20F271C6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39B66-8401-E165-5FBF-6D8F924B0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250C6-6B86-AAF9-E892-AF9A305B3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7AF23-21BC-ACA7-EC4A-D359D3DED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57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EB06-9A63-2885-6142-5D3AF990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4632D-D4E5-3911-21EE-A6794BD94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270E0-97CC-3810-5CB1-7B94B5019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BD5D4-A43B-239F-29E8-1BC8F8006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08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71AE-DDEA-D045-9986-AF0DEC01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BF0F6-9179-9AC6-38D8-5A54644C7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0C697-4598-E8CF-382B-871154EEF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972B4-0658-66EF-CC81-8E2B0B535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4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7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52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5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4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5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6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1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9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8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5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8FC9E-C553-CBF5-61B4-E0BEC0A1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E61546E7-5B99-89CB-3A2F-258BDC49A670}"/>
              </a:ext>
            </a:extLst>
          </p:cNvPr>
          <p:cNvSpPr/>
          <p:nvPr/>
        </p:nvSpPr>
        <p:spPr>
          <a:xfrm>
            <a:off x="1674889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89C45-3AE7-C804-6515-9451FE127B69}"/>
              </a:ext>
            </a:extLst>
          </p:cNvPr>
          <p:cNvSpPr txBox="1"/>
          <p:nvPr/>
        </p:nvSpPr>
        <p:spPr>
          <a:xfrm>
            <a:off x="206652" y="258675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31FD9132-25C2-F6EF-FCE2-12E1FD8FBDAB}"/>
              </a:ext>
            </a:extLst>
          </p:cNvPr>
          <p:cNvGrpSpPr/>
          <p:nvPr/>
        </p:nvGrpSpPr>
        <p:grpSpPr>
          <a:xfrm>
            <a:off x="2949" y="787098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EC982962-2264-C81F-BFE9-EEEC3E95EED4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27C1C1BC-C14D-31FF-BD79-A2C808AB0CC8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A9F7751-405D-66CE-B5BC-B605019D824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AFCB93FA-44BD-C551-0545-3AD6CEE380F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ED9E037-15F2-0536-E1CB-45DC137E167C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6DC2688-BA98-4798-97D8-5F60E4993160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A6357B5C-C1A4-AF36-668E-EBAF40E6134D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1149D1C2-3A52-9ABA-FF16-A84EE26184BF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EB2D1769-8BD9-0405-27D8-BDB85EACD766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D5EE66D-FDBC-BCCA-317C-9A3760AD4BE4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D98A3B8-71E3-A1CC-1646-D539BAB119BE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4FF94F9-E587-EB37-ACDF-B0520A94E7F0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BE39D55-11D5-AC84-D8EF-BF76205EEAA0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CFEF5EFC-7F4D-AB98-357A-C95F43EECBB5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B4A731A-B493-4609-2882-DEC8EEA1F76C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9391732F-BAEE-0B20-A8A0-4AFE7782F059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4D5F7908-5CCD-5987-1F8A-C7AF5A803E2C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9955BDB5-021C-5B5F-3C4F-438E2A52A7F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32670840-646E-EFE3-4E6D-6363214A86F1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06352FB-5097-9E42-9556-8B930A9BA961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0B30CAB-E9EF-6AA5-EBF9-18E7013BCF9F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7C1352F-AA1B-FE96-7358-EA823A70423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5581D3BF-6DA9-25D3-AE91-45ED08D26639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8293DFB-637C-217B-F4C7-889908C63A2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FA9CF39E-02D7-F010-5EC2-1AA18AC178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6D2700D5-D211-DEB6-311C-3F21F18216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F4124297-B064-C908-167D-4B46B2D776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9F66EA2-1415-75F5-81B8-D3CC5A30C0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5E39CCA4-BCC4-1220-6CAC-4B8A86A0C9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83772BB6-5215-5C52-CC7A-F7D020181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6A9F154-F413-972A-BE61-AA38B2E6C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DE7462CB-BDAD-7E83-930E-37118A72E7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753DDDB8-B868-EBAD-5C2B-621C44D076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E2E369D-654E-A101-C47C-15ECD28A81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0760B37B-B6B4-14A6-58B8-37818B775C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E55DEE07-4FBE-005E-8CC5-F5D0BFF0FC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04DD317-D382-05A9-F76A-DA5EE731D9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A47272B-D39E-BCF7-37FB-32DCB14964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7370ECC-3FF8-7379-1327-65F8B1DD09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CD7DC4EB-E25D-616B-FC05-8716BD035B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F5DCBC-7CBC-315D-7ECA-15FCF25C57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3A0C6CB-E2EA-A0AF-77D1-3E0FACD7A8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5FD14459-68AA-C6E9-8BDF-5CD3D3838852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46D6291-4F60-BFEB-9189-6769B406A667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1287B72-B63D-5C0E-432A-588D5CA4C41C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0576887-9549-4CA0-6C58-82CEEAA23857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4D08F0D-D11C-B360-F464-6F6DCB883BEA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AEC37D9-9BE6-227C-E835-2764FF5616BC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A979D63-32A7-C3CB-68A6-152A667FC69D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6651FAC-ED51-7AB0-2BC9-167A9C9594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3CC2E64-11B9-556D-29C9-C384270590B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82C3946-BA17-7B9A-861A-A35E8AEBE655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36E1428-B938-E13E-499B-E4E028D7123D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B1A9F760-2141-D548-2B5F-C65F59F5FB5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5" name="TextBox 834">
            <a:extLst>
              <a:ext uri="{FF2B5EF4-FFF2-40B4-BE49-F238E27FC236}">
                <a16:creationId xmlns:a16="http://schemas.microsoft.com/office/drawing/2014/main" id="{9F72CA95-2BA3-8054-1920-19A06F1D397D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0" name="Arrow: Right 107">
            <a:extLst>
              <a:ext uri="{FF2B5EF4-FFF2-40B4-BE49-F238E27FC236}">
                <a16:creationId xmlns:a16="http://schemas.microsoft.com/office/drawing/2014/main" id="{E9994327-FEFE-E280-0456-A7FA3996174F}"/>
              </a:ext>
            </a:extLst>
          </p:cNvPr>
          <p:cNvSpPr/>
          <p:nvPr/>
        </p:nvSpPr>
        <p:spPr>
          <a:xfrm>
            <a:off x="5825747" y="14249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35E668F6-3B19-7C1E-86A8-B7A25F68569D}"/>
              </a:ext>
            </a:extLst>
          </p:cNvPr>
          <p:cNvGrpSpPr/>
          <p:nvPr/>
        </p:nvGrpSpPr>
        <p:grpSpPr>
          <a:xfrm>
            <a:off x="6112052" y="673305"/>
            <a:ext cx="1181150" cy="1910258"/>
            <a:chOff x="6501599" y="594182"/>
            <a:chExt cx="1181150" cy="1910258"/>
          </a:xfrm>
        </p:grpSpPr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70B3B6B8-31E8-A924-9389-EDF89816A15D}"/>
                </a:ext>
              </a:extLst>
            </p:cNvPr>
            <p:cNvSpPr/>
            <p:nvPr/>
          </p:nvSpPr>
          <p:spPr>
            <a:xfrm>
              <a:off x="6501599" y="594182"/>
              <a:ext cx="118115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E98A3CED-C797-D07C-0AC4-62BD34F93C85}"/>
                </a:ext>
              </a:extLst>
            </p:cNvPr>
            <p:cNvSpPr/>
            <p:nvPr/>
          </p:nvSpPr>
          <p:spPr>
            <a:xfrm>
              <a:off x="6501599" y="838798"/>
              <a:ext cx="57562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A9AB4FE0-A659-3F0F-BDED-E951B7893C7E}"/>
                </a:ext>
              </a:extLst>
            </p:cNvPr>
            <p:cNvSpPr/>
            <p:nvPr/>
          </p:nvSpPr>
          <p:spPr>
            <a:xfrm>
              <a:off x="7077228" y="837446"/>
              <a:ext cx="60551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DFS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F93D42A5-BFB7-C106-89A6-AC33FA8F1E31}"/>
                </a:ext>
              </a:extLst>
            </p:cNvPr>
            <p:cNvSpPr/>
            <p:nvPr/>
          </p:nvSpPr>
          <p:spPr>
            <a:xfrm>
              <a:off x="6501599" y="1292473"/>
              <a:ext cx="576635" cy="4598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6ECB58B3-054B-77B3-52E7-0B0C3FDDD3CD}"/>
                </a:ext>
              </a:extLst>
            </p:cNvPr>
            <p:cNvSpPr/>
            <p:nvPr/>
          </p:nvSpPr>
          <p:spPr>
            <a:xfrm>
              <a:off x="7077600" y="1292473"/>
              <a:ext cx="60514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FE5C6CB2-5F8B-EB2B-D147-B6E1D897BF29}"/>
                </a:ext>
              </a:extLst>
            </p:cNvPr>
            <p:cNvSpPr/>
            <p:nvPr/>
          </p:nvSpPr>
          <p:spPr>
            <a:xfrm>
              <a:off x="6501600" y="1750295"/>
              <a:ext cx="575628" cy="4633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381A0260-6B40-7B04-1F51-21DB3F3F2B05}"/>
                </a:ext>
              </a:extLst>
            </p:cNvPr>
            <p:cNvSpPr/>
            <p:nvPr/>
          </p:nvSpPr>
          <p:spPr>
            <a:xfrm>
              <a:off x="7077599" y="1749200"/>
              <a:ext cx="60514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41A80538-4F40-3A9A-0744-1EBB6DCA1C5B}"/>
                </a:ext>
              </a:extLst>
            </p:cNvPr>
            <p:cNvSpPr/>
            <p:nvPr/>
          </p:nvSpPr>
          <p:spPr>
            <a:xfrm>
              <a:off x="6501600" y="2205990"/>
              <a:ext cx="1181149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559" name="TextBox 558">
            <a:extLst>
              <a:ext uri="{FF2B5EF4-FFF2-40B4-BE49-F238E27FC236}">
                <a16:creationId xmlns:a16="http://schemas.microsoft.com/office/drawing/2014/main" id="{10609542-BCFC-7D76-1258-ABC40759B379}"/>
              </a:ext>
            </a:extLst>
          </p:cNvPr>
          <p:cNvSpPr txBox="1"/>
          <p:nvPr/>
        </p:nvSpPr>
        <p:spPr>
          <a:xfrm>
            <a:off x="6010854" y="2600325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BBC3A0CE-270A-3CBF-700F-498F1B673CFE}"/>
              </a:ext>
            </a:extLst>
          </p:cNvPr>
          <p:cNvSpPr/>
          <p:nvPr/>
        </p:nvSpPr>
        <p:spPr>
          <a:xfrm>
            <a:off x="3329079" y="222772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A3679967-44F1-4211-C843-6D37B8343CC3}"/>
              </a:ext>
            </a:extLst>
          </p:cNvPr>
          <p:cNvSpPr/>
          <p:nvPr/>
        </p:nvSpPr>
        <p:spPr>
          <a:xfrm>
            <a:off x="2926945" y="2227730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17559712-563C-36B8-1C95-1629A3F0C3A5}"/>
              </a:ext>
            </a:extLst>
          </p:cNvPr>
          <p:cNvSpPr/>
          <p:nvPr/>
        </p:nvSpPr>
        <p:spPr>
          <a:xfrm>
            <a:off x="2923221" y="1112290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2729227D-EE8F-08E6-659C-44ED23A65363}"/>
              </a:ext>
            </a:extLst>
          </p:cNvPr>
          <p:cNvSpPr/>
          <p:nvPr/>
        </p:nvSpPr>
        <p:spPr>
          <a:xfrm>
            <a:off x="3052229" y="710946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694E00AF-A03F-40DB-DC0D-9BFD17A9166E}"/>
              </a:ext>
            </a:extLst>
          </p:cNvPr>
          <p:cNvSpPr/>
          <p:nvPr/>
        </p:nvSpPr>
        <p:spPr>
          <a:xfrm>
            <a:off x="3313445" y="750147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F04DA9C-4B02-9DA2-3207-7244898D69AC}"/>
              </a:ext>
            </a:extLst>
          </p:cNvPr>
          <p:cNvGrpSpPr/>
          <p:nvPr/>
        </p:nvGrpSpPr>
        <p:grpSpPr>
          <a:xfrm>
            <a:off x="1961086" y="699226"/>
            <a:ext cx="1911096" cy="1900165"/>
            <a:chOff x="1966344" y="788533"/>
            <a:chExt cx="1543026" cy="1494880"/>
          </a:xfrm>
        </p:grpSpPr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7F16D716-ABDB-05B9-E34F-CD27C347B9D9}"/>
                </a:ext>
              </a:extLst>
            </p:cNvPr>
            <p:cNvSpPr/>
            <p:nvPr/>
          </p:nvSpPr>
          <p:spPr>
            <a:xfrm>
              <a:off x="2719174" y="1387066"/>
              <a:ext cx="668174" cy="886150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39F8C2C-092C-AF94-5C28-611AF893F295}"/>
                </a:ext>
              </a:extLst>
            </p:cNvPr>
            <p:cNvSpPr/>
            <p:nvPr/>
          </p:nvSpPr>
          <p:spPr>
            <a:xfrm>
              <a:off x="1966344" y="788533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6A22B7F-BF4E-4E38-262F-C93D22DF2DFE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F83A819D-5228-1992-7B1B-1A1F2BFB0E7F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F4FFC09-9D83-6924-5D5E-A57DD31CDEA2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379E01ED-063C-BC2F-0466-F9A3EAA60EFC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FB157996-88B6-F9B1-D4A5-B70F4AB557C1}"/>
                  </a:ext>
                </a:extLst>
              </p:cNvPr>
              <p:cNvCxnSpPr>
                <a:cxnSpLocks/>
                <a:stCxn id="606" idx="5"/>
                <a:endCxn id="58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A066B35C-7A70-CC6D-32B4-43824EA7DC5D}"/>
                  </a:ext>
                </a:extLst>
              </p:cNvPr>
              <p:cNvCxnSpPr>
                <a:cxnSpLocks/>
                <a:stCxn id="595" idx="0"/>
                <a:endCxn id="60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AFC6E5B9-5788-52DB-4C05-D46ED594FB1C}"/>
                  </a:ext>
                </a:extLst>
              </p:cNvPr>
              <p:cNvCxnSpPr>
                <a:cxnSpLocks/>
                <a:stCxn id="595" idx="6"/>
                <a:endCxn id="58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C4D32D9E-2ACB-0380-E0F7-4A9C41F78374}"/>
                  </a:ext>
                </a:extLst>
              </p:cNvPr>
              <p:cNvCxnSpPr>
                <a:cxnSpLocks/>
                <a:stCxn id="597" idx="7"/>
                <a:endCxn id="58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9E0BAA4B-A640-3B5A-7F71-A074014A0F1E}"/>
                  </a:ext>
                </a:extLst>
              </p:cNvPr>
              <p:cNvCxnSpPr>
                <a:cxnSpLocks/>
                <a:stCxn id="597" idx="1"/>
                <a:endCxn id="59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D5960D06-2F0F-11E9-A39D-E357A92C1A7B}"/>
                  </a:ext>
                </a:extLst>
              </p:cNvPr>
              <p:cNvCxnSpPr>
                <a:cxnSpLocks/>
                <a:stCxn id="606" idx="4"/>
                <a:endCxn id="59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Arrow Connector 174">
                <a:extLst>
                  <a:ext uri="{FF2B5EF4-FFF2-40B4-BE49-F238E27FC236}">
                    <a16:creationId xmlns:a16="http://schemas.microsoft.com/office/drawing/2014/main" id="{307556DA-AF0E-BA41-4E77-180E86B4F995}"/>
                  </a:ext>
                </a:extLst>
              </p:cNvPr>
              <p:cNvCxnSpPr>
                <a:cxnSpLocks/>
                <a:stCxn id="588" idx="6"/>
                <a:endCxn id="600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72AE5D43-B2A0-99CD-2F1A-36FBD40776A2}"/>
                  </a:ext>
                </a:extLst>
              </p:cNvPr>
              <p:cNvCxnSpPr>
                <a:cxnSpLocks/>
                <a:stCxn id="602" idx="6"/>
                <a:endCxn id="590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4A5E88CC-3510-E1D2-7760-99F5FCB50C23}"/>
                  </a:ext>
                </a:extLst>
              </p:cNvPr>
              <p:cNvCxnSpPr>
                <a:cxnSpLocks/>
                <a:stCxn id="590" idx="4"/>
                <a:endCxn id="601" idx="7"/>
              </p:cNvCxnSpPr>
              <p:nvPr/>
            </p:nvCxnSpPr>
            <p:spPr>
              <a:xfrm flipH="1">
                <a:off x="1199222" y="927837"/>
                <a:ext cx="85649" cy="16935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Arrow Connector 177">
                <a:extLst>
                  <a:ext uri="{FF2B5EF4-FFF2-40B4-BE49-F238E27FC236}">
                    <a16:creationId xmlns:a16="http://schemas.microsoft.com/office/drawing/2014/main" id="{CFDE585E-A65D-8D92-8C3F-4D07C07FBF94}"/>
                  </a:ext>
                </a:extLst>
              </p:cNvPr>
              <p:cNvCxnSpPr>
                <a:cxnSpLocks/>
                <a:stCxn id="592" idx="3"/>
                <a:endCxn id="59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A2E7490F-B82B-4E16-D09F-CA70B6668F1F}"/>
                  </a:ext>
                </a:extLst>
              </p:cNvPr>
              <p:cNvCxnSpPr>
                <a:cxnSpLocks/>
                <a:stCxn id="593" idx="6"/>
                <a:endCxn id="59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>
                <a:extLst>
                  <a:ext uri="{FF2B5EF4-FFF2-40B4-BE49-F238E27FC236}">
                    <a16:creationId xmlns:a16="http://schemas.microsoft.com/office/drawing/2014/main" id="{C75E855A-C9F3-D58C-6ED3-E2DDE0D4F7A3}"/>
                  </a:ext>
                </a:extLst>
              </p:cNvPr>
              <p:cNvCxnSpPr>
                <a:cxnSpLocks/>
                <a:stCxn id="594" idx="0"/>
                <a:endCxn id="59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Arrow Connector 180">
                <a:extLst>
                  <a:ext uri="{FF2B5EF4-FFF2-40B4-BE49-F238E27FC236}">
                    <a16:creationId xmlns:a16="http://schemas.microsoft.com/office/drawing/2014/main" id="{B452BDD4-5347-936E-5EC0-236FEA7F0911}"/>
                  </a:ext>
                </a:extLst>
              </p:cNvPr>
              <p:cNvCxnSpPr>
                <a:cxnSpLocks/>
                <a:stCxn id="591" idx="6"/>
                <a:endCxn id="585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Arrow Connector 181">
                <a:extLst>
                  <a:ext uri="{FF2B5EF4-FFF2-40B4-BE49-F238E27FC236}">
                    <a16:creationId xmlns:a16="http://schemas.microsoft.com/office/drawing/2014/main" id="{F3FD68CA-4511-3BFF-2E46-67C53E200DCD}"/>
                  </a:ext>
                </a:extLst>
              </p:cNvPr>
              <p:cNvCxnSpPr>
                <a:cxnSpLocks/>
                <a:stCxn id="585" idx="0"/>
                <a:endCxn id="58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23D3E642-CBBB-BA42-B17F-03C6AFDB61DF}"/>
                  </a:ext>
                </a:extLst>
              </p:cNvPr>
              <p:cNvCxnSpPr>
                <a:cxnSpLocks/>
                <a:stCxn id="589" idx="2"/>
                <a:endCxn id="59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Arrow Connector 183">
                <a:extLst>
                  <a:ext uri="{FF2B5EF4-FFF2-40B4-BE49-F238E27FC236}">
                    <a16:creationId xmlns:a16="http://schemas.microsoft.com/office/drawing/2014/main" id="{584817B0-A97A-5422-66EC-CCC8AFC32100}"/>
                  </a:ext>
                </a:extLst>
              </p:cNvPr>
              <p:cNvCxnSpPr>
                <a:cxnSpLocks/>
                <a:stCxn id="596" idx="4"/>
                <a:endCxn id="59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5A2C599C-6155-A62B-76C0-8B9580852FBA}"/>
                  </a:ext>
                </a:extLst>
              </p:cNvPr>
              <p:cNvCxnSpPr>
                <a:cxnSpLocks/>
                <a:stCxn id="591" idx="4"/>
                <a:endCxn id="59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8CFFBA78-3BE2-9001-37D5-C0B2D1252FC1}"/>
                  </a:ext>
                </a:extLst>
              </p:cNvPr>
              <p:cNvCxnSpPr>
                <a:cxnSpLocks/>
                <a:stCxn id="598" idx="6"/>
                <a:endCxn id="587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Arrow Connector 186">
                <a:extLst>
                  <a:ext uri="{FF2B5EF4-FFF2-40B4-BE49-F238E27FC236}">
                    <a16:creationId xmlns:a16="http://schemas.microsoft.com/office/drawing/2014/main" id="{62FD977D-053D-3C9B-CB28-A12AA101DE17}"/>
                  </a:ext>
                </a:extLst>
              </p:cNvPr>
              <p:cNvCxnSpPr>
                <a:cxnSpLocks/>
                <a:stCxn id="588" idx="0"/>
                <a:endCxn id="599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Arrow Connector 187">
                <a:extLst>
                  <a:ext uri="{FF2B5EF4-FFF2-40B4-BE49-F238E27FC236}">
                    <a16:creationId xmlns:a16="http://schemas.microsoft.com/office/drawing/2014/main" id="{194ABCE8-A867-EF42-311C-9CBC59093550}"/>
                  </a:ext>
                </a:extLst>
              </p:cNvPr>
              <p:cNvCxnSpPr>
                <a:cxnSpLocks/>
                <a:stCxn id="597" idx="4"/>
                <a:endCxn id="59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EB9E036B-FE4C-2103-52A6-EA87CDA893C1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190" name="Group 189">
                  <a:extLst>
                    <a:ext uri="{FF2B5EF4-FFF2-40B4-BE49-F238E27FC236}">
                      <a16:creationId xmlns:a16="http://schemas.microsoft.com/office/drawing/2014/main" id="{5AEADA82-DDE5-D976-A6BF-11746A2B19A5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84" name="Group 583">
                    <a:extLst>
                      <a:ext uri="{FF2B5EF4-FFF2-40B4-BE49-F238E27FC236}">
                        <a16:creationId xmlns:a16="http://schemas.microsoft.com/office/drawing/2014/main" id="{0E1807D3-F215-D321-27B5-753E02E8BA1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86" name="Group 585">
                      <a:extLst>
                        <a:ext uri="{FF2B5EF4-FFF2-40B4-BE49-F238E27FC236}">
                          <a16:creationId xmlns:a16="http://schemas.microsoft.com/office/drawing/2014/main" id="{D091C896-1195-6F9B-E1DC-1E4AD34FDF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88" name="Oval 587">
                        <a:extLst>
                          <a:ext uri="{FF2B5EF4-FFF2-40B4-BE49-F238E27FC236}">
                            <a16:creationId xmlns:a16="http://schemas.microsoft.com/office/drawing/2014/main" id="{9318BE7B-0D78-52BE-BDB7-987A87BF1D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89" name="Oval 588">
                        <a:extLst>
                          <a:ext uri="{FF2B5EF4-FFF2-40B4-BE49-F238E27FC236}">
                            <a16:creationId xmlns:a16="http://schemas.microsoft.com/office/drawing/2014/main" id="{3F223DBD-CFA9-7893-1777-9D0A46786D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0" name="Oval 589">
                        <a:extLst>
                          <a:ext uri="{FF2B5EF4-FFF2-40B4-BE49-F238E27FC236}">
                            <a16:creationId xmlns:a16="http://schemas.microsoft.com/office/drawing/2014/main" id="{DCC2919C-7C9E-7A98-F824-16FBE9E43D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91" name="Oval 590">
                        <a:extLst>
                          <a:ext uri="{FF2B5EF4-FFF2-40B4-BE49-F238E27FC236}">
                            <a16:creationId xmlns:a16="http://schemas.microsoft.com/office/drawing/2014/main" id="{361F7B1F-59A5-BF09-F9F8-8C1601FE03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2" name="Oval 591">
                        <a:extLst>
                          <a:ext uri="{FF2B5EF4-FFF2-40B4-BE49-F238E27FC236}">
                            <a16:creationId xmlns:a16="http://schemas.microsoft.com/office/drawing/2014/main" id="{F04460DD-3634-A609-E046-7CED45AB79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3" name="Oval 592">
                        <a:extLst>
                          <a:ext uri="{FF2B5EF4-FFF2-40B4-BE49-F238E27FC236}">
                            <a16:creationId xmlns:a16="http://schemas.microsoft.com/office/drawing/2014/main" id="{0B2DC004-F8AD-ED1B-0CB2-9356A22F55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4" name="Oval 593">
                        <a:extLst>
                          <a:ext uri="{FF2B5EF4-FFF2-40B4-BE49-F238E27FC236}">
                            <a16:creationId xmlns:a16="http://schemas.microsoft.com/office/drawing/2014/main" id="{BF7D0628-B79E-F532-4F47-7733240BE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5" name="Oval 594">
                        <a:extLst>
                          <a:ext uri="{FF2B5EF4-FFF2-40B4-BE49-F238E27FC236}">
                            <a16:creationId xmlns:a16="http://schemas.microsoft.com/office/drawing/2014/main" id="{EB8B2E24-5906-8A58-DCB3-00E797E429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96" name="Oval 595">
                        <a:extLst>
                          <a:ext uri="{FF2B5EF4-FFF2-40B4-BE49-F238E27FC236}">
                            <a16:creationId xmlns:a16="http://schemas.microsoft.com/office/drawing/2014/main" id="{48BAB846-22A0-C198-D40E-7E01F2CF49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7" name="Oval 596">
                        <a:extLst>
                          <a:ext uri="{FF2B5EF4-FFF2-40B4-BE49-F238E27FC236}">
                            <a16:creationId xmlns:a16="http://schemas.microsoft.com/office/drawing/2014/main" id="{192D6BD1-1BA3-6E3A-B4BA-0E17CD813C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98" name="Oval 597">
                        <a:extLst>
                          <a:ext uri="{FF2B5EF4-FFF2-40B4-BE49-F238E27FC236}">
                            <a16:creationId xmlns:a16="http://schemas.microsoft.com/office/drawing/2014/main" id="{331B3361-57F4-31CB-E2A3-4B1E6EFE1B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9" name="Oval 598">
                        <a:extLst>
                          <a:ext uri="{FF2B5EF4-FFF2-40B4-BE49-F238E27FC236}">
                            <a16:creationId xmlns:a16="http://schemas.microsoft.com/office/drawing/2014/main" id="{B052FF9A-F1D6-4C0B-FC31-23BEFDB993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600" name="Oval 599">
                        <a:extLst>
                          <a:ext uri="{FF2B5EF4-FFF2-40B4-BE49-F238E27FC236}">
                            <a16:creationId xmlns:a16="http://schemas.microsoft.com/office/drawing/2014/main" id="{B905177A-CED5-758E-069C-7D842E400E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601" name="Oval 600">
                        <a:extLst>
                          <a:ext uri="{FF2B5EF4-FFF2-40B4-BE49-F238E27FC236}">
                            <a16:creationId xmlns:a16="http://schemas.microsoft.com/office/drawing/2014/main" id="{870DEE25-A9CC-72DF-AA74-A8CE728908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602" name="Oval 601">
                        <a:extLst>
                          <a:ext uri="{FF2B5EF4-FFF2-40B4-BE49-F238E27FC236}">
                            <a16:creationId xmlns:a16="http://schemas.microsoft.com/office/drawing/2014/main" id="{7523081B-0048-220B-552D-54E5A1EF51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606" name="Oval 605">
                        <a:extLst>
                          <a:ext uri="{FF2B5EF4-FFF2-40B4-BE49-F238E27FC236}">
                            <a16:creationId xmlns:a16="http://schemas.microsoft.com/office/drawing/2014/main" id="{C5499617-7B21-ABD9-CD88-C98B463B23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87" name="Oval 586">
                      <a:extLst>
                        <a:ext uri="{FF2B5EF4-FFF2-40B4-BE49-F238E27FC236}">
                          <a16:creationId xmlns:a16="http://schemas.microsoft.com/office/drawing/2014/main" id="{BDBA5647-2BF7-67DA-EBFF-497A4180AD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85" name="Oval 584">
                    <a:extLst>
                      <a:ext uri="{FF2B5EF4-FFF2-40B4-BE49-F238E27FC236}">
                        <a16:creationId xmlns:a16="http://schemas.microsoft.com/office/drawing/2014/main" id="{37532A33-ABA2-BEE8-FCBF-87C897AD46DE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2FCEC6CA-62D3-4483-817D-EF7A1B316387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F32DB658-1D5D-7C1E-A818-92E6A1B287DF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2A192E62-7293-E32C-DA9F-0AE6D63AF2D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FC34FAEB-225A-96B6-B6DF-E3353053D04C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9" name="TextBox 578">
                  <a:extLst>
                    <a:ext uri="{FF2B5EF4-FFF2-40B4-BE49-F238E27FC236}">
                      <a16:creationId xmlns:a16="http://schemas.microsoft.com/office/drawing/2014/main" id="{80D3B884-E9A5-B1D2-B0B1-735F7904C7A9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0" name="TextBox 579">
                  <a:extLst>
                    <a:ext uri="{FF2B5EF4-FFF2-40B4-BE49-F238E27FC236}">
                      <a16:creationId xmlns:a16="http://schemas.microsoft.com/office/drawing/2014/main" id="{FDA52768-D290-A501-CDB5-01E9C917A042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1" name="TextBox 580">
                  <a:extLst>
                    <a:ext uri="{FF2B5EF4-FFF2-40B4-BE49-F238E27FC236}">
                      <a16:creationId xmlns:a16="http://schemas.microsoft.com/office/drawing/2014/main" id="{AD12A495-789C-EDF7-A364-78DE910941C9}"/>
                    </a:ext>
                  </a:extLst>
                </p:cNvPr>
                <p:cNvSpPr txBox="1"/>
                <p:nvPr/>
              </p:nvSpPr>
              <p:spPr>
                <a:xfrm>
                  <a:off x="1017418" y="13414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2" name="TextBox 581">
                  <a:extLst>
                    <a:ext uri="{FF2B5EF4-FFF2-40B4-BE49-F238E27FC236}">
                      <a16:creationId xmlns:a16="http://schemas.microsoft.com/office/drawing/2014/main" id="{77CF079F-D9A8-0126-5E58-9768E9D0F75E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3" name="TextBox 582">
                  <a:extLst>
                    <a:ext uri="{FF2B5EF4-FFF2-40B4-BE49-F238E27FC236}">
                      <a16:creationId xmlns:a16="http://schemas.microsoft.com/office/drawing/2014/main" id="{AF4F39B3-C222-917D-17DE-6A575F4E990F}"/>
                    </a:ext>
                  </a:extLst>
                </p:cNvPr>
                <p:cNvSpPr txBox="1"/>
                <p:nvPr/>
              </p:nvSpPr>
              <p:spPr>
                <a:xfrm>
                  <a:off x="1017417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22A61D15-FF5B-6F3A-5B52-BC02FE102EAB}"/>
                </a:ext>
              </a:extLst>
            </p:cNvPr>
            <p:cNvCxnSpPr>
              <a:cxnSpLocks/>
              <a:stCxn id="588" idx="7"/>
              <a:endCxn id="602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7" name="Rectangle 606">
            <a:extLst>
              <a:ext uri="{FF2B5EF4-FFF2-40B4-BE49-F238E27FC236}">
                <a16:creationId xmlns:a16="http://schemas.microsoft.com/office/drawing/2014/main" id="{0CE7C6A6-625E-2C2B-2F17-5F549A4DD0AF}"/>
              </a:ext>
            </a:extLst>
          </p:cNvPr>
          <p:cNvSpPr/>
          <p:nvPr/>
        </p:nvSpPr>
        <p:spPr>
          <a:xfrm>
            <a:off x="4021556" y="2083988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1E8FBB6F-F5E9-E9BC-DE0E-C6156B909328}"/>
              </a:ext>
            </a:extLst>
          </p:cNvPr>
          <p:cNvSpPr/>
          <p:nvPr/>
        </p:nvSpPr>
        <p:spPr>
          <a:xfrm>
            <a:off x="4026369" y="1292997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88ABEFAF-8736-4458-F324-E5C5EB6C2B5B}"/>
              </a:ext>
            </a:extLst>
          </p:cNvPr>
          <p:cNvSpPr/>
          <p:nvPr/>
        </p:nvSpPr>
        <p:spPr>
          <a:xfrm>
            <a:off x="4026369" y="644644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0" name="Arrow: Right 107">
            <a:extLst>
              <a:ext uri="{FF2B5EF4-FFF2-40B4-BE49-F238E27FC236}">
                <a16:creationId xmlns:a16="http://schemas.microsoft.com/office/drawing/2014/main" id="{4B2FF04B-4691-256D-E26C-435ED91940A6}"/>
              </a:ext>
            </a:extLst>
          </p:cNvPr>
          <p:cNvSpPr/>
          <p:nvPr/>
        </p:nvSpPr>
        <p:spPr>
          <a:xfrm>
            <a:off x="3786609" y="142068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1" name="TextBox 610">
            <a:extLst>
              <a:ext uri="{FF2B5EF4-FFF2-40B4-BE49-F238E27FC236}">
                <a16:creationId xmlns:a16="http://schemas.microsoft.com/office/drawing/2014/main" id="{63B55E27-A96A-2CFD-DCE1-1F8C908D570A}"/>
              </a:ext>
            </a:extLst>
          </p:cNvPr>
          <p:cNvSpPr txBox="1"/>
          <p:nvPr/>
        </p:nvSpPr>
        <p:spPr>
          <a:xfrm>
            <a:off x="2049021" y="2600325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Find WCC, SCC, BCC</a:t>
            </a: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7701A858-3F75-4A73-F5B2-CB9D076E9C0B}"/>
              </a:ext>
            </a:extLst>
          </p:cNvPr>
          <p:cNvSpPr txBox="1"/>
          <p:nvPr/>
        </p:nvSpPr>
        <p:spPr>
          <a:xfrm>
            <a:off x="4116731" y="2611248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sp>
        <p:nvSpPr>
          <p:cNvPr id="613" name="TextBox 612">
            <a:extLst>
              <a:ext uri="{FF2B5EF4-FFF2-40B4-BE49-F238E27FC236}">
                <a16:creationId xmlns:a16="http://schemas.microsoft.com/office/drawing/2014/main" id="{74A9BF61-DC2C-5EB9-8A2F-9D5AFAF2FCB7}"/>
              </a:ext>
            </a:extLst>
          </p:cNvPr>
          <p:cNvSpPr txBox="1"/>
          <p:nvPr/>
        </p:nvSpPr>
        <p:spPr>
          <a:xfrm>
            <a:off x="5366953" y="1269954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614" name="TextBox 613">
            <a:extLst>
              <a:ext uri="{FF2B5EF4-FFF2-40B4-BE49-F238E27FC236}">
                <a16:creationId xmlns:a16="http://schemas.microsoft.com/office/drawing/2014/main" id="{F61C156A-C9A3-A37D-ACAC-266AEE5583A2}"/>
              </a:ext>
            </a:extLst>
          </p:cNvPr>
          <p:cNvSpPr txBox="1"/>
          <p:nvPr/>
        </p:nvSpPr>
        <p:spPr>
          <a:xfrm>
            <a:off x="5081795" y="2039456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5" name="Straight Arrow Connector 614">
            <a:extLst>
              <a:ext uri="{FF2B5EF4-FFF2-40B4-BE49-F238E27FC236}">
                <a16:creationId xmlns:a16="http://schemas.microsoft.com/office/drawing/2014/main" id="{9CEDBDC7-3080-235C-E872-931FBD58ADA9}"/>
              </a:ext>
            </a:extLst>
          </p:cNvPr>
          <p:cNvCxnSpPr>
            <a:cxnSpLocks/>
            <a:stCxn id="212" idx="3"/>
            <a:endCxn id="213" idx="1"/>
          </p:cNvCxnSpPr>
          <p:nvPr/>
        </p:nvCxnSpPr>
        <p:spPr>
          <a:xfrm>
            <a:off x="4223812" y="1065981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Arrow Connector 615">
            <a:extLst>
              <a:ext uri="{FF2B5EF4-FFF2-40B4-BE49-F238E27FC236}">
                <a16:creationId xmlns:a16="http://schemas.microsoft.com/office/drawing/2014/main" id="{E332C2FF-B37A-560E-9493-5E8D4EED76CB}"/>
              </a:ext>
            </a:extLst>
          </p:cNvPr>
          <p:cNvCxnSpPr>
            <a:cxnSpLocks/>
            <a:stCxn id="213" idx="0"/>
            <a:endCxn id="617" idx="5"/>
          </p:cNvCxnSpPr>
          <p:nvPr/>
        </p:nvCxnSpPr>
        <p:spPr>
          <a:xfrm flipH="1" flipV="1">
            <a:off x="4441655" y="879204"/>
            <a:ext cx="151014" cy="10240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7" name="Oval 616">
            <a:extLst>
              <a:ext uri="{FF2B5EF4-FFF2-40B4-BE49-F238E27FC236}">
                <a16:creationId xmlns:a16="http://schemas.microsoft.com/office/drawing/2014/main" id="{C058279A-8189-D624-E69D-C73B800F6B02}"/>
              </a:ext>
            </a:extLst>
          </p:cNvPr>
          <p:cNvSpPr/>
          <p:nvPr/>
        </p:nvSpPr>
        <p:spPr>
          <a:xfrm>
            <a:off x="4254338" y="6996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99563109-2172-8CD8-F519-BD6D9F7C5A74}"/>
              </a:ext>
            </a:extLst>
          </p:cNvPr>
          <p:cNvGrpSpPr/>
          <p:nvPr/>
        </p:nvGrpSpPr>
        <p:grpSpPr>
          <a:xfrm>
            <a:off x="5078238" y="960825"/>
            <a:ext cx="640807" cy="210313"/>
            <a:chOff x="5265087" y="1192523"/>
            <a:chExt cx="640807" cy="210313"/>
          </a:xfrm>
        </p:grpSpPr>
        <p:cxnSp>
          <p:nvCxnSpPr>
            <p:cNvPr id="619" name="Straight Arrow Connector 618">
              <a:extLst>
                <a:ext uri="{FF2B5EF4-FFF2-40B4-BE49-F238E27FC236}">
                  <a16:creationId xmlns:a16="http://schemas.microsoft.com/office/drawing/2014/main" id="{6C389B5C-2A96-AD0E-4375-DD142CDE3CBD}"/>
                </a:ext>
              </a:extLst>
            </p:cNvPr>
            <p:cNvCxnSpPr>
              <a:cxnSpLocks/>
              <a:stCxn id="620" idx="6"/>
              <a:endCxn id="621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0" name="Oval 619">
              <a:extLst>
                <a:ext uri="{FF2B5EF4-FFF2-40B4-BE49-F238E27FC236}">
                  <a16:creationId xmlns:a16="http://schemas.microsoft.com/office/drawing/2014/main" id="{0406EB90-8572-BD8B-25C7-FDDDFE4E8DE2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20FB5A13-AEDE-89E6-FE16-0F5CBEAB6994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2" name="Straight Arrow Connector 621">
              <a:extLst>
                <a:ext uri="{FF2B5EF4-FFF2-40B4-BE49-F238E27FC236}">
                  <a16:creationId xmlns:a16="http://schemas.microsoft.com/office/drawing/2014/main" id="{414544BC-5D31-F08A-0A4C-32805D401D50}"/>
                </a:ext>
              </a:extLst>
            </p:cNvPr>
            <p:cNvCxnSpPr>
              <a:cxnSpLocks/>
              <a:endCxn id="620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3" name="Straight Arrow Connector 622">
            <a:extLst>
              <a:ext uri="{FF2B5EF4-FFF2-40B4-BE49-F238E27FC236}">
                <a16:creationId xmlns:a16="http://schemas.microsoft.com/office/drawing/2014/main" id="{ED68709F-7E62-72B1-1CDE-EB5915399EE1}"/>
              </a:ext>
            </a:extLst>
          </p:cNvPr>
          <p:cNvCxnSpPr>
            <a:cxnSpLocks/>
            <a:stCxn id="213" idx="0"/>
            <a:endCxn id="234" idx="3"/>
          </p:cNvCxnSpPr>
          <p:nvPr/>
        </p:nvCxnSpPr>
        <p:spPr>
          <a:xfrm flipV="1">
            <a:off x="4592669" y="880945"/>
            <a:ext cx="128856" cy="10065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" name="TextBox 623">
            <a:extLst>
              <a:ext uri="{FF2B5EF4-FFF2-40B4-BE49-F238E27FC236}">
                <a16:creationId xmlns:a16="http://schemas.microsoft.com/office/drawing/2014/main" id="{7AB44AF6-F81F-87DF-C584-79C34F50495D}"/>
              </a:ext>
            </a:extLst>
          </p:cNvPr>
          <p:cNvSpPr txBox="1"/>
          <p:nvPr/>
        </p:nvSpPr>
        <p:spPr>
          <a:xfrm>
            <a:off x="5123159" y="9470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C1777541-BE5F-7146-4D4C-90207BAAF8D5}"/>
              </a:ext>
            </a:extLst>
          </p:cNvPr>
          <p:cNvSpPr txBox="1"/>
          <p:nvPr/>
        </p:nvSpPr>
        <p:spPr>
          <a:xfrm>
            <a:off x="5451316" y="944199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0D692F6C-CE5F-599E-ADAB-66A70D6A0D6F}"/>
              </a:ext>
            </a:extLst>
          </p:cNvPr>
          <p:cNvSpPr txBox="1"/>
          <p:nvPr/>
        </p:nvSpPr>
        <p:spPr>
          <a:xfrm>
            <a:off x="5266440" y="606676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9AA79512-2558-7873-5514-39159898B9FD}"/>
              </a:ext>
            </a:extLst>
          </p:cNvPr>
          <p:cNvSpPr txBox="1"/>
          <p:nvPr/>
        </p:nvSpPr>
        <p:spPr>
          <a:xfrm>
            <a:off x="4076936" y="133098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0" name="Oval 629">
            <a:extLst>
              <a:ext uri="{FF2B5EF4-FFF2-40B4-BE49-F238E27FC236}">
                <a16:creationId xmlns:a16="http://schemas.microsoft.com/office/drawing/2014/main" id="{DF65AD1E-4C2E-BCC2-9114-386DD1D43381}"/>
              </a:ext>
            </a:extLst>
          </p:cNvPr>
          <p:cNvSpPr/>
          <p:nvPr/>
        </p:nvSpPr>
        <p:spPr>
          <a:xfrm>
            <a:off x="4228037" y="155400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632" name="Oval 631">
            <a:extLst>
              <a:ext uri="{FF2B5EF4-FFF2-40B4-BE49-F238E27FC236}">
                <a16:creationId xmlns:a16="http://schemas.microsoft.com/office/drawing/2014/main" id="{2813FA17-F4FD-72DA-42E2-A18FA50C51ED}"/>
              </a:ext>
            </a:extLst>
          </p:cNvPr>
          <p:cNvSpPr/>
          <p:nvPr/>
        </p:nvSpPr>
        <p:spPr>
          <a:xfrm>
            <a:off x="4407569" y="131872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633" name="Straight Arrow Connector 632">
            <a:extLst>
              <a:ext uri="{FF2B5EF4-FFF2-40B4-BE49-F238E27FC236}">
                <a16:creationId xmlns:a16="http://schemas.microsoft.com/office/drawing/2014/main" id="{D1369FBF-E766-692E-D8EC-44A4A0747433}"/>
              </a:ext>
            </a:extLst>
          </p:cNvPr>
          <p:cNvCxnSpPr>
            <a:cxnSpLocks/>
            <a:stCxn id="632" idx="3"/>
            <a:endCxn id="630" idx="7"/>
          </p:cNvCxnSpPr>
          <p:nvPr/>
        </p:nvCxnSpPr>
        <p:spPr>
          <a:xfrm flipH="1">
            <a:off x="4412597" y="1498363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Arrow Connector 633">
            <a:extLst>
              <a:ext uri="{FF2B5EF4-FFF2-40B4-BE49-F238E27FC236}">
                <a16:creationId xmlns:a16="http://schemas.microsoft.com/office/drawing/2014/main" id="{CFA22B5C-5918-852F-762D-B5C6329402C5}"/>
              </a:ext>
            </a:extLst>
          </p:cNvPr>
          <p:cNvCxnSpPr>
            <a:cxnSpLocks/>
            <a:stCxn id="632" idx="5"/>
            <a:endCxn id="211" idx="0"/>
          </p:cNvCxnSpPr>
          <p:nvPr/>
        </p:nvCxnSpPr>
        <p:spPr>
          <a:xfrm>
            <a:off x="4592129" y="1498363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Arrow Connector 634">
            <a:extLst>
              <a:ext uri="{FF2B5EF4-FFF2-40B4-BE49-F238E27FC236}">
                <a16:creationId xmlns:a16="http://schemas.microsoft.com/office/drawing/2014/main" id="{F020D93D-CEFC-9174-64C5-9D6CE1C0A591}"/>
              </a:ext>
            </a:extLst>
          </p:cNvPr>
          <p:cNvCxnSpPr>
            <a:cxnSpLocks/>
            <a:stCxn id="630" idx="4"/>
            <a:endCxn id="210" idx="0"/>
          </p:cNvCxnSpPr>
          <p:nvPr/>
        </p:nvCxnSpPr>
        <p:spPr>
          <a:xfrm flipH="1">
            <a:off x="4302054" y="1764462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Oval 636">
            <a:extLst>
              <a:ext uri="{FF2B5EF4-FFF2-40B4-BE49-F238E27FC236}">
                <a16:creationId xmlns:a16="http://schemas.microsoft.com/office/drawing/2014/main" id="{10DABE8F-D34D-DEF5-0624-EA878BB2D1E4}"/>
              </a:ext>
            </a:extLst>
          </p:cNvPr>
          <p:cNvSpPr/>
          <p:nvPr/>
        </p:nvSpPr>
        <p:spPr>
          <a:xfrm>
            <a:off x="5105366" y="132451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638" name="Straight Arrow Connector 637">
            <a:extLst>
              <a:ext uri="{FF2B5EF4-FFF2-40B4-BE49-F238E27FC236}">
                <a16:creationId xmlns:a16="http://schemas.microsoft.com/office/drawing/2014/main" id="{C1AA938E-0F94-11AC-C4DE-A631753AD298}"/>
              </a:ext>
            </a:extLst>
          </p:cNvPr>
          <p:cNvCxnSpPr>
            <a:cxnSpLocks/>
            <a:stCxn id="637" idx="3"/>
          </p:cNvCxnSpPr>
          <p:nvPr/>
        </p:nvCxnSpPr>
        <p:spPr>
          <a:xfrm flipH="1">
            <a:off x="5073752" y="1504150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9" name="TextBox 638">
            <a:extLst>
              <a:ext uri="{FF2B5EF4-FFF2-40B4-BE49-F238E27FC236}">
                <a16:creationId xmlns:a16="http://schemas.microsoft.com/office/drawing/2014/main" id="{619DA622-9D7D-1FC2-7DCB-1B586C5F201A}"/>
              </a:ext>
            </a:extLst>
          </p:cNvPr>
          <p:cNvSpPr txBox="1"/>
          <p:nvPr/>
        </p:nvSpPr>
        <p:spPr>
          <a:xfrm>
            <a:off x="4774612" y="133376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A546BB07-F61D-66C2-24B2-3D2C5048D305}"/>
              </a:ext>
            </a:extLst>
          </p:cNvPr>
          <p:cNvCxnSpPr>
            <a:cxnSpLocks/>
            <a:stCxn id="195" idx="3"/>
            <a:endCxn id="194" idx="7"/>
          </p:cNvCxnSpPr>
          <p:nvPr/>
        </p:nvCxnSpPr>
        <p:spPr>
          <a:xfrm flipH="1">
            <a:off x="4205287" y="2311638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6CA76D34-4E79-2805-84C9-08A12F8E9757}"/>
              </a:ext>
            </a:extLst>
          </p:cNvPr>
          <p:cNvSpPr/>
          <p:nvPr/>
        </p:nvSpPr>
        <p:spPr>
          <a:xfrm>
            <a:off x="4437708" y="236341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43D0E0C0-9311-8CB1-C0E2-9765920DC9C9}"/>
              </a:ext>
            </a:extLst>
          </p:cNvPr>
          <p:cNvSpPr/>
          <p:nvPr/>
        </p:nvSpPr>
        <p:spPr>
          <a:xfrm>
            <a:off x="4020727" y="236341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A87DABD5-99DF-670E-46EB-81EEDE53D71C}"/>
              </a:ext>
            </a:extLst>
          </p:cNvPr>
          <p:cNvSpPr/>
          <p:nvPr/>
        </p:nvSpPr>
        <p:spPr>
          <a:xfrm>
            <a:off x="4212888" y="21320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5B7E4ABA-C992-6830-35C3-5017A43C6888}"/>
              </a:ext>
            </a:extLst>
          </p:cNvPr>
          <p:cNvCxnSpPr>
            <a:cxnSpLocks/>
          </p:cNvCxnSpPr>
          <p:nvPr/>
        </p:nvCxnSpPr>
        <p:spPr>
          <a:xfrm>
            <a:off x="4236953" y="2406122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5EFE5A6F-C4CA-AEC5-8EBC-9BEBA77749A5}"/>
              </a:ext>
            </a:extLst>
          </p:cNvPr>
          <p:cNvCxnSpPr>
            <a:cxnSpLocks/>
            <a:stCxn id="193" idx="1"/>
            <a:endCxn id="195" idx="5"/>
          </p:cNvCxnSpPr>
          <p:nvPr/>
        </p:nvCxnSpPr>
        <p:spPr>
          <a:xfrm flipH="1" flipV="1">
            <a:off x="4397448" y="2311638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>
            <a:extLst>
              <a:ext uri="{FF2B5EF4-FFF2-40B4-BE49-F238E27FC236}">
                <a16:creationId xmlns:a16="http://schemas.microsoft.com/office/drawing/2014/main" id="{E05613D9-3604-55FE-5DCB-884DDD40A7F2}"/>
              </a:ext>
            </a:extLst>
          </p:cNvPr>
          <p:cNvSpPr/>
          <p:nvPr/>
        </p:nvSpPr>
        <p:spPr>
          <a:xfrm>
            <a:off x="4738659" y="237310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3362530E-F08D-2110-6B95-D2DC144B1C70}"/>
              </a:ext>
            </a:extLst>
          </p:cNvPr>
          <p:cNvSpPr/>
          <p:nvPr/>
        </p:nvSpPr>
        <p:spPr>
          <a:xfrm>
            <a:off x="4958549" y="214913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C37E5DDB-8AC1-A018-9D70-E7FF58960E6D}"/>
              </a:ext>
            </a:extLst>
          </p:cNvPr>
          <p:cNvSpPr/>
          <p:nvPr/>
        </p:nvSpPr>
        <p:spPr>
          <a:xfrm>
            <a:off x="5203971" y="236754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435957EB-E279-C97D-5DAF-7B679460D8D7}"/>
              </a:ext>
            </a:extLst>
          </p:cNvPr>
          <p:cNvCxnSpPr>
            <a:cxnSpLocks/>
            <a:stCxn id="199" idx="3"/>
            <a:endCxn id="198" idx="7"/>
          </p:cNvCxnSpPr>
          <p:nvPr/>
        </p:nvCxnSpPr>
        <p:spPr>
          <a:xfrm flipH="1">
            <a:off x="4923219" y="2328771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F57A36D1-2394-B058-B7B9-F63513A74195}"/>
              </a:ext>
            </a:extLst>
          </p:cNvPr>
          <p:cNvCxnSpPr>
            <a:cxnSpLocks/>
          </p:cNvCxnSpPr>
          <p:nvPr/>
        </p:nvCxnSpPr>
        <p:spPr>
          <a:xfrm flipV="1">
            <a:off x="4954885" y="2410250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83903DEE-50B2-1A02-8037-0CEF15EE55D2}"/>
              </a:ext>
            </a:extLst>
          </p:cNvPr>
          <p:cNvCxnSpPr>
            <a:cxnSpLocks/>
            <a:stCxn id="200" idx="1"/>
            <a:endCxn id="199" idx="5"/>
          </p:cNvCxnSpPr>
          <p:nvPr/>
        </p:nvCxnSpPr>
        <p:spPr>
          <a:xfrm flipH="1" flipV="1">
            <a:off x="5143109" y="2328771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Arrow: Right 107">
            <a:extLst>
              <a:ext uri="{FF2B5EF4-FFF2-40B4-BE49-F238E27FC236}">
                <a16:creationId xmlns:a16="http://schemas.microsoft.com/office/drawing/2014/main" id="{8A671BB6-35B9-E71F-68C2-18481AD109AB}"/>
              </a:ext>
            </a:extLst>
          </p:cNvPr>
          <p:cNvSpPr/>
          <p:nvPr/>
        </p:nvSpPr>
        <p:spPr>
          <a:xfrm rot="2194629">
            <a:off x="4676502" y="1232498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7A4057E6-3F1B-2E01-88BA-3E88E95858E6}"/>
              </a:ext>
            </a:extLst>
          </p:cNvPr>
          <p:cNvSpPr txBox="1"/>
          <p:nvPr/>
        </p:nvSpPr>
        <p:spPr>
          <a:xfrm>
            <a:off x="5392623" y="158503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DE2D5DAE-CB24-B255-1103-D29D525F97F6}"/>
              </a:ext>
            </a:extLst>
          </p:cNvPr>
          <p:cNvSpPr txBox="1"/>
          <p:nvPr/>
        </p:nvSpPr>
        <p:spPr>
          <a:xfrm>
            <a:off x="5423236" y="2265105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07" name="Arrow: Right 107">
            <a:extLst>
              <a:ext uri="{FF2B5EF4-FFF2-40B4-BE49-F238E27FC236}">
                <a16:creationId xmlns:a16="http://schemas.microsoft.com/office/drawing/2014/main" id="{96C3A5E0-897B-C9E4-BF5B-3DF62863C413}"/>
              </a:ext>
            </a:extLst>
          </p:cNvPr>
          <p:cNvSpPr/>
          <p:nvPr/>
        </p:nvSpPr>
        <p:spPr>
          <a:xfrm rot="2207328">
            <a:off x="4252689" y="1206286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" name="Arrow: Right 107">
            <a:extLst>
              <a:ext uri="{FF2B5EF4-FFF2-40B4-BE49-F238E27FC236}">
                <a16:creationId xmlns:a16="http://schemas.microsoft.com/office/drawing/2014/main" id="{28DC475B-C597-A7AF-D7C3-1664943DAC8F}"/>
              </a:ext>
            </a:extLst>
          </p:cNvPr>
          <p:cNvSpPr/>
          <p:nvPr/>
        </p:nvSpPr>
        <p:spPr>
          <a:xfrm rot="4264973">
            <a:off x="4316245" y="2045147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Arrow: Right 107">
            <a:extLst>
              <a:ext uri="{FF2B5EF4-FFF2-40B4-BE49-F238E27FC236}">
                <a16:creationId xmlns:a16="http://schemas.microsoft.com/office/drawing/2014/main" id="{F7DE2E1A-3F75-E6F7-37CD-A0C4E62F9058}"/>
              </a:ext>
            </a:extLst>
          </p:cNvPr>
          <p:cNvSpPr/>
          <p:nvPr/>
        </p:nvSpPr>
        <p:spPr>
          <a:xfrm rot="3503374">
            <a:off x="4648492" y="1911034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CD5C1F88-61E9-2206-AF24-3D881ACD0934}"/>
              </a:ext>
            </a:extLst>
          </p:cNvPr>
          <p:cNvSpPr/>
          <p:nvPr/>
        </p:nvSpPr>
        <p:spPr>
          <a:xfrm>
            <a:off x="4217454" y="1828299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5CEF2412-B2E0-F1E0-7191-BA410C3B737C}"/>
              </a:ext>
            </a:extLst>
          </p:cNvPr>
          <p:cNvSpPr/>
          <p:nvPr/>
        </p:nvSpPr>
        <p:spPr>
          <a:xfrm>
            <a:off x="4545373" y="1607517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3920B91-0D9B-3729-085E-704EF0D3B1FB}"/>
              </a:ext>
            </a:extLst>
          </p:cNvPr>
          <p:cNvSpPr/>
          <p:nvPr/>
        </p:nvSpPr>
        <p:spPr>
          <a:xfrm>
            <a:off x="4054612" y="98160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61E3E10-5841-A4A5-E783-E18D9DFD20DD}"/>
              </a:ext>
            </a:extLst>
          </p:cNvPr>
          <p:cNvSpPr/>
          <p:nvPr/>
        </p:nvSpPr>
        <p:spPr>
          <a:xfrm>
            <a:off x="4508069" y="98160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E5605BB-5917-DFCF-D9EF-08202533AD93}"/>
              </a:ext>
            </a:extLst>
          </p:cNvPr>
          <p:cNvSpPr/>
          <p:nvPr/>
        </p:nvSpPr>
        <p:spPr>
          <a:xfrm>
            <a:off x="5060735" y="72046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918346B4-0EDB-90DB-C267-403E3D3EC68E}"/>
              </a:ext>
            </a:extLst>
          </p:cNvPr>
          <p:cNvSpPr/>
          <p:nvPr/>
        </p:nvSpPr>
        <p:spPr>
          <a:xfrm>
            <a:off x="4917841" y="97633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540257CF-7996-8CB8-1113-B9481BF75020}"/>
              </a:ext>
            </a:extLst>
          </p:cNvPr>
          <p:cNvSpPr txBox="1"/>
          <p:nvPr/>
        </p:nvSpPr>
        <p:spPr>
          <a:xfrm>
            <a:off x="3988723" y="95687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890A472-AF42-4DEC-D691-38E97184ED1E}"/>
              </a:ext>
            </a:extLst>
          </p:cNvPr>
          <p:cNvSpPr txBox="1"/>
          <p:nvPr/>
        </p:nvSpPr>
        <p:spPr>
          <a:xfrm>
            <a:off x="4451367" y="95056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7BD44096-969A-9C3E-9598-5162DC0E7092}"/>
              </a:ext>
            </a:extLst>
          </p:cNvPr>
          <p:cNvSpPr txBox="1"/>
          <p:nvPr/>
        </p:nvSpPr>
        <p:spPr>
          <a:xfrm>
            <a:off x="4982832" y="68626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22FA81F6-C39E-40C4-C7F0-2F71CBA5BF6E}"/>
              </a:ext>
            </a:extLst>
          </p:cNvPr>
          <p:cNvSpPr txBox="1"/>
          <p:nvPr/>
        </p:nvSpPr>
        <p:spPr>
          <a:xfrm>
            <a:off x="4832549" y="944259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D2AAF23-19F0-0DDA-256C-B210A7E593FD}"/>
              </a:ext>
            </a:extLst>
          </p:cNvPr>
          <p:cNvSpPr txBox="1"/>
          <p:nvPr/>
        </p:nvSpPr>
        <p:spPr>
          <a:xfrm>
            <a:off x="4149408" y="178869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CC2A2A75-DFF9-C5BC-A2B2-C76FB31BBD95}"/>
              </a:ext>
            </a:extLst>
          </p:cNvPr>
          <p:cNvSpPr txBox="1"/>
          <p:nvPr/>
        </p:nvSpPr>
        <p:spPr>
          <a:xfrm>
            <a:off x="4483427" y="156397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04924E75-E4EC-6A5A-14C6-8A60A0A064A4}"/>
              </a:ext>
            </a:extLst>
          </p:cNvPr>
          <p:cNvSpPr/>
          <p:nvPr/>
        </p:nvSpPr>
        <p:spPr>
          <a:xfrm>
            <a:off x="4689386" y="70143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D673A2A7-90A0-4CA3-47B8-304500C2AB1F}"/>
              </a:ext>
            </a:extLst>
          </p:cNvPr>
          <p:cNvCxnSpPr>
            <a:cxnSpLocks/>
            <a:stCxn id="234" idx="6"/>
            <a:endCxn id="216" idx="1"/>
          </p:cNvCxnSpPr>
          <p:nvPr/>
        </p:nvCxnSpPr>
        <p:spPr>
          <a:xfrm flipV="1">
            <a:off x="4908842" y="804847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Rectangle 235">
            <a:extLst>
              <a:ext uri="{FF2B5EF4-FFF2-40B4-BE49-F238E27FC236}">
                <a16:creationId xmlns:a16="http://schemas.microsoft.com/office/drawing/2014/main" id="{541C1C68-7224-A904-BEE6-FB1E999F6AF2}"/>
              </a:ext>
            </a:extLst>
          </p:cNvPr>
          <p:cNvSpPr/>
          <p:nvPr/>
        </p:nvSpPr>
        <p:spPr>
          <a:xfrm>
            <a:off x="4982832" y="1607629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0DD5BA28-6B9C-08A0-7F40-7DE034DF6E52}"/>
              </a:ext>
            </a:extLst>
          </p:cNvPr>
          <p:cNvSpPr txBox="1"/>
          <p:nvPr/>
        </p:nvSpPr>
        <p:spPr>
          <a:xfrm>
            <a:off x="4917841" y="156159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56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91B88-04A4-CE96-17A5-DC52CCD38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B338102E-70EA-24B0-0E6E-1334E7B21E79}"/>
              </a:ext>
            </a:extLst>
          </p:cNvPr>
          <p:cNvSpPr/>
          <p:nvPr/>
        </p:nvSpPr>
        <p:spPr>
          <a:xfrm rot="8988447">
            <a:off x="2622671" y="645051"/>
            <a:ext cx="582912" cy="967775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008C39E3-739F-D4CE-F736-9AB4A41E9823}"/>
              </a:ext>
            </a:extLst>
          </p:cNvPr>
          <p:cNvCxnSpPr/>
          <p:nvPr/>
        </p:nvCxnSpPr>
        <p:spPr>
          <a:xfrm flipV="1">
            <a:off x="426381" y="726784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CD0DB91-BB4E-FD5C-D5ED-F07B9140D826}"/>
              </a:ext>
            </a:extLst>
          </p:cNvPr>
          <p:cNvCxnSpPr/>
          <p:nvPr/>
        </p:nvCxnSpPr>
        <p:spPr>
          <a:xfrm flipV="1">
            <a:off x="426729" y="1003609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C72684E-66A2-BE52-2408-9EDA8BCC09CE}"/>
              </a:ext>
            </a:extLst>
          </p:cNvPr>
          <p:cNvCxnSpPr/>
          <p:nvPr/>
        </p:nvCxnSpPr>
        <p:spPr>
          <a:xfrm flipV="1">
            <a:off x="426381" y="1312349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580EAB9-D2CD-8430-866B-DD83F3B51C8B}"/>
              </a:ext>
            </a:extLst>
          </p:cNvPr>
          <p:cNvCxnSpPr/>
          <p:nvPr/>
        </p:nvCxnSpPr>
        <p:spPr>
          <a:xfrm flipV="1">
            <a:off x="420413" y="161460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760E427-7823-0F82-4544-E7BAF5D44671}"/>
              </a:ext>
            </a:extLst>
          </p:cNvPr>
          <p:cNvSpPr txBox="1"/>
          <p:nvPr/>
        </p:nvSpPr>
        <p:spPr>
          <a:xfrm>
            <a:off x="1764195" y="1628622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Scope-prune-update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9E0A64A-8A29-1F4A-BDAC-256B9C744EE6}"/>
              </a:ext>
            </a:extLst>
          </p:cNvPr>
          <p:cNvSpPr txBox="1"/>
          <p:nvPr/>
        </p:nvSpPr>
        <p:spPr>
          <a:xfrm>
            <a:off x="1745761" y="568055"/>
            <a:ext cx="72413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 6),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(7, 4)</a:t>
            </a:r>
          </a:p>
        </p:txBody>
      </p:sp>
      <p:cxnSp>
        <p:nvCxnSpPr>
          <p:cNvPr id="149" name="Connector: Curved 148">
            <a:extLst>
              <a:ext uri="{FF2B5EF4-FFF2-40B4-BE49-F238E27FC236}">
                <a16:creationId xmlns:a16="http://schemas.microsoft.com/office/drawing/2014/main" id="{DFBB6751-6116-69CC-8AE4-8E4A2B5F81F4}"/>
              </a:ext>
            </a:extLst>
          </p:cNvPr>
          <p:cNvCxnSpPr>
            <a:cxnSpLocks/>
            <a:stCxn id="231" idx="3"/>
            <a:endCxn id="237" idx="6"/>
          </p:cNvCxnSpPr>
          <p:nvPr/>
        </p:nvCxnSpPr>
        <p:spPr>
          <a:xfrm>
            <a:off x="2856660" y="545442"/>
            <a:ext cx="217817" cy="601636"/>
          </a:xfrm>
          <a:prstGeom prst="curvedConnector3">
            <a:avLst>
              <a:gd name="adj1" fmla="val 129800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Curved 150">
            <a:extLst>
              <a:ext uri="{FF2B5EF4-FFF2-40B4-BE49-F238E27FC236}">
                <a16:creationId xmlns:a16="http://schemas.microsoft.com/office/drawing/2014/main" id="{27231761-C709-764E-95C1-D23C4A678DF7}"/>
              </a:ext>
            </a:extLst>
          </p:cNvPr>
          <p:cNvCxnSpPr>
            <a:cxnSpLocks/>
            <a:stCxn id="233" idx="3"/>
            <a:endCxn id="232" idx="3"/>
          </p:cNvCxnSpPr>
          <p:nvPr/>
        </p:nvCxnSpPr>
        <p:spPr>
          <a:xfrm flipH="1" flipV="1">
            <a:off x="2856660" y="843295"/>
            <a:ext cx="192689" cy="621299"/>
          </a:xfrm>
          <a:prstGeom prst="curvedConnector3">
            <a:avLst>
              <a:gd name="adj1" fmla="val -94212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Multiplication Sign 152">
            <a:extLst>
              <a:ext uri="{FF2B5EF4-FFF2-40B4-BE49-F238E27FC236}">
                <a16:creationId xmlns:a16="http://schemas.microsoft.com/office/drawing/2014/main" id="{81AFE592-A6EC-1C45-B7EF-D8DB0BCA3126}"/>
              </a:ext>
            </a:extLst>
          </p:cNvPr>
          <p:cNvSpPr/>
          <p:nvPr/>
        </p:nvSpPr>
        <p:spPr>
          <a:xfrm>
            <a:off x="3027677" y="574187"/>
            <a:ext cx="216000" cy="180000"/>
          </a:xfrm>
          <a:prstGeom prst="mathMultiply">
            <a:avLst>
              <a:gd name="adj1" fmla="val 15824"/>
            </a:avLst>
          </a:prstGeom>
          <a:solidFill>
            <a:srgbClr val="FFAFFF"/>
          </a:solidFill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Arrow: Right 107">
            <a:extLst>
              <a:ext uri="{FF2B5EF4-FFF2-40B4-BE49-F238E27FC236}">
                <a16:creationId xmlns:a16="http://schemas.microsoft.com/office/drawing/2014/main" id="{0B4B1A63-EC48-82EB-0333-48C1BE8B150C}"/>
              </a:ext>
            </a:extLst>
          </p:cNvPr>
          <p:cNvSpPr/>
          <p:nvPr/>
        </p:nvSpPr>
        <p:spPr>
          <a:xfrm>
            <a:off x="1850135" y="1151163"/>
            <a:ext cx="415672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CF8E606-CC77-D177-8480-F687E4AA4BE9}"/>
              </a:ext>
            </a:extLst>
          </p:cNvPr>
          <p:cNvGrpSpPr/>
          <p:nvPr/>
        </p:nvGrpSpPr>
        <p:grpSpPr>
          <a:xfrm>
            <a:off x="936012" y="455119"/>
            <a:ext cx="627796" cy="1129607"/>
            <a:chOff x="2433843" y="1112497"/>
            <a:chExt cx="627796" cy="1129607"/>
          </a:xfrm>
        </p:grpSpPr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0CD0CE42-6BAC-1C1A-26A9-30F1815840B0}"/>
                </a:ext>
              </a:extLst>
            </p:cNvPr>
            <p:cNvCxnSpPr>
              <a:cxnSpLocks/>
              <a:stCxn id="80" idx="2"/>
              <a:endCxn id="68" idx="0"/>
            </p:cNvCxnSpPr>
            <p:nvPr/>
          </p:nvCxnSpPr>
          <p:spPr>
            <a:xfrm flipH="1">
              <a:off x="2543571" y="1620805"/>
              <a:ext cx="215651" cy="11151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1813738-692D-6016-63D6-D3E2034D322A}"/>
                </a:ext>
              </a:extLst>
            </p:cNvPr>
            <p:cNvSpPr/>
            <p:nvPr/>
          </p:nvSpPr>
          <p:spPr>
            <a:xfrm>
              <a:off x="2433843" y="1732316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5F29D73-5E7A-F2E8-0BD9-9C530AE2E948}"/>
                </a:ext>
              </a:extLst>
            </p:cNvPr>
            <p:cNvCxnSpPr>
              <a:cxnSpLocks/>
              <a:stCxn id="79" idx="2"/>
              <a:endCxn id="80" idx="0"/>
            </p:cNvCxnSpPr>
            <p:nvPr/>
          </p:nvCxnSpPr>
          <p:spPr>
            <a:xfrm>
              <a:off x="2759222" y="1322952"/>
              <a:ext cx="0" cy="12909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57FFB69-5739-FCBF-8FDF-94883B60EC44}"/>
                </a:ext>
              </a:extLst>
            </p:cNvPr>
            <p:cNvSpPr/>
            <p:nvPr/>
          </p:nvSpPr>
          <p:spPr>
            <a:xfrm>
              <a:off x="2674622" y="1154196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5C5107-6F2B-AEB7-7734-EF6D9CEA5304}"/>
                </a:ext>
              </a:extLst>
            </p:cNvPr>
            <p:cNvSpPr/>
            <p:nvPr/>
          </p:nvSpPr>
          <p:spPr>
            <a:xfrm>
              <a:off x="2674622" y="1452049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07F79E1-DA79-D10D-E634-7D7AB15C4A58}"/>
                </a:ext>
              </a:extLst>
            </p:cNvPr>
            <p:cNvSpPr/>
            <p:nvPr/>
          </p:nvSpPr>
          <p:spPr>
            <a:xfrm>
              <a:off x="2867311" y="2073348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530BBBD-499A-4418-7B83-414EA10ABA02}"/>
                </a:ext>
              </a:extLst>
            </p:cNvPr>
            <p:cNvSpPr txBox="1"/>
            <p:nvPr/>
          </p:nvSpPr>
          <p:spPr>
            <a:xfrm>
              <a:off x="2613306" y="1112497"/>
              <a:ext cx="3744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9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509ED00-301C-F791-5334-928CA06B8AFD}"/>
                </a:ext>
              </a:extLst>
            </p:cNvPr>
            <p:cNvSpPr txBox="1"/>
            <p:nvPr/>
          </p:nvSpPr>
          <p:spPr>
            <a:xfrm>
              <a:off x="2601133" y="1416606"/>
              <a:ext cx="3744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9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FF3BB80-7917-69BE-75CA-DB7DDFF77281}"/>
                </a:ext>
              </a:extLst>
            </p:cNvPr>
            <p:cNvSpPr/>
            <p:nvPr/>
          </p:nvSpPr>
          <p:spPr>
            <a:xfrm>
              <a:off x="2842183" y="173505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322F78A9-9A4B-8E94-4CA7-38B7F0920AB3}"/>
                </a:ext>
              </a:extLst>
            </p:cNvPr>
            <p:cNvCxnSpPr>
              <a:cxnSpLocks/>
              <a:stCxn id="87" idx="4"/>
              <a:endCxn id="81" idx="0"/>
            </p:cNvCxnSpPr>
            <p:nvPr/>
          </p:nvCxnSpPr>
          <p:spPr>
            <a:xfrm>
              <a:off x="2951911" y="1945366"/>
              <a:ext cx="0" cy="127982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64253E54-A28B-3F94-F079-E80C7CBDA4AD}"/>
                </a:ext>
              </a:extLst>
            </p:cNvPr>
            <p:cNvCxnSpPr>
              <a:cxnSpLocks/>
              <a:stCxn id="80" idx="2"/>
              <a:endCxn id="87" idx="0"/>
            </p:cNvCxnSpPr>
            <p:nvPr/>
          </p:nvCxnSpPr>
          <p:spPr>
            <a:xfrm>
              <a:off x="2759222" y="1620805"/>
              <a:ext cx="192689" cy="114249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0F2C3DEF-6568-E985-8B7F-2D571DCDB641}"/>
              </a:ext>
            </a:extLst>
          </p:cNvPr>
          <p:cNvCxnSpPr>
            <a:cxnSpLocks/>
            <a:stCxn id="232" idx="2"/>
            <a:endCxn id="229" idx="0"/>
          </p:cNvCxnSpPr>
          <p:nvPr/>
        </p:nvCxnSpPr>
        <p:spPr>
          <a:xfrm flipH="1">
            <a:off x="2556409" y="927673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7C155C31-6D6F-3988-6AF0-63A06EC49BAB}"/>
              </a:ext>
            </a:extLst>
          </p:cNvPr>
          <p:cNvSpPr/>
          <p:nvPr/>
        </p:nvSpPr>
        <p:spPr>
          <a:xfrm>
            <a:off x="2446681" y="103918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62908A54-B09B-9142-EA49-FABE7E923619}"/>
              </a:ext>
            </a:extLst>
          </p:cNvPr>
          <p:cNvCxnSpPr>
            <a:cxnSpLocks/>
            <a:stCxn id="231" idx="2"/>
            <a:endCxn id="232" idx="0"/>
          </p:cNvCxnSpPr>
          <p:nvPr/>
        </p:nvCxnSpPr>
        <p:spPr>
          <a:xfrm>
            <a:off x="2772060" y="629820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D5859968-6092-AC39-A86B-6A162EE0F462}"/>
              </a:ext>
            </a:extLst>
          </p:cNvPr>
          <p:cNvSpPr/>
          <p:nvPr/>
        </p:nvSpPr>
        <p:spPr>
          <a:xfrm>
            <a:off x="2687460" y="46106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1A3A2BA4-79B5-828E-E8D2-742E213A1085}"/>
              </a:ext>
            </a:extLst>
          </p:cNvPr>
          <p:cNvSpPr/>
          <p:nvPr/>
        </p:nvSpPr>
        <p:spPr>
          <a:xfrm>
            <a:off x="2687460" y="75891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6B4441A-7DFB-39FD-2DB3-002FE88A154F}"/>
              </a:ext>
            </a:extLst>
          </p:cNvPr>
          <p:cNvSpPr/>
          <p:nvPr/>
        </p:nvSpPr>
        <p:spPr>
          <a:xfrm>
            <a:off x="2880149" y="138021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C10D8100-AEB7-BAD6-A098-3A4916C749C0}"/>
              </a:ext>
            </a:extLst>
          </p:cNvPr>
          <p:cNvSpPr txBox="1"/>
          <p:nvPr/>
        </p:nvSpPr>
        <p:spPr>
          <a:xfrm>
            <a:off x="2627145" y="405969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AF7B60EA-30D5-BAB4-3A51-CACF76DB8F1E}"/>
              </a:ext>
            </a:extLst>
          </p:cNvPr>
          <p:cNvSpPr txBox="1"/>
          <p:nvPr/>
        </p:nvSpPr>
        <p:spPr>
          <a:xfrm>
            <a:off x="2634785" y="72450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54D2DFDC-6E2E-D835-9810-D5CAA77F5E20}"/>
              </a:ext>
            </a:extLst>
          </p:cNvPr>
          <p:cNvSpPr txBox="1"/>
          <p:nvPr/>
        </p:nvSpPr>
        <p:spPr>
          <a:xfrm>
            <a:off x="2802661" y="135614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5E0903C9-1109-019B-6582-672FBD307503}"/>
              </a:ext>
            </a:extLst>
          </p:cNvPr>
          <p:cNvSpPr/>
          <p:nvPr/>
        </p:nvSpPr>
        <p:spPr>
          <a:xfrm>
            <a:off x="2855021" y="104192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D7BF8E30-73ED-CFC6-BAE0-BF387FCE0E17}"/>
              </a:ext>
            </a:extLst>
          </p:cNvPr>
          <p:cNvCxnSpPr>
            <a:cxnSpLocks/>
            <a:stCxn id="237" idx="4"/>
            <a:endCxn id="233" idx="0"/>
          </p:cNvCxnSpPr>
          <p:nvPr/>
        </p:nvCxnSpPr>
        <p:spPr>
          <a:xfrm>
            <a:off x="2964749" y="1252234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B95270E6-DA6C-EF7B-5E8F-A3B34B9DA2AF}"/>
              </a:ext>
            </a:extLst>
          </p:cNvPr>
          <p:cNvCxnSpPr>
            <a:cxnSpLocks/>
            <a:stCxn id="232" idx="2"/>
            <a:endCxn id="237" idx="0"/>
          </p:cNvCxnSpPr>
          <p:nvPr/>
        </p:nvCxnSpPr>
        <p:spPr>
          <a:xfrm>
            <a:off x="2772060" y="927673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CB3AEC4C-8694-7FB6-19CC-59997F501D9E}"/>
              </a:ext>
            </a:extLst>
          </p:cNvPr>
          <p:cNvSpPr txBox="1"/>
          <p:nvPr/>
        </p:nvSpPr>
        <p:spPr>
          <a:xfrm>
            <a:off x="5509" y="162862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26BA415F-D481-0158-C822-B0A05E720165}"/>
              </a:ext>
            </a:extLst>
          </p:cNvPr>
          <p:cNvSpPr txBox="1"/>
          <p:nvPr/>
        </p:nvSpPr>
        <p:spPr>
          <a:xfrm>
            <a:off x="394425" y="507038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0 </a:t>
            </a:r>
            <a:endParaRPr lang="zh-CN" altLang="en-US" sz="10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E29FB766-1ACF-A633-904A-7F8F30FA5B17}"/>
              </a:ext>
            </a:extLst>
          </p:cNvPr>
          <p:cNvSpPr txBox="1"/>
          <p:nvPr/>
        </p:nvSpPr>
        <p:spPr>
          <a:xfrm>
            <a:off x="394425" y="777763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1 </a:t>
            </a:r>
            <a:endParaRPr lang="zh-CN" altLang="en-US" sz="1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50FB0C5-B0EE-48FA-F187-E5D6BCF52284}"/>
              </a:ext>
            </a:extLst>
          </p:cNvPr>
          <p:cNvSpPr txBox="1"/>
          <p:nvPr/>
        </p:nvSpPr>
        <p:spPr>
          <a:xfrm>
            <a:off x="394425" y="1049535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2</a:t>
            </a:r>
            <a:endParaRPr lang="zh-CN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58732A2-0FBE-C60D-C90D-12C0A944573C}"/>
              </a:ext>
            </a:extLst>
          </p:cNvPr>
          <p:cNvSpPr txBox="1"/>
          <p:nvPr/>
        </p:nvSpPr>
        <p:spPr>
          <a:xfrm>
            <a:off x="394424" y="1342834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3 </a:t>
            </a:r>
            <a:endParaRPr lang="zh-CN" altLang="en-US" sz="1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B8E16F-CAF7-5AC0-E505-0B46E4912BFE}"/>
              </a:ext>
            </a:extLst>
          </p:cNvPr>
          <p:cNvSpPr txBox="1"/>
          <p:nvPr/>
        </p:nvSpPr>
        <p:spPr>
          <a:xfrm>
            <a:off x="1311292" y="138188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8A02-1ECA-2D88-3D90-4B310B853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val 66">
            <a:extLst>
              <a:ext uri="{FF2B5EF4-FFF2-40B4-BE49-F238E27FC236}">
                <a16:creationId xmlns:a16="http://schemas.microsoft.com/office/drawing/2014/main" id="{309CEECE-18D9-0472-600E-82D574EA03C3}"/>
              </a:ext>
            </a:extLst>
          </p:cNvPr>
          <p:cNvSpPr/>
          <p:nvPr/>
        </p:nvSpPr>
        <p:spPr>
          <a:xfrm>
            <a:off x="1597364" y="587306"/>
            <a:ext cx="216226" cy="216000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58037E2-82AB-DEF5-F1D7-C7ED4CF1B2C7}"/>
              </a:ext>
            </a:extLst>
          </p:cNvPr>
          <p:cNvCxnSpPr>
            <a:cxnSpLocks/>
            <a:stCxn id="67" idx="4"/>
            <a:endCxn id="75" idx="0"/>
          </p:cNvCxnSpPr>
          <p:nvPr/>
        </p:nvCxnSpPr>
        <p:spPr>
          <a:xfrm>
            <a:off x="1705477" y="803306"/>
            <a:ext cx="184723" cy="1870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F41E5934-8E18-F5B8-BDAC-A7ADB324FC79}"/>
              </a:ext>
            </a:extLst>
          </p:cNvPr>
          <p:cNvSpPr/>
          <p:nvPr/>
        </p:nvSpPr>
        <p:spPr>
          <a:xfrm>
            <a:off x="2124578" y="990355"/>
            <a:ext cx="216226" cy="21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02A32D3-A122-CDBB-531C-9863AEF5BAA9}"/>
              </a:ext>
            </a:extLst>
          </p:cNvPr>
          <p:cNvCxnSpPr>
            <a:cxnSpLocks/>
            <a:stCxn id="67" idx="4"/>
            <a:endCxn id="70" idx="0"/>
          </p:cNvCxnSpPr>
          <p:nvPr/>
        </p:nvCxnSpPr>
        <p:spPr>
          <a:xfrm>
            <a:off x="1705477" y="803306"/>
            <a:ext cx="527214" cy="1870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39B5331-AEAC-8544-9804-381D8D6BF6BD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 flipH="1">
            <a:off x="2230338" y="1206355"/>
            <a:ext cx="2353" cy="1318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18D7C837-B779-DC9F-44ED-E9014D01A777}"/>
              </a:ext>
            </a:extLst>
          </p:cNvPr>
          <p:cNvSpPr/>
          <p:nvPr/>
        </p:nvSpPr>
        <p:spPr>
          <a:xfrm>
            <a:off x="1782087" y="990355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ABE9470-805B-6A27-9565-36D792E73293}"/>
              </a:ext>
            </a:extLst>
          </p:cNvPr>
          <p:cNvSpPr/>
          <p:nvPr/>
        </p:nvSpPr>
        <p:spPr>
          <a:xfrm>
            <a:off x="2122225" y="1338183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FFE23D-C846-2A00-4176-CEA30ECAC2AC}"/>
              </a:ext>
            </a:extLst>
          </p:cNvPr>
          <p:cNvSpPr txBox="1"/>
          <p:nvPr/>
        </p:nvSpPr>
        <p:spPr>
          <a:xfrm>
            <a:off x="1550018" y="375525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51657BF-9377-969D-6ACB-7135E52A77C7}"/>
              </a:ext>
            </a:extLst>
          </p:cNvPr>
          <p:cNvCxnSpPr>
            <a:cxnSpLocks/>
          </p:cNvCxnSpPr>
          <p:nvPr/>
        </p:nvCxnSpPr>
        <p:spPr>
          <a:xfrm flipV="1">
            <a:off x="847727" y="876354"/>
            <a:ext cx="1747673" cy="20925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F482001-B488-5138-7CAF-7DA422AC7856}"/>
              </a:ext>
            </a:extLst>
          </p:cNvPr>
          <p:cNvCxnSpPr>
            <a:cxnSpLocks/>
          </p:cNvCxnSpPr>
          <p:nvPr/>
        </p:nvCxnSpPr>
        <p:spPr>
          <a:xfrm flipV="1">
            <a:off x="847727" y="1265051"/>
            <a:ext cx="1706398" cy="7351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678BF9E-7A61-65F9-DBF4-46FFCEFA2DEA}"/>
              </a:ext>
            </a:extLst>
          </p:cNvPr>
          <p:cNvSpPr/>
          <p:nvPr/>
        </p:nvSpPr>
        <p:spPr>
          <a:xfrm>
            <a:off x="1063953" y="981729"/>
            <a:ext cx="216226" cy="21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686A10-B522-5487-61D6-2CADAA987A8B}"/>
              </a:ext>
            </a:extLst>
          </p:cNvPr>
          <p:cNvCxnSpPr>
            <a:cxnSpLocks/>
            <a:stCxn id="67" idx="4"/>
            <a:endCxn id="2" idx="0"/>
          </p:cNvCxnSpPr>
          <p:nvPr/>
        </p:nvCxnSpPr>
        <p:spPr>
          <a:xfrm flipH="1">
            <a:off x="1172066" y="803306"/>
            <a:ext cx="533411" cy="17842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48F24E6-1396-12FA-B6C7-6E330DDC8A11}"/>
              </a:ext>
            </a:extLst>
          </p:cNvPr>
          <p:cNvSpPr/>
          <p:nvPr/>
        </p:nvSpPr>
        <p:spPr>
          <a:xfrm>
            <a:off x="1422897" y="990355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36BA8D-AAA5-9A58-F619-A0849BD6DBC3}"/>
              </a:ext>
            </a:extLst>
          </p:cNvPr>
          <p:cNvCxnSpPr>
            <a:cxnSpLocks/>
            <a:stCxn id="67" idx="4"/>
            <a:endCxn id="13" idx="0"/>
          </p:cNvCxnSpPr>
          <p:nvPr/>
        </p:nvCxnSpPr>
        <p:spPr>
          <a:xfrm flipH="1">
            <a:off x="1531010" y="803306"/>
            <a:ext cx="174467" cy="1870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0739A66F-A378-8881-5177-5BC0774F9FF4}"/>
              </a:ext>
            </a:extLst>
          </p:cNvPr>
          <p:cNvSpPr/>
          <p:nvPr/>
        </p:nvSpPr>
        <p:spPr>
          <a:xfrm>
            <a:off x="847727" y="1338183"/>
            <a:ext cx="216226" cy="21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BF6AB86-C185-4806-D2C1-8090B3D23062}"/>
              </a:ext>
            </a:extLst>
          </p:cNvPr>
          <p:cNvCxnSpPr>
            <a:cxnSpLocks/>
            <a:stCxn id="31" idx="7"/>
            <a:endCxn id="2" idx="4"/>
          </p:cNvCxnSpPr>
          <p:nvPr/>
        </p:nvCxnSpPr>
        <p:spPr>
          <a:xfrm flipV="1">
            <a:off x="1032287" y="1197729"/>
            <a:ext cx="139779" cy="1720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216C8D3-759F-31EA-5885-37C79095036C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1172066" y="803306"/>
            <a:ext cx="533411" cy="17842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C0198CB9-B686-84F8-100E-45E8955CBCA9}"/>
              </a:ext>
            </a:extLst>
          </p:cNvPr>
          <p:cNvSpPr/>
          <p:nvPr/>
        </p:nvSpPr>
        <p:spPr>
          <a:xfrm>
            <a:off x="1220195" y="1340118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F050FC3-EBD1-7395-66D7-7C9F1217F86F}"/>
              </a:ext>
            </a:extLst>
          </p:cNvPr>
          <p:cNvCxnSpPr>
            <a:cxnSpLocks/>
            <a:stCxn id="2" idx="4"/>
            <a:endCxn id="86" idx="0"/>
          </p:cNvCxnSpPr>
          <p:nvPr/>
        </p:nvCxnSpPr>
        <p:spPr>
          <a:xfrm>
            <a:off x="1172066" y="1197729"/>
            <a:ext cx="156242" cy="1423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150B1FA-639C-8EF4-9FAF-35AC160ABD4B}"/>
              </a:ext>
            </a:extLst>
          </p:cNvPr>
          <p:cNvCxnSpPr>
            <a:cxnSpLocks/>
          </p:cNvCxnSpPr>
          <p:nvPr/>
        </p:nvCxnSpPr>
        <p:spPr>
          <a:xfrm flipV="1">
            <a:off x="847727" y="1650550"/>
            <a:ext cx="1706398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8B2C3A2-CEBA-2D5D-A012-2EC140566AB7}"/>
              </a:ext>
            </a:extLst>
          </p:cNvPr>
          <p:cNvSpPr/>
          <p:nvPr/>
        </p:nvSpPr>
        <p:spPr>
          <a:xfrm>
            <a:off x="849642" y="1741398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6AB3C3D-E10E-82F5-0DFE-86C2B884B65E}"/>
              </a:ext>
            </a:extLst>
          </p:cNvPr>
          <p:cNvCxnSpPr>
            <a:cxnSpLocks/>
            <a:stCxn id="31" idx="4"/>
            <a:endCxn id="124" idx="0"/>
          </p:cNvCxnSpPr>
          <p:nvPr/>
        </p:nvCxnSpPr>
        <p:spPr>
          <a:xfrm>
            <a:off x="955840" y="1554183"/>
            <a:ext cx="1915" cy="18721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1F069E4-4E7C-2DDB-43C3-6E40224EDDDB}"/>
              </a:ext>
            </a:extLst>
          </p:cNvPr>
          <p:cNvSpPr txBox="1"/>
          <p:nvPr/>
        </p:nvSpPr>
        <p:spPr>
          <a:xfrm>
            <a:off x="1392157" y="990355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EFF6EF1-0EEC-CC03-20F9-1376E1CB678F}"/>
              </a:ext>
            </a:extLst>
          </p:cNvPr>
          <p:cNvSpPr txBox="1"/>
          <p:nvPr/>
        </p:nvSpPr>
        <p:spPr>
          <a:xfrm>
            <a:off x="1736217" y="98696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E435528-3C81-E6FB-4419-77A0423AC44A}"/>
              </a:ext>
            </a:extLst>
          </p:cNvPr>
          <p:cNvSpPr txBox="1"/>
          <p:nvPr/>
        </p:nvSpPr>
        <p:spPr>
          <a:xfrm>
            <a:off x="1169195" y="132617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FE15424-942E-ECF0-E9CD-A8DD760BD4BE}"/>
              </a:ext>
            </a:extLst>
          </p:cNvPr>
          <p:cNvSpPr txBox="1"/>
          <p:nvPr/>
        </p:nvSpPr>
        <p:spPr>
          <a:xfrm>
            <a:off x="2084055" y="132617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B51050D-23CC-6BF8-46B2-971FC4D4FB4A}"/>
              </a:ext>
            </a:extLst>
          </p:cNvPr>
          <p:cNvSpPr txBox="1"/>
          <p:nvPr/>
        </p:nvSpPr>
        <p:spPr>
          <a:xfrm>
            <a:off x="800559" y="174018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45F5F62-37BB-5AD3-990F-7ABB14F01D49}"/>
              </a:ext>
            </a:extLst>
          </p:cNvPr>
          <p:cNvSpPr txBox="1"/>
          <p:nvPr/>
        </p:nvSpPr>
        <p:spPr>
          <a:xfrm>
            <a:off x="3968453" y="180837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8F110B2-C662-45B7-39EF-1FD0B2280F94}"/>
              </a:ext>
            </a:extLst>
          </p:cNvPr>
          <p:cNvSpPr/>
          <p:nvPr/>
        </p:nvSpPr>
        <p:spPr>
          <a:xfrm>
            <a:off x="3921852" y="283648"/>
            <a:ext cx="844973" cy="14565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7D82AC8-D750-DA1C-54CD-8FAA0DEBC792}"/>
              </a:ext>
            </a:extLst>
          </p:cNvPr>
          <p:cNvSpPr/>
          <p:nvPr/>
        </p:nvSpPr>
        <p:spPr>
          <a:xfrm>
            <a:off x="2979975" y="283648"/>
            <a:ext cx="802759" cy="14587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004BE70-D849-899A-3799-F81A33278749}"/>
              </a:ext>
            </a:extLst>
          </p:cNvPr>
          <p:cNvSpPr/>
          <p:nvPr/>
        </p:nvSpPr>
        <p:spPr>
          <a:xfrm>
            <a:off x="4008153" y="885050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05B3663-3651-E20D-838E-7685CD1CF24C}"/>
              </a:ext>
            </a:extLst>
          </p:cNvPr>
          <p:cNvSpPr/>
          <p:nvPr/>
        </p:nvSpPr>
        <p:spPr>
          <a:xfrm>
            <a:off x="4234504" y="883799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55C5E80-D8EA-A3D3-BD8A-1C2B1095D71A}"/>
              </a:ext>
            </a:extLst>
          </p:cNvPr>
          <p:cNvSpPr/>
          <p:nvPr/>
        </p:nvSpPr>
        <p:spPr>
          <a:xfrm>
            <a:off x="4468402" y="886816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2BAA231-FC4E-30BA-B6F9-BBEC1C04CE6D}"/>
              </a:ext>
            </a:extLst>
          </p:cNvPr>
          <p:cNvSpPr/>
          <p:nvPr/>
        </p:nvSpPr>
        <p:spPr>
          <a:xfrm>
            <a:off x="4882429" y="283648"/>
            <a:ext cx="963996" cy="14565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9F0F7FC-3098-4460-F799-F68EACCEDBCC}"/>
              </a:ext>
            </a:extLst>
          </p:cNvPr>
          <p:cNvSpPr txBox="1"/>
          <p:nvPr/>
        </p:nvSpPr>
        <p:spPr>
          <a:xfrm>
            <a:off x="2899668" y="251563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408CC81-4A46-35B1-2E6C-20B376E90A08}"/>
              </a:ext>
            </a:extLst>
          </p:cNvPr>
          <p:cNvSpPr txBox="1"/>
          <p:nvPr/>
        </p:nvSpPr>
        <p:spPr>
          <a:xfrm>
            <a:off x="3890346" y="254662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00FA29F-1F08-5C17-4EAC-CA4F2EEE8D44}"/>
              </a:ext>
            </a:extLst>
          </p:cNvPr>
          <p:cNvSpPr txBox="1"/>
          <p:nvPr/>
        </p:nvSpPr>
        <p:spPr>
          <a:xfrm>
            <a:off x="4949119" y="254662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15BFDD82-C1C8-95AB-0B9A-6AFF33096BC5}"/>
              </a:ext>
            </a:extLst>
          </p:cNvPr>
          <p:cNvSpPr/>
          <p:nvPr/>
        </p:nvSpPr>
        <p:spPr>
          <a:xfrm>
            <a:off x="4006595" y="620363"/>
            <a:ext cx="180000" cy="180000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3DE9134A-AE95-6F44-21BA-5E4D737F5193}"/>
              </a:ext>
            </a:extLst>
          </p:cNvPr>
          <p:cNvSpPr/>
          <p:nvPr/>
        </p:nvSpPr>
        <p:spPr>
          <a:xfrm>
            <a:off x="4234504" y="614210"/>
            <a:ext cx="180000" cy="180000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F7F4D554-2DA1-FA52-63CD-EAE93B27543F}"/>
              </a:ext>
            </a:extLst>
          </p:cNvPr>
          <p:cNvSpPr/>
          <p:nvPr/>
        </p:nvSpPr>
        <p:spPr>
          <a:xfrm>
            <a:off x="4468402" y="613642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A65E6072-9D51-4A8B-376E-293F5FD56571}"/>
              </a:ext>
            </a:extLst>
          </p:cNvPr>
          <p:cNvCxnSpPr>
            <a:cxnSpLocks/>
            <a:stCxn id="154" idx="4"/>
            <a:endCxn id="143" idx="0"/>
          </p:cNvCxnSpPr>
          <p:nvPr/>
        </p:nvCxnSpPr>
        <p:spPr>
          <a:xfrm>
            <a:off x="4096595" y="800363"/>
            <a:ext cx="1558" cy="8468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9A774D9-FD75-1BFB-4660-70AC96C60EB3}"/>
              </a:ext>
            </a:extLst>
          </p:cNvPr>
          <p:cNvCxnSpPr>
            <a:cxnSpLocks/>
            <a:stCxn id="155" idx="4"/>
            <a:endCxn id="144" idx="0"/>
          </p:cNvCxnSpPr>
          <p:nvPr/>
        </p:nvCxnSpPr>
        <p:spPr>
          <a:xfrm>
            <a:off x="4324504" y="794210"/>
            <a:ext cx="0" cy="895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178489A-9C88-CCD7-BC03-5007481A834B}"/>
              </a:ext>
            </a:extLst>
          </p:cNvPr>
          <p:cNvCxnSpPr>
            <a:cxnSpLocks/>
            <a:stCxn id="156" idx="4"/>
            <a:endCxn id="145" idx="0"/>
          </p:cNvCxnSpPr>
          <p:nvPr/>
        </p:nvCxnSpPr>
        <p:spPr>
          <a:xfrm>
            <a:off x="4558402" y="793642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675B02D4-A827-0C16-9F56-DBACB052DE0A}"/>
              </a:ext>
            </a:extLst>
          </p:cNvPr>
          <p:cNvSpPr txBox="1"/>
          <p:nvPr/>
        </p:nvSpPr>
        <p:spPr>
          <a:xfrm>
            <a:off x="3950553" y="86688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F6EBE067-DFF2-6878-221A-C7EC7AFB4A99}"/>
              </a:ext>
            </a:extLst>
          </p:cNvPr>
          <p:cNvSpPr/>
          <p:nvPr/>
        </p:nvSpPr>
        <p:spPr>
          <a:xfrm>
            <a:off x="3253651" y="886816"/>
            <a:ext cx="180000" cy="180000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52BFEED4-3F09-8452-9F10-3937CD61372C}"/>
              </a:ext>
            </a:extLst>
          </p:cNvPr>
          <p:cNvSpPr/>
          <p:nvPr/>
        </p:nvSpPr>
        <p:spPr>
          <a:xfrm>
            <a:off x="3253651" y="1167267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5F781C88-D66B-574A-BE88-A5BEBBF19542}"/>
              </a:ext>
            </a:extLst>
          </p:cNvPr>
          <p:cNvSpPr/>
          <p:nvPr/>
        </p:nvSpPr>
        <p:spPr>
          <a:xfrm>
            <a:off x="3263266" y="591454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0D36FC94-2697-3FBC-2049-F3DE360E924B}"/>
              </a:ext>
            </a:extLst>
          </p:cNvPr>
          <p:cNvSpPr/>
          <p:nvPr/>
        </p:nvSpPr>
        <p:spPr>
          <a:xfrm>
            <a:off x="3249636" y="1458038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8237279-AB87-0241-86B1-DDC7A836B401}"/>
              </a:ext>
            </a:extLst>
          </p:cNvPr>
          <p:cNvSpPr/>
          <p:nvPr/>
        </p:nvSpPr>
        <p:spPr>
          <a:xfrm>
            <a:off x="4002227" y="1402390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BFA04F37-9A57-1C3D-5925-A887B2FE2563}"/>
              </a:ext>
            </a:extLst>
          </p:cNvPr>
          <p:cNvSpPr/>
          <p:nvPr/>
        </p:nvSpPr>
        <p:spPr>
          <a:xfrm>
            <a:off x="4002227" y="1129216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12CF8095-9316-3CFD-DCEB-9A95AA01AE09}"/>
              </a:ext>
            </a:extLst>
          </p:cNvPr>
          <p:cNvCxnSpPr>
            <a:cxnSpLocks/>
            <a:stCxn id="193" idx="4"/>
            <a:endCxn id="192" idx="0"/>
          </p:cNvCxnSpPr>
          <p:nvPr/>
        </p:nvCxnSpPr>
        <p:spPr>
          <a:xfrm>
            <a:off x="4092227" y="1309216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EC2B45F2-7883-DD1E-C094-03403FD11A9A}"/>
              </a:ext>
            </a:extLst>
          </p:cNvPr>
          <p:cNvSpPr/>
          <p:nvPr/>
        </p:nvSpPr>
        <p:spPr>
          <a:xfrm>
            <a:off x="4240951" y="1402390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8847D1BC-33F7-A675-576A-44E219122E7B}"/>
              </a:ext>
            </a:extLst>
          </p:cNvPr>
          <p:cNvSpPr/>
          <p:nvPr/>
        </p:nvSpPr>
        <p:spPr>
          <a:xfrm>
            <a:off x="4240951" y="1129216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20F7CEC0-8C15-4B68-22C1-5D03897BEAA9}"/>
              </a:ext>
            </a:extLst>
          </p:cNvPr>
          <p:cNvCxnSpPr>
            <a:cxnSpLocks/>
            <a:stCxn id="196" idx="4"/>
            <a:endCxn id="195" idx="0"/>
          </p:cNvCxnSpPr>
          <p:nvPr/>
        </p:nvCxnSpPr>
        <p:spPr>
          <a:xfrm>
            <a:off x="4330951" y="1309216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F7179B7A-B806-86ED-C9A3-84149056C9E1}"/>
              </a:ext>
            </a:extLst>
          </p:cNvPr>
          <p:cNvSpPr txBox="1"/>
          <p:nvPr/>
        </p:nvSpPr>
        <p:spPr>
          <a:xfrm>
            <a:off x="4175078" y="86760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740455F-3DFA-D709-14C7-9C4701020802}"/>
              </a:ext>
            </a:extLst>
          </p:cNvPr>
          <p:cNvSpPr txBox="1"/>
          <p:nvPr/>
        </p:nvSpPr>
        <p:spPr>
          <a:xfrm>
            <a:off x="4402356" y="872787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935F146-912F-1B4B-7A51-F71B885BC86B}"/>
              </a:ext>
            </a:extLst>
          </p:cNvPr>
          <p:cNvSpPr txBox="1"/>
          <p:nvPr/>
        </p:nvSpPr>
        <p:spPr>
          <a:xfrm>
            <a:off x="3950553" y="138507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3B1255A-8C04-8A3C-B4F4-F44FDF96B35E}"/>
              </a:ext>
            </a:extLst>
          </p:cNvPr>
          <p:cNvSpPr txBox="1"/>
          <p:nvPr/>
        </p:nvSpPr>
        <p:spPr>
          <a:xfrm>
            <a:off x="4181104" y="1390100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4D960664-029A-D4D1-86F2-5001CC566102}"/>
              </a:ext>
            </a:extLst>
          </p:cNvPr>
          <p:cNvSpPr/>
          <p:nvPr/>
        </p:nvSpPr>
        <p:spPr>
          <a:xfrm>
            <a:off x="5000722" y="876354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363E6134-891E-9E32-B106-2FC80E909F08}"/>
              </a:ext>
            </a:extLst>
          </p:cNvPr>
          <p:cNvSpPr/>
          <p:nvPr/>
        </p:nvSpPr>
        <p:spPr>
          <a:xfrm>
            <a:off x="5000722" y="603180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A34A3202-1F9D-3F43-3438-12DC72601EB7}"/>
              </a:ext>
            </a:extLst>
          </p:cNvPr>
          <p:cNvCxnSpPr>
            <a:cxnSpLocks/>
            <a:stCxn id="206" idx="4"/>
            <a:endCxn id="205" idx="0"/>
          </p:cNvCxnSpPr>
          <p:nvPr/>
        </p:nvCxnSpPr>
        <p:spPr>
          <a:xfrm>
            <a:off x="5090722" y="783180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207">
            <a:extLst>
              <a:ext uri="{FF2B5EF4-FFF2-40B4-BE49-F238E27FC236}">
                <a16:creationId xmlns:a16="http://schemas.microsoft.com/office/drawing/2014/main" id="{62BE12B0-6937-C6D1-0678-9896D54720B5}"/>
              </a:ext>
            </a:extLst>
          </p:cNvPr>
          <p:cNvSpPr/>
          <p:nvPr/>
        </p:nvSpPr>
        <p:spPr>
          <a:xfrm>
            <a:off x="5259484" y="876354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6E6E1602-620B-4246-449B-2E089A4EF097}"/>
              </a:ext>
            </a:extLst>
          </p:cNvPr>
          <p:cNvSpPr/>
          <p:nvPr/>
        </p:nvSpPr>
        <p:spPr>
          <a:xfrm>
            <a:off x="5259484" y="603180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81EC61FB-5DC1-30F7-B891-48FFBC817F71}"/>
              </a:ext>
            </a:extLst>
          </p:cNvPr>
          <p:cNvCxnSpPr>
            <a:cxnSpLocks/>
            <a:stCxn id="209" idx="4"/>
            <a:endCxn id="208" idx="0"/>
          </p:cNvCxnSpPr>
          <p:nvPr/>
        </p:nvCxnSpPr>
        <p:spPr>
          <a:xfrm>
            <a:off x="5349484" y="783180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>
            <a:extLst>
              <a:ext uri="{FF2B5EF4-FFF2-40B4-BE49-F238E27FC236}">
                <a16:creationId xmlns:a16="http://schemas.microsoft.com/office/drawing/2014/main" id="{F11CF3FE-06FC-C556-3778-704650EC495B}"/>
              </a:ext>
            </a:extLst>
          </p:cNvPr>
          <p:cNvSpPr/>
          <p:nvPr/>
        </p:nvSpPr>
        <p:spPr>
          <a:xfrm>
            <a:off x="5509153" y="876598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A21738DC-292A-698D-0F4A-52F4C96E27D4}"/>
              </a:ext>
            </a:extLst>
          </p:cNvPr>
          <p:cNvSpPr/>
          <p:nvPr/>
        </p:nvSpPr>
        <p:spPr>
          <a:xfrm>
            <a:off x="5509153" y="603424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FBEA7299-F15B-B870-EEF1-AD8392C74BE0}"/>
              </a:ext>
            </a:extLst>
          </p:cNvPr>
          <p:cNvCxnSpPr>
            <a:cxnSpLocks/>
            <a:stCxn id="212" idx="4"/>
            <a:endCxn id="211" idx="0"/>
          </p:cNvCxnSpPr>
          <p:nvPr/>
        </p:nvCxnSpPr>
        <p:spPr>
          <a:xfrm>
            <a:off x="5599153" y="783424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0165FB0F-2BE3-51DA-7433-2E51D1F0DEBD}"/>
              </a:ext>
            </a:extLst>
          </p:cNvPr>
          <p:cNvSpPr txBox="1"/>
          <p:nvPr/>
        </p:nvSpPr>
        <p:spPr>
          <a:xfrm>
            <a:off x="4939450" y="851364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2F2CB28F-A3B3-1913-083A-EBE92CD9760F}"/>
              </a:ext>
            </a:extLst>
          </p:cNvPr>
          <p:cNvSpPr txBox="1"/>
          <p:nvPr/>
        </p:nvSpPr>
        <p:spPr>
          <a:xfrm>
            <a:off x="5208933" y="856957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0C62BB07-171A-9633-86FF-B9DC4E1C4013}"/>
              </a:ext>
            </a:extLst>
          </p:cNvPr>
          <p:cNvSpPr txBox="1"/>
          <p:nvPr/>
        </p:nvSpPr>
        <p:spPr>
          <a:xfrm>
            <a:off x="5439484" y="861984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1559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B29A4-69A0-07A3-B4A2-A2E595798441}"/>
              </a:ext>
            </a:extLst>
          </p:cNvPr>
          <p:cNvSpPr txBox="1"/>
          <p:nvPr/>
        </p:nvSpPr>
        <p:spPr>
          <a:xfrm>
            <a:off x="1572249" y="188699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B4320C-073D-B95F-8272-8AF57F0F2075}"/>
              </a:ext>
            </a:extLst>
          </p:cNvPr>
          <p:cNvSpPr txBox="1"/>
          <p:nvPr/>
        </p:nvSpPr>
        <p:spPr>
          <a:xfrm>
            <a:off x="4173592" y="188179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51DC2C-45AC-5655-3285-7A62250C6125}"/>
              </a:ext>
            </a:extLst>
          </p:cNvPr>
          <p:cNvSpPr/>
          <p:nvPr/>
        </p:nvSpPr>
        <p:spPr>
          <a:xfrm>
            <a:off x="4126991" y="601434"/>
            <a:ext cx="1080408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55E65E5-298B-B7D1-EB8C-7DB9FE2E3992}"/>
              </a:ext>
            </a:extLst>
          </p:cNvPr>
          <p:cNvSpPr/>
          <p:nvPr/>
        </p:nvSpPr>
        <p:spPr>
          <a:xfrm>
            <a:off x="3185114" y="600853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F2F210-4B4F-743B-E422-B0BD10B1A9BC}"/>
              </a:ext>
            </a:extLst>
          </p:cNvPr>
          <p:cNvSpPr/>
          <p:nvPr/>
        </p:nvSpPr>
        <p:spPr>
          <a:xfrm>
            <a:off x="4170773" y="1187970"/>
            <a:ext cx="270000" cy="24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E7022F-0C93-D277-22FC-291708C00B2B}"/>
              </a:ext>
            </a:extLst>
          </p:cNvPr>
          <p:cNvSpPr/>
          <p:nvPr/>
        </p:nvSpPr>
        <p:spPr>
          <a:xfrm>
            <a:off x="4542581" y="118973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FDAA10-7B6A-1DD5-2D86-5ED012683AD4}"/>
              </a:ext>
            </a:extLst>
          </p:cNvPr>
          <p:cNvSpPr/>
          <p:nvPr/>
        </p:nvSpPr>
        <p:spPr>
          <a:xfrm>
            <a:off x="4897277" y="1196245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2086F4B-C4EF-38C8-EB0E-DDC8C99A1E87}"/>
              </a:ext>
            </a:extLst>
          </p:cNvPr>
          <p:cNvSpPr/>
          <p:nvPr/>
        </p:nvSpPr>
        <p:spPr>
          <a:xfrm>
            <a:off x="5371457" y="614735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ED7D81-8B99-E69F-68F6-285EB2CB1CA4}"/>
              </a:ext>
            </a:extLst>
          </p:cNvPr>
          <p:cNvSpPr txBox="1"/>
          <p:nvPr/>
        </p:nvSpPr>
        <p:spPr>
          <a:xfrm>
            <a:off x="3118635" y="565274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2E876C-00C0-3E85-C29B-B6C5613A83B2}"/>
              </a:ext>
            </a:extLst>
          </p:cNvPr>
          <p:cNvSpPr txBox="1"/>
          <p:nvPr/>
        </p:nvSpPr>
        <p:spPr>
          <a:xfrm>
            <a:off x="4218594" y="60433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CCD065-2C7E-7F62-FC59-B0DC2F3D0EAF}"/>
              </a:ext>
            </a:extLst>
          </p:cNvPr>
          <p:cNvSpPr txBox="1"/>
          <p:nvPr/>
        </p:nvSpPr>
        <p:spPr>
          <a:xfrm>
            <a:off x="5371457" y="601434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6D21245-AD91-CE30-D7AC-7615AC2EA844}"/>
              </a:ext>
            </a:extLst>
          </p:cNvPr>
          <p:cNvSpPr/>
          <p:nvPr/>
        </p:nvSpPr>
        <p:spPr>
          <a:xfrm>
            <a:off x="5401686" y="8754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4FBA321-9055-EB47-EDCA-D29BD72B9ADE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535948" y="112237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450D137-EB25-A9D2-FE49-4403AA8C6CEC}"/>
              </a:ext>
            </a:extLst>
          </p:cNvPr>
          <p:cNvSpPr/>
          <p:nvPr/>
        </p:nvSpPr>
        <p:spPr>
          <a:xfrm>
            <a:off x="5705808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AF5E4E5-6BBB-6BD9-857E-96987950A7B3}"/>
              </a:ext>
            </a:extLst>
          </p:cNvPr>
          <p:cNvSpPr/>
          <p:nvPr/>
        </p:nvSpPr>
        <p:spPr>
          <a:xfrm>
            <a:off x="6020803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A1A1D4C-748C-8D29-804A-41468C530340}"/>
              </a:ext>
            </a:extLst>
          </p:cNvPr>
          <p:cNvSpPr/>
          <p:nvPr/>
        </p:nvSpPr>
        <p:spPr>
          <a:xfrm>
            <a:off x="4194887" y="867720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199FC93-16C2-B8D8-FC89-9CC29C59326F}"/>
              </a:ext>
            </a:extLst>
          </p:cNvPr>
          <p:cNvSpPr/>
          <p:nvPr/>
        </p:nvSpPr>
        <p:spPr>
          <a:xfrm>
            <a:off x="4568730" y="86205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9FE38CD-95A9-7501-7DE2-D689CDD0B206}"/>
              </a:ext>
            </a:extLst>
          </p:cNvPr>
          <p:cNvSpPr/>
          <p:nvPr/>
        </p:nvSpPr>
        <p:spPr>
          <a:xfrm>
            <a:off x="4923427" y="862058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D4E80E8-1AE1-663D-6C01-1ABCA95A7640}"/>
              </a:ext>
            </a:extLst>
          </p:cNvPr>
          <p:cNvSpPr/>
          <p:nvPr/>
        </p:nvSpPr>
        <p:spPr>
          <a:xfrm>
            <a:off x="5427835" y="122816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0656638-ABDD-6036-1D9E-F6748B119C0E}"/>
              </a:ext>
            </a:extLst>
          </p:cNvPr>
          <p:cNvCxnSpPr>
            <a:cxnSpLocks/>
            <a:stCxn id="67" idx="3"/>
            <a:endCxn id="74" idx="0"/>
          </p:cNvCxnSpPr>
          <p:nvPr/>
        </p:nvCxnSpPr>
        <p:spPr>
          <a:xfrm flipH="1">
            <a:off x="1760996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9A8B525C-97EE-B2C3-5117-C19CF572BB43}"/>
              </a:ext>
            </a:extLst>
          </p:cNvPr>
          <p:cNvSpPr/>
          <p:nvPr/>
        </p:nvSpPr>
        <p:spPr>
          <a:xfrm>
            <a:off x="2069503" y="696441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DAA295B-51BE-10C7-C9B2-374CD002CBDA}"/>
              </a:ext>
            </a:extLst>
          </p:cNvPr>
          <p:cNvSpPr/>
          <p:nvPr/>
        </p:nvSpPr>
        <p:spPr>
          <a:xfrm>
            <a:off x="1652883" y="145661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CF85391-F383-4247-065F-C221067FD3FE}"/>
              </a:ext>
            </a:extLst>
          </p:cNvPr>
          <p:cNvCxnSpPr>
            <a:cxnSpLocks/>
            <a:stCxn id="67" idx="4"/>
            <a:endCxn id="75" idx="0"/>
          </p:cNvCxnSpPr>
          <p:nvPr/>
        </p:nvCxnSpPr>
        <p:spPr>
          <a:xfrm>
            <a:off x="2177615" y="906895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441CC619-0315-990C-ECED-18F9FA423407}"/>
              </a:ext>
            </a:extLst>
          </p:cNvPr>
          <p:cNvSpPr/>
          <p:nvPr/>
        </p:nvSpPr>
        <p:spPr>
          <a:xfrm>
            <a:off x="2486122" y="105248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1BFA2FF-24F6-AFF2-71EC-301F396EC87E}"/>
              </a:ext>
            </a:extLst>
          </p:cNvPr>
          <p:cNvCxnSpPr>
            <a:cxnSpLocks/>
            <a:stCxn id="74" idx="2"/>
            <a:endCxn id="68" idx="0"/>
          </p:cNvCxnSpPr>
          <p:nvPr/>
        </p:nvCxnSpPr>
        <p:spPr>
          <a:xfrm>
            <a:off x="1760996" y="1262937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816FC62-767A-7DCD-E60C-518FADDCB34A}"/>
              </a:ext>
            </a:extLst>
          </p:cNvPr>
          <p:cNvCxnSpPr>
            <a:cxnSpLocks/>
            <a:stCxn id="67" idx="5"/>
            <a:endCxn id="70" idx="0"/>
          </p:cNvCxnSpPr>
          <p:nvPr/>
        </p:nvCxnSpPr>
        <p:spPr>
          <a:xfrm>
            <a:off x="2254061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7A6951D-F0AE-F315-01AF-A6436B900D4A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>
            <a:off x="2594233" y="1262937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7E837A29-B7DB-6A07-9F0F-5963CE8D2C3B}"/>
              </a:ext>
            </a:extLst>
          </p:cNvPr>
          <p:cNvSpPr/>
          <p:nvPr/>
        </p:nvSpPr>
        <p:spPr>
          <a:xfrm>
            <a:off x="165288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8C7314F-5E20-2475-4E7A-57ECBE6067A4}"/>
              </a:ext>
            </a:extLst>
          </p:cNvPr>
          <p:cNvSpPr/>
          <p:nvPr/>
        </p:nvSpPr>
        <p:spPr>
          <a:xfrm>
            <a:off x="206950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7E3A5F7-9BCA-A359-931D-ADB1D2A3AA70}"/>
              </a:ext>
            </a:extLst>
          </p:cNvPr>
          <p:cNvSpPr/>
          <p:nvPr/>
        </p:nvSpPr>
        <p:spPr>
          <a:xfrm>
            <a:off x="2486122" y="1439339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582500-E6D9-0D89-13B5-B836C8C90A62}"/>
              </a:ext>
            </a:extLst>
          </p:cNvPr>
          <p:cNvSpPr txBox="1"/>
          <p:nvPr/>
        </p:nvSpPr>
        <p:spPr>
          <a:xfrm>
            <a:off x="1945794" y="476681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BB83BC6-F0EC-05F5-4D41-A0DBB358DC95}"/>
              </a:ext>
            </a:extLst>
          </p:cNvPr>
          <p:cNvSpPr txBox="1"/>
          <p:nvPr/>
        </p:nvSpPr>
        <p:spPr>
          <a:xfrm>
            <a:off x="2452921" y="143814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B7AF79-0AFA-825D-E648-84BDAF9D341F}"/>
              </a:ext>
            </a:extLst>
          </p:cNvPr>
          <p:cNvSpPr txBox="1"/>
          <p:nvPr/>
        </p:nvSpPr>
        <p:spPr>
          <a:xfrm>
            <a:off x="160704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5E2CCC8-EE10-8350-9FCC-9B0970A7578B}"/>
              </a:ext>
            </a:extLst>
          </p:cNvPr>
          <p:cNvSpPr txBox="1"/>
          <p:nvPr/>
        </p:nvSpPr>
        <p:spPr>
          <a:xfrm>
            <a:off x="202875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0C845A-DEFA-4CC2-7DE5-8419C6F9B07E}"/>
              </a:ext>
            </a:extLst>
          </p:cNvPr>
          <p:cNvSpPr txBox="1"/>
          <p:nvPr/>
        </p:nvSpPr>
        <p:spPr>
          <a:xfrm>
            <a:off x="1614939" y="145551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8B089CF-7330-7637-E197-286CD0D9B113}"/>
              </a:ext>
            </a:extLst>
          </p:cNvPr>
          <p:cNvSpPr txBox="1"/>
          <p:nvPr/>
        </p:nvSpPr>
        <p:spPr>
          <a:xfrm>
            <a:off x="2040590" y="67984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E3B484-B0E4-6381-367F-8BE2CED9ADBC}"/>
              </a:ext>
            </a:extLst>
          </p:cNvPr>
          <p:cNvSpPr txBox="1"/>
          <p:nvPr/>
        </p:nvSpPr>
        <p:spPr>
          <a:xfrm>
            <a:off x="2452921" y="101935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9AEE8A0-052D-36AD-E84C-AFA6C1F49BC6}"/>
              </a:ext>
            </a:extLst>
          </p:cNvPr>
          <p:cNvCxnSpPr>
            <a:cxnSpLocks/>
          </p:cNvCxnSpPr>
          <p:nvPr/>
        </p:nvCxnSpPr>
        <p:spPr>
          <a:xfrm flipV="1">
            <a:off x="1534635" y="98643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9C33B9E-5F22-6BCB-29B1-96358DBC9960}"/>
              </a:ext>
            </a:extLst>
          </p:cNvPr>
          <p:cNvCxnSpPr>
            <a:cxnSpLocks/>
          </p:cNvCxnSpPr>
          <p:nvPr/>
        </p:nvCxnSpPr>
        <p:spPr>
          <a:xfrm flipV="1">
            <a:off x="1515136" y="13615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44F50F8-D591-9C82-9BD7-E1BE53F22155}"/>
              </a:ext>
            </a:extLst>
          </p:cNvPr>
          <p:cNvSpPr txBox="1"/>
          <p:nvPr/>
        </p:nvSpPr>
        <p:spPr>
          <a:xfrm>
            <a:off x="5390752" y="119335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6A74500-0217-8957-DEA4-D7E83E37D3C1}"/>
              </a:ext>
            </a:extLst>
          </p:cNvPr>
          <p:cNvCxnSpPr>
            <a:cxnSpLocks/>
            <a:stCxn id="61" idx="4"/>
            <a:endCxn id="47" idx="0"/>
          </p:cNvCxnSpPr>
          <p:nvPr/>
        </p:nvCxnSpPr>
        <p:spPr>
          <a:xfrm>
            <a:off x="4303000" y="1078176"/>
            <a:ext cx="2773" cy="10979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E55F4FA-E167-4DB7-89C3-739AE96EC854}"/>
              </a:ext>
            </a:extLst>
          </p:cNvPr>
          <p:cNvCxnSpPr>
            <a:cxnSpLocks/>
            <a:stCxn id="62" idx="4"/>
            <a:endCxn id="48" idx="0"/>
          </p:cNvCxnSpPr>
          <p:nvPr/>
        </p:nvCxnSpPr>
        <p:spPr>
          <a:xfrm>
            <a:off x="4676843" y="1072514"/>
            <a:ext cx="0" cy="11722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42B5B13-86E5-D878-485F-90A86CCC2A62}"/>
              </a:ext>
            </a:extLst>
          </p:cNvPr>
          <p:cNvCxnSpPr>
            <a:cxnSpLocks/>
            <a:stCxn id="63" idx="4"/>
            <a:endCxn id="49" idx="0"/>
          </p:cNvCxnSpPr>
          <p:nvPr/>
        </p:nvCxnSpPr>
        <p:spPr>
          <a:xfrm>
            <a:off x="5031540" y="1072514"/>
            <a:ext cx="0" cy="12373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827F5B24-ADDA-E6ED-4DFB-2850D5C51360}"/>
              </a:ext>
            </a:extLst>
          </p:cNvPr>
          <p:cNvSpPr txBox="1"/>
          <p:nvPr/>
        </p:nvSpPr>
        <p:spPr>
          <a:xfrm>
            <a:off x="4154933" y="85016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8E35683-ED86-DBAC-FA97-E51B5FF7DD2A}"/>
              </a:ext>
            </a:extLst>
          </p:cNvPr>
          <p:cNvSpPr txBox="1"/>
          <p:nvPr/>
        </p:nvSpPr>
        <p:spPr>
          <a:xfrm>
            <a:off x="5390752" y="86429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22304F3-CB2C-9DF7-C67D-16C6E8BDE4CB}"/>
              </a:ext>
            </a:extLst>
          </p:cNvPr>
          <p:cNvSpPr txBox="1"/>
          <p:nvPr/>
        </p:nvSpPr>
        <p:spPr>
          <a:xfrm>
            <a:off x="4876892" y="83833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DD389A2-8570-07E5-81BC-3F9B75F48179}"/>
              </a:ext>
            </a:extLst>
          </p:cNvPr>
          <p:cNvSpPr/>
          <p:nvPr/>
        </p:nvSpPr>
        <p:spPr>
          <a:xfrm>
            <a:off x="3454495" y="94171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7E2186D-ECE5-200A-88B5-4E56F094684F}"/>
              </a:ext>
            </a:extLst>
          </p:cNvPr>
          <p:cNvSpPr/>
          <p:nvPr/>
        </p:nvSpPr>
        <p:spPr>
          <a:xfrm>
            <a:off x="3457043" y="123295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2F24C5E-0B13-C874-2B97-5007DA791FC1}"/>
              </a:ext>
            </a:extLst>
          </p:cNvPr>
          <p:cNvSpPr/>
          <p:nvPr/>
        </p:nvSpPr>
        <p:spPr>
          <a:xfrm>
            <a:off x="3466412" y="152297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3C15A1F-1061-CB06-2E32-67A5D81F907D}"/>
              </a:ext>
            </a:extLst>
          </p:cNvPr>
          <p:cNvSpPr txBox="1"/>
          <p:nvPr/>
        </p:nvSpPr>
        <p:spPr>
          <a:xfrm>
            <a:off x="4536801" y="85296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250F617-381C-28EA-9154-C342927A445D}"/>
              </a:ext>
            </a:extLst>
          </p:cNvPr>
          <p:cNvSpPr txBox="1"/>
          <p:nvPr/>
        </p:nvSpPr>
        <p:spPr>
          <a:xfrm>
            <a:off x="4154933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53EC4A3-955D-7620-60E9-90F4064C0CC9}"/>
              </a:ext>
            </a:extLst>
          </p:cNvPr>
          <p:cNvSpPr txBox="1"/>
          <p:nvPr/>
        </p:nvSpPr>
        <p:spPr>
          <a:xfrm>
            <a:off x="4523414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C1995A8-6B35-4368-A59F-339FAB06FC08}"/>
              </a:ext>
            </a:extLst>
          </p:cNvPr>
          <p:cNvSpPr txBox="1"/>
          <p:nvPr/>
        </p:nvSpPr>
        <p:spPr>
          <a:xfrm>
            <a:off x="4878630" y="119500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AB1C999-E82D-3359-C12C-4A61EDCD27C2}"/>
              </a:ext>
            </a:extLst>
          </p:cNvPr>
          <p:cNvSpPr txBox="1"/>
          <p:nvPr/>
        </p:nvSpPr>
        <p:spPr>
          <a:xfrm>
            <a:off x="5688201" y="864291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BBCF2EA-0FEF-A236-EB21-FEC8371F93A7}"/>
              </a:ext>
            </a:extLst>
          </p:cNvPr>
          <p:cNvSpPr txBox="1"/>
          <p:nvPr/>
        </p:nvSpPr>
        <p:spPr>
          <a:xfrm>
            <a:off x="6020803" y="867628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8FF5ADB-3E95-A408-D0B2-FAB5A6FB5B4C}"/>
              </a:ext>
            </a:extLst>
          </p:cNvPr>
          <p:cNvSpPr txBox="1"/>
          <p:nvPr/>
        </p:nvSpPr>
        <p:spPr>
          <a:xfrm>
            <a:off x="3415341" y="121020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5DAE397-A8D3-DAB6-8DD7-D74005B419D6}"/>
              </a:ext>
            </a:extLst>
          </p:cNvPr>
          <p:cNvSpPr txBox="1"/>
          <p:nvPr/>
        </p:nvSpPr>
        <p:spPr>
          <a:xfrm>
            <a:off x="3428051" y="149457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7BBF385-C7DA-06C8-98FB-53AD346BF014}"/>
              </a:ext>
            </a:extLst>
          </p:cNvPr>
          <p:cNvSpPr txBox="1"/>
          <p:nvPr/>
        </p:nvSpPr>
        <p:spPr>
          <a:xfrm>
            <a:off x="3411592" y="92355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2705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2A9C051-CE84-F754-79F5-44A0A9096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6AB8D213-7859-7C34-07C3-2A9DDC71C949}"/>
              </a:ext>
            </a:extLst>
          </p:cNvPr>
          <p:cNvSpPr/>
          <p:nvPr/>
        </p:nvSpPr>
        <p:spPr>
          <a:xfrm>
            <a:off x="3312355" y="2105488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F55CE4-12C1-A026-9703-11AA03D96A4B}"/>
              </a:ext>
            </a:extLst>
          </p:cNvPr>
          <p:cNvSpPr/>
          <p:nvPr/>
        </p:nvSpPr>
        <p:spPr>
          <a:xfrm>
            <a:off x="2910221" y="210548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3E5A4A-DC81-9D0B-CA8F-2DF3A45A5201}"/>
              </a:ext>
            </a:extLst>
          </p:cNvPr>
          <p:cNvSpPr/>
          <p:nvPr/>
        </p:nvSpPr>
        <p:spPr>
          <a:xfrm>
            <a:off x="2906497" y="99004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2655CB-730D-8AFC-C1DB-D99C21805912}"/>
              </a:ext>
            </a:extLst>
          </p:cNvPr>
          <p:cNvSpPr/>
          <p:nvPr/>
        </p:nvSpPr>
        <p:spPr>
          <a:xfrm>
            <a:off x="3035505" y="588705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55138032-C309-1D69-2A47-0CE847F1CC00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7DD6946-2387-848C-0D28-95703BF46389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005EED49-B8AD-2C01-52C0-C706BC5289EC}"/>
                </a:ext>
              </a:extLst>
            </p:cNvPr>
            <p:cNvSpPr/>
            <p:nvPr/>
          </p:nvSpPr>
          <p:spPr>
            <a:xfrm>
              <a:off x="2719174" y="1387066"/>
              <a:ext cx="668174" cy="886150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32764C51-C81F-BF4A-22B2-E4B8534DBC78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F2353DB6-0D72-56D1-39DC-50955CEB8C78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55CE5C4A-DF27-1CCC-60E0-EB0BE7E32CF2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CC0FDB8-AAAD-6EE3-4205-79CFF61326C5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00AB2EFD-A823-7DFD-0A49-B3B4710371CA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DA7FD576-0CF6-9FC0-F5D2-05CBD09BD79B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C4678AEA-C842-A0E9-4466-B3751C7DFB20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5912EC6D-994A-F9E8-1FD1-DFD1C1D6B272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E1FDFFE-F507-F5FA-AABF-3E0B74C3E200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59B794DD-8D64-861A-9693-2D8A875393E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C77F2056-527F-E8B7-016B-B8F63EFAD31E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6FD090B-5FB3-F7FC-2379-D26CCC1F5EB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59E3098-CA5A-1699-D0EA-6219702F43A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543B6771-BBEE-957C-4934-C0E6CD7D4E4F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2" y="927837"/>
                <a:ext cx="85649" cy="16935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8A7147E-E8FF-366D-70B0-947E7170698C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24223D4C-ABB8-5E56-13EE-733AC2B79426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163A2CFE-46E2-03FB-7CE2-5085859669CB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602B3D28-CF3F-7D27-CB20-180930AB5AF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438BA159-A55D-F8F4-0CB4-1EFA36E7159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8E37EA0-5172-67CD-DD9B-86F4EF1CDA24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E9EC95F9-D573-D7EF-0700-59FF411E0B1A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B5EBBDD-2FA0-2A00-F6A2-C3305253BC57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748B21BA-00C9-6A99-15E0-96F3D3F0E50F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57FD8-9799-8669-C4D2-40C0867EE98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DA4619B9-CD73-6977-4AE6-008419BF2F40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B0F05E28-7534-1FA8-E1AE-787414EC2E94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8D82BDC3-D31D-56D1-52AA-570F11C04873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FE7978B-11B4-0200-BB53-2CBB06CB3AEF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B04C636E-81F7-6630-74AE-FDBBFA628C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87501DC9-B314-E928-0C5A-01E98CD04A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3E462FAE-809E-58BD-9921-C15EC70722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CE871129-9457-7295-4650-2E972F6E9E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33C50535-F852-1862-2A47-139DA06418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E040F59F-904C-A4DD-68D0-1AE071CEDD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F7632A9F-2FA9-9EE3-2BED-B530F60400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7D5A635-F7CF-220B-C54C-5A2EBB107D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1AD2BC69-BFD2-3614-B052-801288AE2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2B4D38-BE24-402B-93C7-970099B4D4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A66EEAAF-600E-FE26-1047-F0F14098E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54191BD-5610-25E4-671B-70A0CE306F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D268390-4029-1455-17F4-09886CE853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52673F50-FB8F-CB3A-EAB3-7DE484B973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1E75481-BC2E-8934-3500-540ADCCBB5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1843510-5FA6-1225-15AC-2299ADE437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3896CED2-0652-849C-C281-DA1A38DC62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0F4BAD9B-DD01-B36B-6A6E-DA14296FE5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DB08CC1-B6C8-C049-4E6A-AC720B8DC3B9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51A1467B-B887-38E0-5648-73223548AD23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E55AB465-DAD8-4D4E-1608-16F80D92E7B6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E1AA0A3-72CE-E541-CC3A-ADD454564CAB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5F91E88D-AE95-2676-88EF-D0A67BC073F1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F17F970D-DC3B-4A03-894F-60EB2CCF67A4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618B8D1-E2A6-C5B0-6D62-18B385E0A6C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1BA4661D-72C4-C500-5A6E-3866D98A14EB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3639BA57-C5F5-FC98-9FC5-6671DF53368A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1D32E731-FCFC-CA3B-DF22-5AD876F94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56F2AB2-518E-0094-B0AE-EE4553A3000E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74239FC-A6A1-AEB4-C847-427E2F181455}"/>
              </a:ext>
            </a:extLst>
          </p:cNvPr>
          <p:cNvSpPr/>
          <p:nvPr/>
        </p:nvSpPr>
        <p:spPr>
          <a:xfrm>
            <a:off x="4004832" y="1961747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CD215CE-001A-6EB6-5B2B-3439FA005148}"/>
              </a:ext>
            </a:extLst>
          </p:cNvPr>
          <p:cNvSpPr/>
          <p:nvPr/>
        </p:nvSpPr>
        <p:spPr>
          <a:xfrm>
            <a:off x="4009645" y="1170756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B32E098-AF72-D2DA-E901-212879EAC6B4}"/>
              </a:ext>
            </a:extLst>
          </p:cNvPr>
          <p:cNvSpPr/>
          <p:nvPr/>
        </p:nvSpPr>
        <p:spPr>
          <a:xfrm>
            <a:off x="400964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CB7BACD-36B7-9BDA-295C-9B02EF921F13}"/>
              </a:ext>
            </a:extLst>
          </p:cNvPr>
          <p:cNvSpPr/>
          <p:nvPr/>
        </p:nvSpPr>
        <p:spPr>
          <a:xfrm>
            <a:off x="3769885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5F4B6D-BA28-4EDA-9A21-F0A8EC97F89F}"/>
              </a:ext>
            </a:extLst>
          </p:cNvPr>
          <p:cNvSpPr txBox="1"/>
          <p:nvPr/>
        </p:nvSpPr>
        <p:spPr>
          <a:xfrm>
            <a:off x="2047976" y="245973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DBFD36-9723-B3D5-0285-80761A6C4494}"/>
              </a:ext>
            </a:extLst>
          </p:cNvPr>
          <p:cNvSpPr txBox="1"/>
          <p:nvPr/>
        </p:nvSpPr>
        <p:spPr>
          <a:xfrm>
            <a:off x="4127501" y="24597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GIR Construction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4D11D84-35D3-B46B-581B-7D7B750AF55E}"/>
              </a:ext>
            </a:extLst>
          </p:cNvPr>
          <p:cNvSpPr txBox="1"/>
          <p:nvPr/>
        </p:nvSpPr>
        <p:spPr>
          <a:xfrm>
            <a:off x="5350229" y="1147713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53BCB2FE-2D37-3EB5-E502-AB149C21EDC9}"/>
              </a:ext>
            </a:extLst>
          </p:cNvPr>
          <p:cNvSpPr txBox="1"/>
          <p:nvPr/>
        </p:nvSpPr>
        <p:spPr>
          <a:xfrm>
            <a:off x="5124249" y="1921668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1938EC4B-A262-ECC3-C6C2-7AEDCB80002B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20708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F48AC1F3-1925-B659-5F08-2018B0DE070A}"/>
              </a:ext>
            </a:extLst>
          </p:cNvPr>
          <p:cNvCxnSpPr>
            <a:cxnSpLocks/>
            <a:stCxn id="36" idx="0"/>
            <a:endCxn id="631" idx="5"/>
          </p:cNvCxnSpPr>
          <p:nvPr/>
        </p:nvCxnSpPr>
        <p:spPr>
          <a:xfrm flipH="1" flipV="1">
            <a:off x="4424931" y="756963"/>
            <a:ext cx="151014" cy="10240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70F68621-DAF3-4EDD-5DD4-F87A7F225DB1}"/>
              </a:ext>
            </a:extLst>
          </p:cNvPr>
          <p:cNvSpPr/>
          <p:nvPr/>
        </p:nvSpPr>
        <p:spPr>
          <a:xfrm>
            <a:off x="423761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56A1FEF3-E460-079A-1BAA-B9E4DF82DD54}"/>
              </a:ext>
            </a:extLst>
          </p:cNvPr>
          <p:cNvGrpSpPr/>
          <p:nvPr/>
        </p:nvGrpSpPr>
        <p:grpSpPr>
          <a:xfrm>
            <a:off x="506151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03DFE0C0-4D3F-0D7D-20AD-DAAC458A8263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178B92E0-2751-522D-8792-0FBE6C96A853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FE914D28-6592-64EA-4155-1FFFA8169D3E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3315D129-34D4-E499-718C-D381CF76AA93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2F6A056B-1D8D-84E5-8306-8149AAAD7D95}"/>
              </a:ext>
            </a:extLst>
          </p:cNvPr>
          <p:cNvCxnSpPr>
            <a:cxnSpLocks/>
            <a:stCxn id="36" idx="0"/>
            <a:endCxn id="56" idx="3"/>
          </p:cNvCxnSpPr>
          <p:nvPr/>
        </p:nvCxnSpPr>
        <p:spPr>
          <a:xfrm flipV="1">
            <a:off x="4575945" y="758704"/>
            <a:ext cx="128856" cy="10065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D71213-F20A-C792-62F4-EB89A478F72A}"/>
              </a:ext>
            </a:extLst>
          </p:cNvPr>
          <p:cNvSpPr txBox="1"/>
          <p:nvPr/>
        </p:nvSpPr>
        <p:spPr>
          <a:xfrm>
            <a:off x="510643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A349F-1874-F1A8-7DBE-2A66C4D4C1F8}"/>
              </a:ext>
            </a:extLst>
          </p:cNvPr>
          <p:cNvSpPr txBox="1"/>
          <p:nvPr/>
        </p:nvSpPr>
        <p:spPr>
          <a:xfrm>
            <a:off x="543459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2B8FE4-0A02-7367-9DBD-D56F4D29332F}"/>
              </a:ext>
            </a:extLst>
          </p:cNvPr>
          <p:cNvSpPr txBox="1"/>
          <p:nvPr/>
        </p:nvSpPr>
        <p:spPr>
          <a:xfrm>
            <a:off x="524971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47490181-5A60-CDE1-7AB1-E5FB777BB0CE}"/>
              </a:ext>
            </a:extLst>
          </p:cNvPr>
          <p:cNvSpPr txBox="1"/>
          <p:nvPr/>
        </p:nvSpPr>
        <p:spPr>
          <a:xfrm>
            <a:off x="406021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7FE069F8-3814-9148-3682-A8730852ED82}"/>
              </a:ext>
            </a:extLst>
          </p:cNvPr>
          <p:cNvSpPr/>
          <p:nvPr/>
        </p:nvSpPr>
        <p:spPr>
          <a:xfrm>
            <a:off x="421131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52335FF4-F0F5-25D5-934A-AC9C80052ED4}"/>
              </a:ext>
            </a:extLst>
          </p:cNvPr>
          <p:cNvSpPr/>
          <p:nvPr/>
        </p:nvSpPr>
        <p:spPr>
          <a:xfrm>
            <a:off x="439084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88EC0659-5EB7-FD1F-C104-F13F51732F96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39587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42E431E2-B300-FBEB-E0E7-AE9016A920BB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57540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77D751D-38D3-501F-66ED-6D82407FD2B5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28533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AE521476-762E-A271-61FC-C2A5648FC0D9}"/>
              </a:ext>
            </a:extLst>
          </p:cNvPr>
          <p:cNvSpPr/>
          <p:nvPr/>
        </p:nvSpPr>
        <p:spPr>
          <a:xfrm>
            <a:off x="508864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E3883FBA-1E8E-648D-BC9E-392A103E708C}"/>
              </a:ext>
            </a:extLst>
          </p:cNvPr>
          <p:cNvCxnSpPr>
            <a:cxnSpLocks/>
            <a:stCxn id="544" idx="3"/>
          </p:cNvCxnSpPr>
          <p:nvPr/>
        </p:nvCxnSpPr>
        <p:spPr>
          <a:xfrm flipH="1">
            <a:off x="505702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7B20F9CE-C579-5B62-12AF-8BD270AF8D77}"/>
              </a:ext>
            </a:extLst>
          </p:cNvPr>
          <p:cNvSpPr txBox="1"/>
          <p:nvPr/>
        </p:nvSpPr>
        <p:spPr>
          <a:xfrm>
            <a:off x="475788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EFC280B2-EFAB-0D82-3DD8-2E718BDFDFE5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188563" y="2189397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204C35CA-9277-79E9-6560-6341FF208073}"/>
              </a:ext>
            </a:extLst>
          </p:cNvPr>
          <p:cNvSpPr/>
          <p:nvPr/>
        </p:nvSpPr>
        <p:spPr>
          <a:xfrm>
            <a:off x="4420984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B8C5027B-7FD6-8608-95BB-76D5A3D2968C}"/>
              </a:ext>
            </a:extLst>
          </p:cNvPr>
          <p:cNvSpPr/>
          <p:nvPr/>
        </p:nvSpPr>
        <p:spPr>
          <a:xfrm>
            <a:off x="4004003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FE26C623-C354-56DE-C7CC-CAF56201307E}"/>
              </a:ext>
            </a:extLst>
          </p:cNvPr>
          <p:cNvSpPr/>
          <p:nvPr/>
        </p:nvSpPr>
        <p:spPr>
          <a:xfrm>
            <a:off x="4196164" y="200976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E1217675-E154-EB75-B20D-0DBAF6281DE5}"/>
              </a:ext>
            </a:extLst>
          </p:cNvPr>
          <p:cNvCxnSpPr>
            <a:cxnSpLocks/>
          </p:cNvCxnSpPr>
          <p:nvPr/>
        </p:nvCxnSpPr>
        <p:spPr>
          <a:xfrm>
            <a:off x="4220229" y="2283881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F4C4890-FA42-3932-A7FD-529401E51EC7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380724" y="2189397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A6F4568A-46A8-6A80-4B92-AB11F910B69E}"/>
              </a:ext>
            </a:extLst>
          </p:cNvPr>
          <p:cNvSpPr/>
          <p:nvPr/>
        </p:nvSpPr>
        <p:spPr>
          <a:xfrm>
            <a:off x="4721935" y="225086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25A9E87-89D1-F12F-8E0B-D9CA66BA053C}"/>
              </a:ext>
            </a:extLst>
          </p:cNvPr>
          <p:cNvSpPr/>
          <p:nvPr/>
        </p:nvSpPr>
        <p:spPr>
          <a:xfrm>
            <a:off x="4941825" y="202689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4886CEC-0025-6803-BD95-551D0B2410A2}"/>
              </a:ext>
            </a:extLst>
          </p:cNvPr>
          <p:cNvSpPr/>
          <p:nvPr/>
        </p:nvSpPr>
        <p:spPr>
          <a:xfrm>
            <a:off x="5187247" y="224530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BC8796A-E332-15F8-3007-46DF798C8235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906495" y="2206530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6BCA3E1-FFFC-B5E7-2FF7-F8C47A6479B1}"/>
              </a:ext>
            </a:extLst>
          </p:cNvPr>
          <p:cNvCxnSpPr>
            <a:cxnSpLocks/>
          </p:cNvCxnSpPr>
          <p:nvPr/>
        </p:nvCxnSpPr>
        <p:spPr>
          <a:xfrm flipV="1">
            <a:off x="4938161" y="2288009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82B8298-5D49-249D-4D5A-C10295C5CA1C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126385" y="2206530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2B88D306-84B2-BEBF-4EE2-97C3EFE01D5E}"/>
              </a:ext>
            </a:extLst>
          </p:cNvPr>
          <p:cNvSpPr/>
          <p:nvPr/>
        </p:nvSpPr>
        <p:spPr>
          <a:xfrm rot="2194629">
            <a:off x="465977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2CABE956-4D43-ED47-9B79-DA3AFEDB47E8}"/>
              </a:ext>
            </a:extLst>
          </p:cNvPr>
          <p:cNvSpPr txBox="1"/>
          <p:nvPr/>
        </p:nvSpPr>
        <p:spPr>
          <a:xfrm>
            <a:off x="537589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F2E0DDB2-519E-1CD4-2E4A-945E30914473}"/>
              </a:ext>
            </a:extLst>
          </p:cNvPr>
          <p:cNvSpPr txBox="1"/>
          <p:nvPr/>
        </p:nvSpPr>
        <p:spPr>
          <a:xfrm>
            <a:off x="5406512" y="214286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3C6599D1-E0BC-7EA8-FF55-AB6BDA972C26}"/>
              </a:ext>
            </a:extLst>
          </p:cNvPr>
          <p:cNvSpPr/>
          <p:nvPr/>
        </p:nvSpPr>
        <p:spPr>
          <a:xfrm rot="2207328">
            <a:off x="423596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19407E5B-432C-2AE6-9D35-3E872B22DC04}"/>
              </a:ext>
            </a:extLst>
          </p:cNvPr>
          <p:cNvSpPr/>
          <p:nvPr/>
        </p:nvSpPr>
        <p:spPr>
          <a:xfrm rot="4264973">
            <a:off x="4299521" y="1922906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2E5CA00C-7FFC-0790-47A3-A4F7C2E7334D}"/>
              </a:ext>
            </a:extLst>
          </p:cNvPr>
          <p:cNvSpPr/>
          <p:nvPr/>
        </p:nvSpPr>
        <p:spPr>
          <a:xfrm rot="3503374">
            <a:off x="4631768" y="1788793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CAEE28-08F1-76BE-31C7-8F7E69651DC6}"/>
              </a:ext>
            </a:extLst>
          </p:cNvPr>
          <p:cNvSpPr/>
          <p:nvPr/>
        </p:nvSpPr>
        <p:spPr>
          <a:xfrm>
            <a:off x="420073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588506-3F82-9411-50E2-ABCC70105FD8}"/>
              </a:ext>
            </a:extLst>
          </p:cNvPr>
          <p:cNvSpPr/>
          <p:nvPr/>
        </p:nvSpPr>
        <p:spPr>
          <a:xfrm>
            <a:off x="452864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A98DC1-B1AA-1814-1FA6-0BCF4BD2BD7E}"/>
              </a:ext>
            </a:extLst>
          </p:cNvPr>
          <p:cNvSpPr/>
          <p:nvPr/>
        </p:nvSpPr>
        <p:spPr>
          <a:xfrm>
            <a:off x="403788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73363E-9029-1407-B39F-EDE13B7345D7}"/>
              </a:ext>
            </a:extLst>
          </p:cNvPr>
          <p:cNvSpPr/>
          <p:nvPr/>
        </p:nvSpPr>
        <p:spPr>
          <a:xfrm>
            <a:off x="449134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350C16-346B-761D-7C65-5AED1A23CB64}"/>
              </a:ext>
            </a:extLst>
          </p:cNvPr>
          <p:cNvSpPr/>
          <p:nvPr/>
        </p:nvSpPr>
        <p:spPr>
          <a:xfrm>
            <a:off x="504401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D4C4596-CB26-590F-D8D5-C7249BDA09F9}"/>
              </a:ext>
            </a:extLst>
          </p:cNvPr>
          <p:cNvSpPr/>
          <p:nvPr/>
        </p:nvSpPr>
        <p:spPr>
          <a:xfrm>
            <a:off x="490111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CAA82D58-56BC-DE71-E22B-39CA2B5C0A6E}"/>
              </a:ext>
            </a:extLst>
          </p:cNvPr>
          <p:cNvSpPr txBox="1"/>
          <p:nvPr/>
        </p:nvSpPr>
        <p:spPr>
          <a:xfrm>
            <a:off x="397199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8DEC7D83-CDDA-5681-30BB-A88FAFABDC53}"/>
              </a:ext>
            </a:extLst>
          </p:cNvPr>
          <p:cNvSpPr txBox="1"/>
          <p:nvPr/>
        </p:nvSpPr>
        <p:spPr>
          <a:xfrm>
            <a:off x="443464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21AC6365-1291-8780-6F07-2EEB73559253}"/>
              </a:ext>
            </a:extLst>
          </p:cNvPr>
          <p:cNvSpPr txBox="1"/>
          <p:nvPr/>
        </p:nvSpPr>
        <p:spPr>
          <a:xfrm>
            <a:off x="496610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C43005EF-5616-BC73-2032-32AD498454DC}"/>
              </a:ext>
            </a:extLst>
          </p:cNvPr>
          <p:cNvSpPr txBox="1"/>
          <p:nvPr/>
        </p:nvSpPr>
        <p:spPr>
          <a:xfrm>
            <a:off x="481582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5A4C1C-7957-3C5A-E6FD-3732FA1B2D21}"/>
              </a:ext>
            </a:extLst>
          </p:cNvPr>
          <p:cNvSpPr txBox="1"/>
          <p:nvPr/>
        </p:nvSpPr>
        <p:spPr>
          <a:xfrm>
            <a:off x="413268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0F8E05-9AFF-E9CD-596D-05EB1ABEE4B9}"/>
              </a:ext>
            </a:extLst>
          </p:cNvPr>
          <p:cNvSpPr txBox="1"/>
          <p:nvPr/>
        </p:nvSpPr>
        <p:spPr>
          <a:xfrm>
            <a:off x="4466703" y="1441730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19D77F7-B10F-D53D-05CF-051851B6BF41}"/>
              </a:ext>
            </a:extLst>
          </p:cNvPr>
          <p:cNvSpPr/>
          <p:nvPr/>
        </p:nvSpPr>
        <p:spPr>
          <a:xfrm>
            <a:off x="467266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B4E48FE7-F1E3-3616-B044-8E518859DF84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89211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31F50-0375-6E24-E32C-651C4C04C8F2}"/>
              </a:ext>
            </a:extLst>
          </p:cNvPr>
          <p:cNvSpPr/>
          <p:nvPr/>
        </p:nvSpPr>
        <p:spPr>
          <a:xfrm>
            <a:off x="4966108" y="148538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509E8-0192-FF28-163A-7B14AAE658C7}"/>
              </a:ext>
            </a:extLst>
          </p:cNvPr>
          <p:cNvSpPr txBox="1"/>
          <p:nvPr/>
        </p:nvSpPr>
        <p:spPr>
          <a:xfrm>
            <a:off x="4901117" y="143935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290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648D5D-571D-CE95-D891-2E2CEF12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8898D9F0-B2AC-2FA4-D0E4-C797A93B73CD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FDA786CE-6A6A-BA3A-DFB6-485CD6C563D6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7E19ECF5-3271-0ED6-5422-3326FE264DCB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DA3E21D-BE00-E210-9F1C-9C00A4BBAEE3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3F2F5EC9-F70A-D2AB-A470-67DFE2FDA946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4CD286D-21D0-B62A-09EA-D21B8272066D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02C3B70-F9BC-516A-7910-2A17E89B4121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17C932F9-9AC5-5EB4-E805-DF6EDAF450E4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AD21E2BB-6658-998B-F96D-FC23DA3D50BC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93EC3F5-6426-4F93-4D52-71E99987C84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E51D2C4F-C777-16A1-024E-C32D638565E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B4A178CA-C70B-AE79-88C0-DF3E4DA7F708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B99AE219-4B50-4DC1-831B-E9F821AC972F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AD7E254A-004B-71B6-468A-FB996804A73B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5EAE0BE2-0598-24F9-5C6B-752154A60B15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71E41D7D-3B3D-08C9-9378-EE7A13ACE44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B5E4CF35-80E8-AB02-C8E7-A11916E2783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C28A90E-DF8B-96E0-0B7D-A99B6167ADA5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7210F09-E83F-B666-80A9-971B0E762EC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D910BD2C-79C2-0377-0822-5437A714DA83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C330B92A-4713-0D1B-7FB2-DE3BD7D12FF5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A79CC347-5C66-4924-4535-4B47E6ECD63B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39926B80-0D47-6B36-3010-1F026D2F30B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0E69D70F-F3AC-C47C-9CA2-5C3BBBD27BAD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29C5EDD-5AEF-5F88-620D-FF906140D940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A3341AAD-4019-02EA-7714-C94303362ABE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5005F9BE-2D04-EDF5-1D89-397B8C8E184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DA97A59-98A8-C2FE-8C44-E0C51E5A8DE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A8DFB034-05AD-3481-17B0-8D3DF5910EF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44A8D053-465E-ED3B-B0D9-2B2C0F908A0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93D65FEA-1615-6000-C1AB-14C08D38C65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A20909AA-1B5D-4B17-872F-AC12A71905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E9EDEED8-3F9E-A527-C419-D07502EFAD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1F70E216-2EA5-5ED7-AFDB-0587433497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32AC5B59-4F86-A3B1-260D-1162071728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3E41D61-45FF-6963-AF6E-3830D39A46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43FFBEFE-3F56-62F5-F9A8-6012FF852E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ECB405B-CC2E-A391-E513-4387D73FC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48273AB9-748F-2E85-69C1-23BF35600A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E789D3FC-854C-CE4C-8C54-30EC467615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2D04E5F4-2D21-C85A-894F-DC40B3DDF4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E28BA94B-0A56-E19D-9884-646BCDA66B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25B022B6-CBEB-A3D8-CD6C-D8EB5BA795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6F1F9C3F-E549-BBF4-33C2-FE38BA5DE7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A167B03D-0964-B551-558B-EA0944181A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559DCB65-A935-3F83-D5ED-FA0748B0B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E94DD9C8-918A-D006-A604-A1E8F95F34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1F41D310-7462-9268-F9F9-192805E74A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F4A93B87-8699-E134-AC65-45687A7327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0C7B50FC-6775-D742-20A2-FFC69F93727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90E5FB02-F647-2092-40B6-E56606EB93EF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DF28A98D-0E1E-1511-00FC-E055A256B8DB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098C2B48-C812-6135-3F30-3EDA8D365BA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344E985-ECC5-7F8F-CF7D-B97AED0F77CE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98141E2-6440-6A2D-41E2-4960BB3D237A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403CA742-F5CC-ED16-4045-3AACADDCEAF3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7DC5E85-7C9F-B336-F0D7-8D9BCF0A9161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C824B8-DE19-4611-4A96-41AE4E565998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7E1F82C-DFCB-8AD0-6BF7-D77FF77EF891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1BBFFB-9640-33B9-B910-974D325B09F0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40B174D-506D-73CE-F578-EBA4E2D23C61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A6C91C-75B1-ED6E-5193-06B2C919AFD8}"/>
              </a:ext>
            </a:extLst>
          </p:cNvPr>
          <p:cNvSpPr/>
          <p:nvPr/>
        </p:nvSpPr>
        <p:spPr>
          <a:xfrm>
            <a:off x="4004832" y="1961747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99A70BB-BE0A-AF58-C8EF-61AC589E0D63}"/>
              </a:ext>
            </a:extLst>
          </p:cNvPr>
          <p:cNvSpPr/>
          <p:nvPr/>
        </p:nvSpPr>
        <p:spPr>
          <a:xfrm>
            <a:off x="4009645" y="1170756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3C5448D-8C69-3C2A-AD90-B1A151BD1930}"/>
              </a:ext>
            </a:extLst>
          </p:cNvPr>
          <p:cNvSpPr/>
          <p:nvPr/>
        </p:nvSpPr>
        <p:spPr>
          <a:xfrm>
            <a:off x="400964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C740B501-EEAA-3888-7DB7-01E6097D8A23}"/>
              </a:ext>
            </a:extLst>
          </p:cNvPr>
          <p:cNvSpPr/>
          <p:nvPr/>
        </p:nvSpPr>
        <p:spPr>
          <a:xfrm>
            <a:off x="3769885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49580E-854F-3F73-D1D8-C73D25484D8B}"/>
              </a:ext>
            </a:extLst>
          </p:cNvPr>
          <p:cNvSpPr txBox="1"/>
          <p:nvPr/>
        </p:nvSpPr>
        <p:spPr>
          <a:xfrm>
            <a:off x="2047976" y="245973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90372F2-E9AB-C794-2945-C36B06C540F4}"/>
              </a:ext>
            </a:extLst>
          </p:cNvPr>
          <p:cNvSpPr txBox="1"/>
          <p:nvPr/>
        </p:nvSpPr>
        <p:spPr>
          <a:xfrm>
            <a:off x="4127501" y="24597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GIR Construction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B563E723-9042-37B1-9B2D-278D0B99AF6A}"/>
              </a:ext>
            </a:extLst>
          </p:cNvPr>
          <p:cNvSpPr txBox="1"/>
          <p:nvPr/>
        </p:nvSpPr>
        <p:spPr>
          <a:xfrm>
            <a:off x="5350229" y="1147713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0C91352C-EE2D-62B3-45DA-8F6DD2252A7D}"/>
              </a:ext>
            </a:extLst>
          </p:cNvPr>
          <p:cNvSpPr txBox="1"/>
          <p:nvPr/>
        </p:nvSpPr>
        <p:spPr>
          <a:xfrm>
            <a:off x="5124249" y="1921668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BD4DB571-1FC3-01F7-9033-B62FAAA7E579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20708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61F8226D-DA73-CFFE-6487-202880F67DFD}"/>
              </a:ext>
            </a:extLst>
          </p:cNvPr>
          <p:cNvCxnSpPr>
            <a:cxnSpLocks/>
            <a:stCxn id="36" idx="0"/>
            <a:endCxn id="631" idx="6"/>
          </p:cNvCxnSpPr>
          <p:nvPr/>
        </p:nvCxnSpPr>
        <p:spPr>
          <a:xfrm flipH="1" flipV="1">
            <a:off x="4457070" y="682606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050AE871-F8BA-145F-ECE7-8F9AE924176D}"/>
              </a:ext>
            </a:extLst>
          </p:cNvPr>
          <p:cNvSpPr/>
          <p:nvPr/>
        </p:nvSpPr>
        <p:spPr>
          <a:xfrm>
            <a:off x="423761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64BDFE70-8C6C-3DED-D4F8-225233DDA0E1}"/>
              </a:ext>
            </a:extLst>
          </p:cNvPr>
          <p:cNvCxnSpPr>
            <a:cxnSpLocks/>
            <a:stCxn id="13" idx="0"/>
            <a:endCxn id="631" idx="2"/>
          </p:cNvCxnSpPr>
          <p:nvPr/>
        </p:nvCxnSpPr>
        <p:spPr>
          <a:xfrm flipV="1">
            <a:off x="4122488" y="682606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9BC427FA-454B-FD45-DA38-56583A11E159}"/>
              </a:ext>
            </a:extLst>
          </p:cNvPr>
          <p:cNvGrpSpPr/>
          <p:nvPr/>
        </p:nvGrpSpPr>
        <p:grpSpPr>
          <a:xfrm>
            <a:off x="506151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C5876264-12A8-10E0-9166-96BBF9156648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C042B525-1A18-D68D-4448-D34F5442062B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AB8B88B9-606E-B593-1333-77C22D70C54E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1AD0C066-44E0-2C44-E088-CBC358D13A80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795399F8-127E-7880-7078-F0DFF669BF04}"/>
              </a:ext>
            </a:extLst>
          </p:cNvPr>
          <p:cNvCxnSpPr>
            <a:cxnSpLocks/>
            <a:stCxn id="36" idx="0"/>
            <a:endCxn id="56" idx="2"/>
          </p:cNvCxnSpPr>
          <p:nvPr/>
        </p:nvCxnSpPr>
        <p:spPr>
          <a:xfrm flipV="1">
            <a:off x="4575945" y="684347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8E22CD-41D9-ED70-8591-6F24A551F434}"/>
              </a:ext>
            </a:extLst>
          </p:cNvPr>
          <p:cNvSpPr txBox="1"/>
          <p:nvPr/>
        </p:nvSpPr>
        <p:spPr>
          <a:xfrm>
            <a:off x="510643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B5D1D-4076-4C99-CE0C-40E1DD6655C6}"/>
              </a:ext>
            </a:extLst>
          </p:cNvPr>
          <p:cNvSpPr txBox="1"/>
          <p:nvPr/>
        </p:nvSpPr>
        <p:spPr>
          <a:xfrm>
            <a:off x="543459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73982-CA66-A73C-925E-F8DE1AF3183C}"/>
              </a:ext>
            </a:extLst>
          </p:cNvPr>
          <p:cNvSpPr txBox="1"/>
          <p:nvPr/>
        </p:nvSpPr>
        <p:spPr>
          <a:xfrm>
            <a:off x="524971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B66378E0-D4EE-B638-5B85-E603BAC70976}"/>
              </a:ext>
            </a:extLst>
          </p:cNvPr>
          <p:cNvSpPr txBox="1"/>
          <p:nvPr/>
        </p:nvSpPr>
        <p:spPr>
          <a:xfrm>
            <a:off x="406021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D8DF7BBE-1F3E-70F3-0799-A2619E3F5DF7}"/>
              </a:ext>
            </a:extLst>
          </p:cNvPr>
          <p:cNvSpPr/>
          <p:nvPr/>
        </p:nvSpPr>
        <p:spPr>
          <a:xfrm>
            <a:off x="421131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978722A6-3351-F9C9-BABF-B229DC8BEDB7}"/>
              </a:ext>
            </a:extLst>
          </p:cNvPr>
          <p:cNvSpPr/>
          <p:nvPr/>
        </p:nvSpPr>
        <p:spPr>
          <a:xfrm>
            <a:off x="439084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FFB7E215-CF77-4F0C-8710-35E5A8402CC8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39587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C7F431EC-AC06-D976-61F3-7FBF75B50E8F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57540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CFE3A3C-1681-BB68-7875-E0AA4506EF6F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28533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7374A3B0-AB66-34C6-6A26-F80B8F985002}"/>
              </a:ext>
            </a:extLst>
          </p:cNvPr>
          <p:cNvSpPr/>
          <p:nvPr/>
        </p:nvSpPr>
        <p:spPr>
          <a:xfrm>
            <a:off x="4872468" y="145355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2703B137-45DC-FB56-5701-9EC9C5A3739E}"/>
              </a:ext>
            </a:extLst>
          </p:cNvPr>
          <p:cNvSpPr/>
          <p:nvPr/>
        </p:nvSpPr>
        <p:spPr>
          <a:xfrm>
            <a:off x="508864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EFD50486-E307-7CBC-9AAF-8793ACE79A72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05702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9FABA855-3456-4EC5-0DDE-C4AFBF12010F}"/>
              </a:ext>
            </a:extLst>
          </p:cNvPr>
          <p:cNvSpPr txBox="1"/>
          <p:nvPr/>
        </p:nvSpPr>
        <p:spPr>
          <a:xfrm>
            <a:off x="475788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BE4ACA45-81C0-254A-A198-40047CEB5349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188563" y="2189397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315D9059-6E06-75B6-1A7A-E8ABF909CBCD}"/>
              </a:ext>
            </a:extLst>
          </p:cNvPr>
          <p:cNvSpPr/>
          <p:nvPr/>
        </p:nvSpPr>
        <p:spPr>
          <a:xfrm>
            <a:off x="4420984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3FAC64CC-6DE7-0F04-6D3D-96B6449D9788}"/>
              </a:ext>
            </a:extLst>
          </p:cNvPr>
          <p:cNvSpPr/>
          <p:nvPr/>
        </p:nvSpPr>
        <p:spPr>
          <a:xfrm>
            <a:off x="4004003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5F32BFCC-4839-4F54-0C77-758752CF361C}"/>
              </a:ext>
            </a:extLst>
          </p:cNvPr>
          <p:cNvSpPr/>
          <p:nvPr/>
        </p:nvSpPr>
        <p:spPr>
          <a:xfrm>
            <a:off x="4196164" y="200976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6E0D564C-C67B-8CD8-D432-75276CDB0CD9}"/>
              </a:ext>
            </a:extLst>
          </p:cNvPr>
          <p:cNvCxnSpPr>
            <a:cxnSpLocks/>
          </p:cNvCxnSpPr>
          <p:nvPr/>
        </p:nvCxnSpPr>
        <p:spPr>
          <a:xfrm>
            <a:off x="4220229" y="2283881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F5CB54D-48D9-B640-787F-3B627B698689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380724" y="2189397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06AE4B4D-C18E-3C58-6B1F-DDB763991C8E}"/>
              </a:ext>
            </a:extLst>
          </p:cNvPr>
          <p:cNvSpPr/>
          <p:nvPr/>
        </p:nvSpPr>
        <p:spPr>
          <a:xfrm>
            <a:off x="4721935" y="225086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0310A25-1552-496A-1F6F-489939CE6985}"/>
              </a:ext>
            </a:extLst>
          </p:cNvPr>
          <p:cNvSpPr/>
          <p:nvPr/>
        </p:nvSpPr>
        <p:spPr>
          <a:xfrm>
            <a:off x="4941825" y="202689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860B9E9-5137-F01A-BFE3-50452346C9A4}"/>
              </a:ext>
            </a:extLst>
          </p:cNvPr>
          <p:cNvSpPr/>
          <p:nvPr/>
        </p:nvSpPr>
        <p:spPr>
          <a:xfrm>
            <a:off x="5187247" y="224530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2479F8A-8BDA-C13D-9438-8567A72E04C8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906495" y="2206530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D33EC2A-7F94-676C-B9C8-24EA424EB215}"/>
              </a:ext>
            </a:extLst>
          </p:cNvPr>
          <p:cNvCxnSpPr>
            <a:cxnSpLocks/>
          </p:cNvCxnSpPr>
          <p:nvPr/>
        </p:nvCxnSpPr>
        <p:spPr>
          <a:xfrm flipV="1">
            <a:off x="4938161" y="2288009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081AE10-7077-2F92-02E0-513629EE0994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126385" y="2206530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75FFE238-912B-5AFC-0D29-F9BD4FDE04FA}"/>
              </a:ext>
            </a:extLst>
          </p:cNvPr>
          <p:cNvSpPr/>
          <p:nvPr/>
        </p:nvSpPr>
        <p:spPr>
          <a:xfrm rot="2194629">
            <a:off x="465977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38D8A0D8-EF7A-5A1C-7448-7289FB66FD4C}"/>
              </a:ext>
            </a:extLst>
          </p:cNvPr>
          <p:cNvSpPr txBox="1"/>
          <p:nvPr/>
        </p:nvSpPr>
        <p:spPr>
          <a:xfrm>
            <a:off x="537589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594B6CAA-4B56-2417-D0A1-226247BD7EB8}"/>
              </a:ext>
            </a:extLst>
          </p:cNvPr>
          <p:cNvSpPr txBox="1"/>
          <p:nvPr/>
        </p:nvSpPr>
        <p:spPr>
          <a:xfrm>
            <a:off x="5406512" y="214286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ADBBC404-9A03-CA75-EE65-CBF632D970FB}"/>
              </a:ext>
            </a:extLst>
          </p:cNvPr>
          <p:cNvSpPr/>
          <p:nvPr/>
        </p:nvSpPr>
        <p:spPr>
          <a:xfrm rot="2207328">
            <a:off x="423596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AE3A526C-A1D9-F928-02F5-6F357448B4AB}"/>
              </a:ext>
            </a:extLst>
          </p:cNvPr>
          <p:cNvSpPr/>
          <p:nvPr/>
        </p:nvSpPr>
        <p:spPr>
          <a:xfrm rot="4264973">
            <a:off x="4299521" y="1922906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BF41C443-8FBA-F137-57B2-3F5568956D10}"/>
              </a:ext>
            </a:extLst>
          </p:cNvPr>
          <p:cNvSpPr/>
          <p:nvPr/>
        </p:nvSpPr>
        <p:spPr>
          <a:xfrm rot="3503374">
            <a:off x="4631768" y="1788793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6E4D86-38C3-6749-B7EE-E3A8DBCE2225}"/>
              </a:ext>
            </a:extLst>
          </p:cNvPr>
          <p:cNvSpPr/>
          <p:nvPr/>
        </p:nvSpPr>
        <p:spPr>
          <a:xfrm>
            <a:off x="420073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0F5812-6280-DFC7-6DB6-F42C5D10B99B}"/>
              </a:ext>
            </a:extLst>
          </p:cNvPr>
          <p:cNvSpPr/>
          <p:nvPr/>
        </p:nvSpPr>
        <p:spPr>
          <a:xfrm>
            <a:off x="452864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35EFDB-986B-939F-326F-CCDBBBAA8CF5}"/>
              </a:ext>
            </a:extLst>
          </p:cNvPr>
          <p:cNvSpPr/>
          <p:nvPr/>
        </p:nvSpPr>
        <p:spPr>
          <a:xfrm>
            <a:off x="403788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C0C39A-B8A4-4B9F-3D45-1E6571CA91DA}"/>
              </a:ext>
            </a:extLst>
          </p:cNvPr>
          <p:cNvSpPr/>
          <p:nvPr/>
        </p:nvSpPr>
        <p:spPr>
          <a:xfrm>
            <a:off x="449134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D6B9CF-E306-FC90-202D-A028B7F118A7}"/>
              </a:ext>
            </a:extLst>
          </p:cNvPr>
          <p:cNvSpPr/>
          <p:nvPr/>
        </p:nvSpPr>
        <p:spPr>
          <a:xfrm>
            <a:off x="504401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2AC1FC-A3FC-2291-1411-E9EEF30FB7B0}"/>
              </a:ext>
            </a:extLst>
          </p:cNvPr>
          <p:cNvSpPr/>
          <p:nvPr/>
        </p:nvSpPr>
        <p:spPr>
          <a:xfrm>
            <a:off x="490111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33CCEE8D-2C46-DDF7-2CD3-ADFF6B4E6370}"/>
              </a:ext>
            </a:extLst>
          </p:cNvPr>
          <p:cNvSpPr txBox="1"/>
          <p:nvPr/>
        </p:nvSpPr>
        <p:spPr>
          <a:xfrm>
            <a:off x="397199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D344DA9A-3009-F804-0169-876E46BEE181}"/>
              </a:ext>
            </a:extLst>
          </p:cNvPr>
          <p:cNvSpPr txBox="1"/>
          <p:nvPr/>
        </p:nvSpPr>
        <p:spPr>
          <a:xfrm>
            <a:off x="443464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27ED30A8-4915-9785-97B5-C0E4708FB55A}"/>
              </a:ext>
            </a:extLst>
          </p:cNvPr>
          <p:cNvSpPr txBox="1"/>
          <p:nvPr/>
        </p:nvSpPr>
        <p:spPr>
          <a:xfrm>
            <a:off x="496610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AEDC94F5-59AB-9489-92AB-A94769EA603E}"/>
              </a:ext>
            </a:extLst>
          </p:cNvPr>
          <p:cNvSpPr txBox="1"/>
          <p:nvPr/>
        </p:nvSpPr>
        <p:spPr>
          <a:xfrm>
            <a:off x="481582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761923-B640-990A-E926-7371C960A300}"/>
              </a:ext>
            </a:extLst>
          </p:cNvPr>
          <p:cNvSpPr txBox="1"/>
          <p:nvPr/>
        </p:nvSpPr>
        <p:spPr>
          <a:xfrm>
            <a:off x="413268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227872-98EA-30C7-44D1-C3469CA116DE}"/>
              </a:ext>
            </a:extLst>
          </p:cNvPr>
          <p:cNvSpPr txBox="1"/>
          <p:nvPr/>
        </p:nvSpPr>
        <p:spPr>
          <a:xfrm>
            <a:off x="4465771" y="14603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AAA8035-7A11-60F4-2922-1786464B9B0C}"/>
              </a:ext>
            </a:extLst>
          </p:cNvPr>
          <p:cNvSpPr/>
          <p:nvPr/>
        </p:nvSpPr>
        <p:spPr>
          <a:xfrm>
            <a:off x="467266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24D2291F-AC55-279C-D26D-81A03FB1988F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89211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13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E8B2E5-F890-62F3-FC98-4D625FDC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908B4706-F98B-B673-0ACF-FA4296A5F205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3370430B-A205-5B5D-15A4-7E54BE90EC27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9CEE37F-62C7-4761-B748-870683E861B6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1D07B120-9364-3B0F-F2FC-E4F5B0A2BDE9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D75AAD1-4E57-23BB-FDF5-4ECD20C9471A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2F6300D-417A-DD5B-B2AB-A2AD2441D323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89093325-CBB5-5A1C-BA06-407383931E88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8A491D72-4F15-30B6-A964-751A571CC9CD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477DE1B-7723-DFB9-BE7C-83B8669CC993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015923A-56C5-C40A-C793-CA84967E64B6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0071751-65D8-78F2-B142-8A7A340C2ACC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7062F758-B76A-0CF8-C19D-866E2C18B93A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97CE5CA-05FB-9232-5AA4-871392FA5B37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1D71438-FD12-CDCC-F43D-4A61BB5D6551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9D3509E-40A7-9B36-6C83-277983E144D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94D41A24-8277-AA03-05F9-8D31D5C0A1A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3D389021-3C12-C13E-A710-90CCB621A30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4A1330A-C47D-209A-C740-85653EB11C2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098B2D7D-82DD-8C7D-A381-3F03363EC38A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E6FED966-718E-C90E-4095-4E25BDB9796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19C4458A-819F-D566-DA31-75AAFB70451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354CA6B2-D33C-4E4A-9104-F2CABDA5E963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1AA7077-1B1B-4C00-C3BA-E62150699410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BAB4B622-CA13-60E3-A0A3-08AEC810D23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49440F9-5EFA-6C5C-C719-38AE5FF981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436F45FE-55D8-8A81-A698-13AFBDAB2C67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9BB352AF-9EA8-7D5C-EA7E-95922F018FD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7D967CE-BBE9-A1E0-3D7D-BEB8A34B3F6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70BC878-FA41-C864-B23C-19B99A8E050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CF1C018-406A-8666-AAD8-514670E27D35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7C96F6F-123C-E1E3-BF8B-86A2E333261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1A76E6E-1A72-03C2-5D1E-8B9ABA768D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1FE23CDB-365B-1E80-BF46-470397DC39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5C4AA0A4-82BC-9296-BACC-13464E017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31D1A8F-EC3B-06D5-C493-D2C6E1FF2C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D643AF3-D31E-076D-B3FE-00E1F51A6A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03DA3DAF-18E7-8F90-F000-BE6EE4A3E7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52486A09-D3A0-5600-BD2A-E236557BCA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67F50EAE-4A53-EA4C-D40C-51904A550E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A6B9602-75DB-D0B4-EFB1-62CD54BA95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B85C697A-FB5B-47D1-CE25-AC5F8B1A9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40E04C6D-F991-6675-003A-ECF551140A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4A2C694-C87B-B2FA-2F2E-7DB8AB0A40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0B11C059-90FA-2007-E735-C5B03288E4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96B26155-3D58-5F3A-0E22-9E89A08A98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1478A393-242D-BB8C-685A-113DF2EB7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B7E990D-839C-0B3B-1FE1-B9AA08870B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DD1E0D7B-FE2C-B51C-7447-FEC9976AC8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FEAD8D0-7B85-E4DD-1FA8-59302C4A80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270050D-8066-AFD9-DA9D-595488F12E9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15D496C-34A1-7274-9CEA-0F59C1503EA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A5605D7E-8567-E120-AB52-BAFB992FAE04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579A451-E32A-AB30-A69E-74485A9E9333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0E00F19-00DF-789A-28C0-98EE2A1D1F40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66CC1F91-B6C8-C953-CAC6-0FEE14813B7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F4CAEC7-BF71-F5E9-A26D-DC82AAC4A93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FB7F9288-2D71-EB2A-CC82-340A3D7F37F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9113A9-4537-5959-CC92-AD1B35FDE86D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2519DE7A-0460-0516-3E75-59C8E1F82C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809CF704-2406-815C-C0AC-E3E52B9354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5AD7DD05-3D33-F7A5-5D04-9AABB2E801DD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5497BE1-B80F-BF57-015E-08D1A93A2941}"/>
              </a:ext>
            </a:extLst>
          </p:cNvPr>
          <p:cNvSpPr/>
          <p:nvPr/>
        </p:nvSpPr>
        <p:spPr>
          <a:xfrm>
            <a:off x="3897252" y="2001503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A5C5CE2-DBF7-9564-CB80-4ABBF0A474DD}"/>
              </a:ext>
            </a:extLst>
          </p:cNvPr>
          <p:cNvSpPr/>
          <p:nvPr/>
        </p:nvSpPr>
        <p:spPr>
          <a:xfrm>
            <a:off x="3902065" y="1170756"/>
            <a:ext cx="1689945" cy="780333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CD1A5F0-D4C9-A082-2BD9-6924B0CF0B4B}"/>
              </a:ext>
            </a:extLst>
          </p:cNvPr>
          <p:cNvSpPr/>
          <p:nvPr/>
        </p:nvSpPr>
        <p:spPr>
          <a:xfrm>
            <a:off x="390206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9832FA8-DFA3-ED5B-9C3F-0385355C685A}"/>
              </a:ext>
            </a:extLst>
          </p:cNvPr>
          <p:cNvSpPr/>
          <p:nvPr/>
        </p:nvSpPr>
        <p:spPr>
          <a:xfrm>
            <a:off x="3689200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75F49E-FFC2-73B9-A9D6-1202937FDFD4}"/>
              </a:ext>
            </a:extLst>
          </p:cNvPr>
          <p:cNvSpPr txBox="1"/>
          <p:nvPr/>
        </p:nvSpPr>
        <p:spPr>
          <a:xfrm>
            <a:off x="263999" y="24978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B68AF4E-8131-A6AB-BA2C-9EE2BC3334B4}"/>
              </a:ext>
            </a:extLst>
          </p:cNvPr>
          <p:cNvSpPr txBox="1"/>
          <p:nvPr/>
        </p:nvSpPr>
        <p:spPr>
          <a:xfrm>
            <a:off x="1872264" y="249780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Detecting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532556-44FF-E1BE-A6FB-5D868574C536}"/>
              </a:ext>
            </a:extLst>
          </p:cNvPr>
          <p:cNvSpPr txBox="1"/>
          <p:nvPr/>
        </p:nvSpPr>
        <p:spPr>
          <a:xfrm>
            <a:off x="4019921" y="2497800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D0AC16BD-72C6-D254-7B08-C9F9272CECBE}"/>
              </a:ext>
            </a:extLst>
          </p:cNvPr>
          <p:cNvGrpSpPr/>
          <p:nvPr/>
        </p:nvGrpSpPr>
        <p:grpSpPr>
          <a:xfrm>
            <a:off x="206299" y="652820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EBEEE7B-B2F1-BFC2-8AC2-AA7025053C8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C57C034-09B1-BBD8-90DB-24956889B1B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16C93AA-2ADA-5D51-7F18-4555AAC8705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D453472-5C8D-BC9E-F2CD-847FFC86CC9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8ECFDD7-56F0-4937-A9B7-9B634699CF84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BA446A3F-3392-E658-A0D9-BC4E348217F8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1AD1364-F708-D744-0907-48B38DA888F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488C7E19-628C-ECAE-1D61-B9C992A171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6945D435-C698-6163-8D83-BF9656C98932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A7B498F-77C0-3EC1-B111-8239DB53723F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8534DBF-08AF-70CF-F636-E367B3C4911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159B6C5B-6708-1EF1-5BF5-61605864D606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4E41917A-9B5C-8DA1-3DB9-91BB866F490A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5754DD76-A589-4E0C-9F36-D06B643DAD98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8766B7A9-F661-7584-1FE7-9798F5ADCB04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1603600-CE57-6CA2-C6F9-9338A743EFE7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A7E93CA-AE19-46C8-5202-0C7DA7B8C3A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D98F656-9170-17C9-332B-FC4C7DBC944C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65D37159-3A3D-5C71-1F3B-ED7898C0A61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11987A2-246A-7817-A3F1-82CFC2D4F870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AD39399-38F7-AC21-AEA0-76A4AF0F86F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5D47963-6229-124B-79A8-42CB979E9C9D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EB8D7E8-82A9-9C6D-529B-CDF97FFD4B4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73D0BE6-D7B5-A667-298A-62B173B6A9D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8E1D522-9F14-49D5-216E-48B96A2E61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BF444D64-B482-449C-CCFA-26ECF530C1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5BE98711-834E-94B4-1B3D-402AEB9C60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D9EDD36-2FAA-1907-7D23-6C226C5F87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836C2DB-32ED-4BA5-8E0D-6B4682188C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EF7F5AF-6BE7-A835-A275-C5CB12DAF9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61A01BF0-F2B5-8ABD-388F-B4FEDB3FA5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C0EF575-A8E1-3516-5367-23092936B6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C8E6AF41-148E-4C02-9097-B12D2E19D7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083A32C8-8BAB-DD1A-5AFB-EE5845EE6A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B54FCA19-D719-0D2B-0796-22A2D70F78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CB457988-D88F-7129-C4DC-FDB347D2F7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A2CD8D7A-FDE5-FD20-9284-78363B5822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FD44D0E2-6316-A71E-718B-B76A0C3A9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870B76-E919-408E-B47C-A5A85F4F9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B8A434B4-18E9-BCE8-2F2D-759EBDF561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B94E6A-852E-DA4C-EE5A-E2CE592567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9A7A7F16-FAEA-F4A1-6051-D8D9353920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F0D91DC0-061F-CDAE-3F11-598EEFCB794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D6193D1-B788-3F16-D75E-C8DBE57C8101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D61619D-D7CC-601F-7540-3D9442A305B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266B4AE-85A7-4289-D205-97B8E8C8B390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674F37D-3121-C406-3BEF-B164DCD0F25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A875EA5-11E2-A3E6-C998-9025C33BDBAB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4EE8597-05E2-7A33-249E-B82DCF36EBA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1AFDC2-DFF1-900F-4036-8BEADDA1EB41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1E62CBA-D98E-C203-D09B-646C20F13F8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0416E6-73F5-21FE-E3D2-2A1C6639569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6B9AC4C-E278-74F6-028C-79243AADD7C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F0F3A8C-195D-2829-D937-3E299798CB6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005C5231-FE91-C582-C183-B062F87EB598}"/>
              </a:ext>
            </a:extLst>
          </p:cNvPr>
          <p:cNvSpPr txBox="1"/>
          <p:nvPr/>
        </p:nvSpPr>
        <p:spPr>
          <a:xfrm>
            <a:off x="5242649" y="1147713"/>
            <a:ext cx="61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3F838097-3890-3372-C992-344C253E7698}"/>
              </a:ext>
            </a:extLst>
          </p:cNvPr>
          <p:cNvSpPr txBox="1"/>
          <p:nvPr/>
        </p:nvSpPr>
        <p:spPr>
          <a:xfrm>
            <a:off x="5016669" y="1961424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7EA077C5-1C5C-8163-5823-30D3C976F84B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D5D453D3-C6D5-A791-1518-CC28BF32AE09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09950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FEAE9090-7374-E482-A27F-5307AD3B85C5}"/>
              </a:ext>
            </a:extLst>
          </p:cNvPr>
          <p:cNvCxnSpPr>
            <a:cxnSpLocks/>
            <a:stCxn id="36" idx="0"/>
            <a:endCxn id="631" idx="6"/>
          </p:cNvCxnSpPr>
          <p:nvPr/>
        </p:nvCxnSpPr>
        <p:spPr>
          <a:xfrm flipH="1" flipV="1">
            <a:off x="4349490" y="682606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D23F60F7-D842-5993-2117-DD566C3FDE7D}"/>
              </a:ext>
            </a:extLst>
          </p:cNvPr>
          <p:cNvSpPr/>
          <p:nvPr/>
        </p:nvSpPr>
        <p:spPr>
          <a:xfrm>
            <a:off x="413003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7A8FAEA0-8B19-710D-E488-745237A8E82B}"/>
              </a:ext>
            </a:extLst>
          </p:cNvPr>
          <p:cNvCxnSpPr>
            <a:cxnSpLocks/>
            <a:stCxn id="13" idx="0"/>
            <a:endCxn id="631" idx="2"/>
          </p:cNvCxnSpPr>
          <p:nvPr/>
        </p:nvCxnSpPr>
        <p:spPr>
          <a:xfrm flipV="1">
            <a:off x="4014908" y="682606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0AED34E7-464D-FF5F-6CA4-6A8C9FBAFC16}"/>
              </a:ext>
            </a:extLst>
          </p:cNvPr>
          <p:cNvGrpSpPr/>
          <p:nvPr/>
        </p:nvGrpSpPr>
        <p:grpSpPr>
          <a:xfrm>
            <a:off x="495393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7049BCC1-F828-9B95-9DB0-EBEED0863F08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8B4DF4A7-2433-8C1D-853A-653203AFE053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634DEF1A-6B01-1EAD-3A8D-D151A87F5933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969CDDDE-2513-2145-FB21-066E492D5C80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BA949268-73A1-C25E-5ECB-9EB7A54AEB4B}"/>
              </a:ext>
            </a:extLst>
          </p:cNvPr>
          <p:cNvCxnSpPr>
            <a:cxnSpLocks/>
            <a:stCxn id="36" idx="0"/>
            <a:endCxn id="56" idx="2"/>
          </p:cNvCxnSpPr>
          <p:nvPr/>
        </p:nvCxnSpPr>
        <p:spPr>
          <a:xfrm flipV="1">
            <a:off x="4468365" y="684347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B834DA-5E7D-D501-659F-05409819DF1D}"/>
              </a:ext>
            </a:extLst>
          </p:cNvPr>
          <p:cNvSpPr txBox="1"/>
          <p:nvPr/>
        </p:nvSpPr>
        <p:spPr>
          <a:xfrm>
            <a:off x="499885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2E52A-910D-675B-3187-32B987E948A9}"/>
              </a:ext>
            </a:extLst>
          </p:cNvPr>
          <p:cNvSpPr txBox="1"/>
          <p:nvPr/>
        </p:nvSpPr>
        <p:spPr>
          <a:xfrm>
            <a:off x="532701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7162F-52FD-000A-191D-66DBE0740A44}"/>
              </a:ext>
            </a:extLst>
          </p:cNvPr>
          <p:cNvSpPr txBox="1"/>
          <p:nvPr/>
        </p:nvSpPr>
        <p:spPr>
          <a:xfrm>
            <a:off x="514213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1DDD9CC3-F368-9FAB-4F99-0AB24FDF2F9C}"/>
              </a:ext>
            </a:extLst>
          </p:cNvPr>
          <p:cNvSpPr txBox="1"/>
          <p:nvPr/>
        </p:nvSpPr>
        <p:spPr>
          <a:xfrm>
            <a:off x="395263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3B4447DB-6151-A549-E9BB-BBD49AC1F481}"/>
              </a:ext>
            </a:extLst>
          </p:cNvPr>
          <p:cNvSpPr/>
          <p:nvPr/>
        </p:nvSpPr>
        <p:spPr>
          <a:xfrm>
            <a:off x="410373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B634D6D1-6FDD-60E7-4FD3-893AE885FF4E}"/>
              </a:ext>
            </a:extLst>
          </p:cNvPr>
          <p:cNvSpPr/>
          <p:nvPr/>
        </p:nvSpPr>
        <p:spPr>
          <a:xfrm>
            <a:off x="428326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2F98F013-DB57-418F-A15C-1FC0FE690F36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28829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9CA68629-5B5F-A121-8226-EB371A6DAD40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46782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F09366A-3D63-AE18-F0DF-66BD9072F9FD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17775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EE66B955-2433-33F5-3ED3-2CF020132B11}"/>
              </a:ext>
            </a:extLst>
          </p:cNvPr>
          <p:cNvSpPr/>
          <p:nvPr/>
        </p:nvSpPr>
        <p:spPr>
          <a:xfrm>
            <a:off x="4764888" y="145355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F2B2E72-5052-FFB0-3569-3C4DDE33AB1E}"/>
              </a:ext>
            </a:extLst>
          </p:cNvPr>
          <p:cNvSpPr/>
          <p:nvPr/>
        </p:nvSpPr>
        <p:spPr>
          <a:xfrm>
            <a:off x="498106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85AC522-D983-95F1-34E8-075FD01B227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494944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AF2464-C866-349B-2890-C614ED263A3D}"/>
              </a:ext>
            </a:extLst>
          </p:cNvPr>
          <p:cNvSpPr txBox="1"/>
          <p:nvPr/>
        </p:nvSpPr>
        <p:spPr>
          <a:xfrm>
            <a:off x="465030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59C5E918-1D4F-704F-6C0C-B5EB9BE9079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080983" y="2229153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E73E6C55-0A7A-BE06-FDEA-3777B97C3568}"/>
              </a:ext>
            </a:extLst>
          </p:cNvPr>
          <p:cNvSpPr/>
          <p:nvPr/>
        </p:nvSpPr>
        <p:spPr>
          <a:xfrm>
            <a:off x="4313404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DACBE46F-E43B-5CDF-1BCB-867A50C704AC}"/>
              </a:ext>
            </a:extLst>
          </p:cNvPr>
          <p:cNvSpPr/>
          <p:nvPr/>
        </p:nvSpPr>
        <p:spPr>
          <a:xfrm>
            <a:off x="3896423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E5779CB-C663-F517-F5F9-9131F1F0F417}"/>
              </a:ext>
            </a:extLst>
          </p:cNvPr>
          <p:cNvSpPr/>
          <p:nvPr/>
        </p:nvSpPr>
        <p:spPr>
          <a:xfrm>
            <a:off x="4088584" y="204951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52C93131-EB82-8B03-4CB4-46836D4F2C9F}"/>
              </a:ext>
            </a:extLst>
          </p:cNvPr>
          <p:cNvCxnSpPr>
            <a:cxnSpLocks/>
          </p:cNvCxnSpPr>
          <p:nvPr/>
        </p:nvCxnSpPr>
        <p:spPr>
          <a:xfrm>
            <a:off x="4112649" y="2323637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7954419-60D6-FF3B-C7EF-535198DA8337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273144" y="2229153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DCEE0212-AA85-1C1F-DBE7-1839F4D17F12}"/>
              </a:ext>
            </a:extLst>
          </p:cNvPr>
          <p:cNvSpPr/>
          <p:nvPr/>
        </p:nvSpPr>
        <p:spPr>
          <a:xfrm>
            <a:off x="4614355" y="229062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5F51FC-B027-F606-405F-2731FD50433E}"/>
              </a:ext>
            </a:extLst>
          </p:cNvPr>
          <p:cNvSpPr/>
          <p:nvPr/>
        </p:nvSpPr>
        <p:spPr>
          <a:xfrm>
            <a:off x="4834245" y="206665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68DB706-4C3B-E4AE-F8E8-36E7395B23A6}"/>
              </a:ext>
            </a:extLst>
          </p:cNvPr>
          <p:cNvSpPr/>
          <p:nvPr/>
        </p:nvSpPr>
        <p:spPr>
          <a:xfrm>
            <a:off x="5079667" y="228505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183C523-C116-9440-BB12-35BF5F7BB2D8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798915" y="2246286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10E0184-2FAD-49EC-D9DA-CFFF9665EDBD}"/>
              </a:ext>
            </a:extLst>
          </p:cNvPr>
          <p:cNvCxnSpPr>
            <a:cxnSpLocks/>
          </p:cNvCxnSpPr>
          <p:nvPr/>
        </p:nvCxnSpPr>
        <p:spPr>
          <a:xfrm flipV="1">
            <a:off x="4830581" y="2327765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FAC9B85-CBFA-CF5E-6A35-2E945C6DEA0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018805" y="2246286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39CC6593-F6C9-B078-6326-BCF25FD987C7}"/>
              </a:ext>
            </a:extLst>
          </p:cNvPr>
          <p:cNvSpPr/>
          <p:nvPr/>
        </p:nvSpPr>
        <p:spPr>
          <a:xfrm rot="2194629">
            <a:off x="455219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9CD5C61E-4A33-9DC1-9B74-867C9B816EF5}"/>
              </a:ext>
            </a:extLst>
          </p:cNvPr>
          <p:cNvSpPr txBox="1"/>
          <p:nvPr/>
        </p:nvSpPr>
        <p:spPr>
          <a:xfrm>
            <a:off x="526831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8833B0BA-9D2D-B255-15F7-42DC94ABE803}"/>
              </a:ext>
            </a:extLst>
          </p:cNvPr>
          <p:cNvSpPr txBox="1"/>
          <p:nvPr/>
        </p:nvSpPr>
        <p:spPr>
          <a:xfrm>
            <a:off x="5298932" y="2182620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4C98CDB5-2F7E-4110-C6DF-89F4EF9C8F56}"/>
              </a:ext>
            </a:extLst>
          </p:cNvPr>
          <p:cNvSpPr/>
          <p:nvPr/>
        </p:nvSpPr>
        <p:spPr>
          <a:xfrm rot="2207328">
            <a:off x="412838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9C23216D-C961-07BD-7DAC-330799A479A8}"/>
              </a:ext>
            </a:extLst>
          </p:cNvPr>
          <p:cNvSpPr/>
          <p:nvPr/>
        </p:nvSpPr>
        <p:spPr>
          <a:xfrm rot="4264973">
            <a:off x="4112388" y="1948984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ED0AC79A-7072-1CDB-2733-C7A2D0AE3DB0}"/>
              </a:ext>
            </a:extLst>
          </p:cNvPr>
          <p:cNvSpPr/>
          <p:nvPr/>
        </p:nvSpPr>
        <p:spPr>
          <a:xfrm rot="3503374">
            <a:off x="4534818" y="1835999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CB7350-B9D0-6B8A-0425-6D82AD079551}"/>
              </a:ext>
            </a:extLst>
          </p:cNvPr>
          <p:cNvSpPr/>
          <p:nvPr/>
        </p:nvSpPr>
        <p:spPr>
          <a:xfrm>
            <a:off x="409315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B2AC11-14A5-BB24-254D-B74F82E20EBF}"/>
              </a:ext>
            </a:extLst>
          </p:cNvPr>
          <p:cNvSpPr/>
          <p:nvPr/>
        </p:nvSpPr>
        <p:spPr>
          <a:xfrm>
            <a:off x="442106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B8F6BF-EE59-A20E-6C2F-8CD82F1F1EC5}"/>
              </a:ext>
            </a:extLst>
          </p:cNvPr>
          <p:cNvSpPr/>
          <p:nvPr/>
        </p:nvSpPr>
        <p:spPr>
          <a:xfrm>
            <a:off x="393030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A7FE81-37CA-D49B-8133-F9B245DF5A1B}"/>
              </a:ext>
            </a:extLst>
          </p:cNvPr>
          <p:cNvSpPr/>
          <p:nvPr/>
        </p:nvSpPr>
        <p:spPr>
          <a:xfrm>
            <a:off x="438376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BAB94A-A956-40CF-B55A-2FA8AE1E8818}"/>
              </a:ext>
            </a:extLst>
          </p:cNvPr>
          <p:cNvSpPr/>
          <p:nvPr/>
        </p:nvSpPr>
        <p:spPr>
          <a:xfrm>
            <a:off x="493643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688E47-B445-9745-56C5-8C201C125276}"/>
              </a:ext>
            </a:extLst>
          </p:cNvPr>
          <p:cNvSpPr/>
          <p:nvPr/>
        </p:nvSpPr>
        <p:spPr>
          <a:xfrm>
            <a:off x="479353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8EEE88C1-6F57-F6D4-C94A-6D4AF969CFC7}"/>
              </a:ext>
            </a:extLst>
          </p:cNvPr>
          <p:cNvSpPr txBox="1"/>
          <p:nvPr/>
        </p:nvSpPr>
        <p:spPr>
          <a:xfrm>
            <a:off x="386441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7EBC5420-CC80-08A3-1C13-2E4D3FF4DE3E}"/>
              </a:ext>
            </a:extLst>
          </p:cNvPr>
          <p:cNvSpPr txBox="1"/>
          <p:nvPr/>
        </p:nvSpPr>
        <p:spPr>
          <a:xfrm>
            <a:off x="432706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48873FC2-9D9A-8DD7-4050-92212AAE0917}"/>
              </a:ext>
            </a:extLst>
          </p:cNvPr>
          <p:cNvSpPr txBox="1"/>
          <p:nvPr/>
        </p:nvSpPr>
        <p:spPr>
          <a:xfrm>
            <a:off x="485852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BEB91212-A5DB-735B-3363-C572EFBE25F3}"/>
              </a:ext>
            </a:extLst>
          </p:cNvPr>
          <p:cNvSpPr txBox="1"/>
          <p:nvPr/>
        </p:nvSpPr>
        <p:spPr>
          <a:xfrm>
            <a:off x="470824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D831ED-D847-FC22-8B78-B5F7DA74D83B}"/>
              </a:ext>
            </a:extLst>
          </p:cNvPr>
          <p:cNvSpPr txBox="1"/>
          <p:nvPr/>
        </p:nvSpPr>
        <p:spPr>
          <a:xfrm>
            <a:off x="402510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4C0DB2-AB0F-59C0-0680-998A3E3FC6E8}"/>
              </a:ext>
            </a:extLst>
          </p:cNvPr>
          <p:cNvSpPr txBox="1"/>
          <p:nvPr/>
        </p:nvSpPr>
        <p:spPr>
          <a:xfrm>
            <a:off x="4358191" y="14603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8465B7D-D933-B8A9-A86C-4A6CD859C754}"/>
              </a:ext>
            </a:extLst>
          </p:cNvPr>
          <p:cNvSpPr/>
          <p:nvPr/>
        </p:nvSpPr>
        <p:spPr>
          <a:xfrm>
            <a:off x="456508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EBFFDB63-A1E9-BC04-48E8-85478324931F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78453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CA8E41F8-B973-4426-DB9D-ED82DDA39556}"/>
              </a:ext>
            </a:extLst>
          </p:cNvPr>
          <p:cNvSpPr/>
          <p:nvPr/>
        </p:nvSpPr>
        <p:spPr>
          <a:xfrm>
            <a:off x="1771931" y="129737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908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E7DE13-3D2C-759C-B1E6-28F77FC7864E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372763" y="1819431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74C900-9930-E441-223E-C166448439F2}"/>
              </a:ext>
            </a:extLst>
          </p:cNvPr>
          <p:cNvCxnSpPr>
            <a:cxnSpLocks/>
            <a:stCxn id="54" idx="0"/>
            <a:endCxn id="12" idx="6"/>
          </p:cNvCxnSpPr>
          <p:nvPr/>
        </p:nvCxnSpPr>
        <p:spPr>
          <a:xfrm flipH="1" flipV="1">
            <a:off x="622745" y="1558297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C4E6267-2E16-25D9-7F84-3639C96FAD71}"/>
              </a:ext>
            </a:extLst>
          </p:cNvPr>
          <p:cNvSpPr/>
          <p:nvPr/>
        </p:nvSpPr>
        <p:spPr>
          <a:xfrm>
            <a:off x="403289" y="145314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CD06FA-4E4B-2DA1-6542-498EF6A0F57B}"/>
              </a:ext>
            </a:extLst>
          </p:cNvPr>
          <p:cNvCxnSpPr>
            <a:cxnSpLocks/>
            <a:stCxn id="53" idx="0"/>
            <a:endCxn id="12" idx="2"/>
          </p:cNvCxnSpPr>
          <p:nvPr/>
        </p:nvCxnSpPr>
        <p:spPr>
          <a:xfrm flipV="1">
            <a:off x="288163" y="1558297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D0620F-0534-2ACC-44B5-2224D8128E57}"/>
              </a:ext>
            </a:extLst>
          </p:cNvPr>
          <p:cNvCxnSpPr>
            <a:cxnSpLocks/>
            <a:stCxn id="54" idx="0"/>
            <a:endCxn id="63" idx="2"/>
          </p:cNvCxnSpPr>
          <p:nvPr/>
        </p:nvCxnSpPr>
        <p:spPr>
          <a:xfrm flipV="1">
            <a:off x="741620" y="1560038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9134971-BD42-1F89-3D30-48BC52DC6054}"/>
              </a:ext>
            </a:extLst>
          </p:cNvPr>
          <p:cNvSpPr/>
          <p:nvPr/>
        </p:nvSpPr>
        <p:spPr>
          <a:xfrm>
            <a:off x="203563" y="173505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6CB3DA8-D770-D5CE-E2EF-2F1F7BDF2B9A}"/>
              </a:ext>
            </a:extLst>
          </p:cNvPr>
          <p:cNvSpPr/>
          <p:nvPr/>
        </p:nvSpPr>
        <p:spPr>
          <a:xfrm>
            <a:off x="657020" y="173505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1E4439B-7FEA-1380-5F06-F680DC59E52F}"/>
              </a:ext>
            </a:extLst>
          </p:cNvPr>
          <p:cNvSpPr/>
          <p:nvPr/>
        </p:nvSpPr>
        <p:spPr>
          <a:xfrm>
            <a:off x="1209686" y="147391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DEEA07-BB40-6556-EC5A-1BB4D8E1813A}"/>
              </a:ext>
            </a:extLst>
          </p:cNvPr>
          <p:cNvSpPr txBox="1"/>
          <p:nvPr/>
        </p:nvSpPr>
        <p:spPr>
          <a:xfrm>
            <a:off x="137674" y="1710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3DC006-8A86-8376-3598-6D128A83C2AD}"/>
              </a:ext>
            </a:extLst>
          </p:cNvPr>
          <p:cNvSpPr txBox="1"/>
          <p:nvPr/>
        </p:nvSpPr>
        <p:spPr>
          <a:xfrm>
            <a:off x="600318" y="170401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A4A4F2-1D1C-E036-E903-D655196A0861}"/>
              </a:ext>
            </a:extLst>
          </p:cNvPr>
          <p:cNvSpPr txBox="1"/>
          <p:nvPr/>
        </p:nvSpPr>
        <p:spPr>
          <a:xfrm>
            <a:off x="1131783" y="143971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462BC39-CA7A-D1A2-21DB-EA69AE4E3101}"/>
              </a:ext>
            </a:extLst>
          </p:cNvPr>
          <p:cNvSpPr/>
          <p:nvPr/>
        </p:nvSpPr>
        <p:spPr>
          <a:xfrm>
            <a:off x="838337" y="145488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A62CA4-73F8-9525-79EF-2D2BD4C7DABD}"/>
              </a:ext>
            </a:extLst>
          </p:cNvPr>
          <p:cNvCxnSpPr>
            <a:cxnSpLocks/>
            <a:stCxn id="63" idx="6"/>
            <a:endCxn id="55" idx="1"/>
          </p:cNvCxnSpPr>
          <p:nvPr/>
        </p:nvCxnSpPr>
        <p:spPr>
          <a:xfrm flipV="1">
            <a:off x="1057793" y="1558297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BD9EA03-D978-16F4-E4FC-2832FFAFC468}"/>
              </a:ext>
            </a:extLst>
          </p:cNvPr>
          <p:cNvCxnSpPr>
            <a:cxnSpLocks/>
            <a:stCxn id="80" idx="2"/>
            <a:endCxn id="68" idx="0"/>
          </p:cNvCxnSpPr>
          <p:nvPr/>
        </p:nvCxnSpPr>
        <p:spPr>
          <a:xfrm flipH="1">
            <a:off x="2543571" y="1620805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4194F5DF-BD42-ED6F-87A6-7C9406DCDD6D}"/>
              </a:ext>
            </a:extLst>
          </p:cNvPr>
          <p:cNvSpPr/>
          <p:nvPr/>
        </p:nvSpPr>
        <p:spPr>
          <a:xfrm>
            <a:off x="2433843" y="1732316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A36CC5E-483F-B8A3-4CFF-E48830464C28}"/>
              </a:ext>
            </a:extLst>
          </p:cNvPr>
          <p:cNvCxnSpPr>
            <a:cxnSpLocks/>
            <a:stCxn id="79" idx="2"/>
            <a:endCxn id="80" idx="0"/>
          </p:cNvCxnSpPr>
          <p:nvPr/>
        </p:nvCxnSpPr>
        <p:spPr>
          <a:xfrm>
            <a:off x="2759222" y="1322952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C2AC322-A4A6-6D7D-C7CF-4C887FFE3EA7}"/>
              </a:ext>
            </a:extLst>
          </p:cNvPr>
          <p:cNvSpPr/>
          <p:nvPr/>
        </p:nvSpPr>
        <p:spPr>
          <a:xfrm>
            <a:off x="2674622" y="115419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A75AF9-603B-85F2-0548-84F7A7107F58}"/>
              </a:ext>
            </a:extLst>
          </p:cNvPr>
          <p:cNvSpPr/>
          <p:nvPr/>
        </p:nvSpPr>
        <p:spPr>
          <a:xfrm>
            <a:off x="2674622" y="145204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59212C-36A0-7910-9AF3-3C3CB36995D8}"/>
              </a:ext>
            </a:extLst>
          </p:cNvPr>
          <p:cNvSpPr/>
          <p:nvPr/>
        </p:nvSpPr>
        <p:spPr>
          <a:xfrm>
            <a:off x="2867311" y="207334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D91AF33-1D67-70D5-0261-54FBD6CD4EB6}"/>
              </a:ext>
            </a:extLst>
          </p:cNvPr>
          <p:cNvSpPr txBox="1"/>
          <p:nvPr/>
        </p:nvSpPr>
        <p:spPr>
          <a:xfrm>
            <a:off x="2613306" y="111249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1FBE0C-351C-24D3-F64B-C6C1390CADB0}"/>
              </a:ext>
            </a:extLst>
          </p:cNvPr>
          <p:cNvSpPr txBox="1"/>
          <p:nvPr/>
        </p:nvSpPr>
        <p:spPr>
          <a:xfrm>
            <a:off x="2601133" y="141660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BF6388F-FA40-5797-2A84-A7D9192D6FA4}"/>
              </a:ext>
            </a:extLst>
          </p:cNvPr>
          <p:cNvSpPr txBox="1"/>
          <p:nvPr/>
        </p:nvSpPr>
        <p:spPr>
          <a:xfrm>
            <a:off x="2802814" y="203538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DE5DF02-4ACF-077F-24E2-38E050FF5568}"/>
              </a:ext>
            </a:extLst>
          </p:cNvPr>
          <p:cNvSpPr/>
          <p:nvPr/>
        </p:nvSpPr>
        <p:spPr>
          <a:xfrm>
            <a:off x="2842183" y="173505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BEE9FCE-0E8C-4A12-CC4B-D64A23D89847}"/>
              </a:ext>
            </a:extLst>
          </p:cNvPr>
          <p:cNvCxnSpPr>
            <a:cxnSpLocks/>
            <a:stCxn id="87" idx="4"/>
            <a:endCxn id="81" idx="0"/>
          </p:cNvCxnSpPr>
          <p:nvPr/>
        </p:nvCxnSpPr>
        <p:spPr>
          <a:xfrm>
            <a:off x="2951911" y="1945366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3707B9BB-2457-D04E-1260-A536E6C12FF5}"/>
              </a:ext>
            </a:extLst>
          </p:cNvPr>
          <p:cNvSpPr/>
          <p:nvPr/>
        </p:nvSpPr>
        <p:spPr>
          <a:xfrm rot="8988447">
            <a:off x="4648601" y="1343993"/>
            <a:ext cx="582912" cy="967775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62F2518-E35D-72C6-6623-0A8C74545707}"/>
              </a:ext>
            </a:extLst>
          </p:cNvPr>
          <p:cNvCxnSpPr/>
          <p:nvPr/>
        </p:nvCxnSpPr>
        <p:spPr>
          <a:xfrm flipV="1">
            <a:off x="2152810" y="1384162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AFFC6EC-CFB2-B609-315F-D0BB85401B2C}"/>
              </a:ext>
            </a:extLst>
          </p:cNvPr>
          <p:cNvCxnSpPr/>
          <p:nvPr/>
        </p:nvCxnSpPr>
        <p:spPr>
          <a:xfrm flipV="1">
            <a:off x="2153158" y="1660987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20C5265-F4E6-1B81-A95E-BB3BA4581C09}"/>
              </a:ext>
            </a:extLst>
          </p:cNvPr>
          <p:cNvCxnSpPr/>
          <p:nvPr/>
        </p:nvCxnSpPr>
        <p:spPr>
          <a:xfrm flipV="1">
            <a:off x="2152810" y="1969727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2FAE3E8-BA2C-E48C-D717-469E31E93F7B}"/>
              </a:ext>
            </a:extLst>
          </p:cNvPr>
          <p:cNvCxnSpPr/>
          <p:nvPr/>
        </p:nvCxnSpPr>
        <p:spPr>
          <a:xfrm flipV="1">
            <a:off x="2146842" y="2271984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D2CFE71-A935-F8F8-BE90-F931434ED707}"/>
              </a:ext>
            </a:extLst>
          </p:cNvPr>
          <p:cNvSpPr txBox="1"/>
          <p:nvPr/>
        </p:nvSpPr>
        <p:spPr>
          <a:xfrm>
            <a:off x="4797990" y="2700563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957669D-B69D-D85C-7E03-2A5C8695186C}"/>
              </a:ext>
            </a:extLst>
          </p:cNvPr>
          <p:cNvSpPr txBox="1"/>
          <p:nvPr/>
        </p:nvSpPr>
        <p:spPr>
          <a:xfrm>
            <a:off x="3671509" y="935768"/>
            <a:ext cx="10345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(6, 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49" name="Connector: Curved 148">
            <a:extLst>
              <a:ext uri="{FF2B5EF4-FFF2-40B4-BE49-F238E27FC236}">
                <a16:creationId xmlns:a16="http://schemas.microsoft.com/office/drawing/2014/main" id="{A3C40902-5024-A90A-0206-A8F7CFEEBD12}"/>
              </a:ext>
            </a:extLst>
          </p:cNvPr>
          <p:cNvCxnSpPr>
            <a:cxnSpLocks/>
            <a:stCxn id="229" idx="4"/>
            <a:endCxn id="233" idx="1"/>
          </p:cNvCxnSpPr>
          <p:nvPr/>
        </p:nvCxnSpPr>
        <p:spPr>
          <a:xfrm rot="16200000" flipH="1">
            <a:off x="4636660" y="1894117"/>
            <a:ext cx="215098" cy="32374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Curved 150">
            <a:extLst>
              <a:ext uri="{FF2B5EF4-FFF2-40B4-BE49-F238E27FC236}">
                <a16:creationId xmlns:a16="http://schemas.microsoft.com/office/drawing/2014/main" id="{019E8CE7-28CE-0FA8-E52C-ED91622CBF04}"/>
              </a:ext>
            </a:extLst>
          </p:cNvPr>
          <p:cNvCxnSpPr>
            <a:cxnSpLocks/>
            <a:stCxn id="233" idx="3"/>
            <a:endCxn id="232" idx="3"/>
          </p:cNvCxnSpPr>
          <p:nvPr/>
        </p:nvCxnSpPr>
        <p:spPr>
          <a:xfrm flipH="1" flipV="1">
            <a:off x="4882590" y="1542237"/>
            <a:ext cx="192689" cy="621299"/>
          </a:xfrm>
          <a:prstGeom prst="curvedConnector3">
            <a:avLst>
              <a:gd name="adj1" fmla="val -118637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Multiplication Sign 152">
            <a:extLst>
              <a:ext uri="{FF2B5EF4-FFF2-40B4-BE49-F238E27FC236}">
                <a16:creationId xmlns:a16="http://schemas.microsoft.com/office/drawing/2014/main" id="{52666632-AE97-2305-4479-8A8EF72B1B33}"/>
              </a:ext>
            </a:extLst>
          </p:cNvPr>
          <p:cNvSpPr/>
          <p:nvPr/>
        </p:nvSpPr>
        <p:spPr>
          <a:xfrm>
            <a:off x="4544074" y="2011680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Arrow: Right 107">
            <a:extLst>
              <a:ext uri="{FF2B5EF4-FFF2-40B4-BE49-F238E27FC236}">
                <a16:creationId xmlns:a16="http://schemas.microsoft.com/office/drawing/2014/main" id="{B6693090-45B5-E79C-ADEE-81D7F7FCC5D9}"/>
              </a:ext>
            </a:extLst>
          </p:cNvPr>
          <p:cNvSpPr/>
          <p:nvPr/>
        </p:nvSpPr>
        <p:spPr>
          <a:xfrm>
            <a:off x="3851897" y="16347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CBC79C5-7B43-13EF-4A5F-C609641DCA62}"/>
              </a:ext>
            </a:extLst>
          </p:cNvPr>
          <p:cNvCxnSpPr>
            <a:cxnSpLocks/>
            <a:stCxn id="80" idx="2"/>
            <a:endCxn id="87" idx="0"/>
          </p:cNvCxnSpPr>
          <p:nvPr/>
        </p:nvCxnSpPr>
        <p:spPr>
          <a:xfrm>
            <a:off x="2759222" y="1620805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D42AD556-39C1-5267-4EDE-9E979B1B076A}"/>
              </a:ext>
            </a:extLst>
          </p:cNvPr>
          <p:cNvCxnSpPr>
            <a:cxnSpLocks/>
            <a:stCxn id="232" idx="2"/>
            <a:endCxn id="229" idx="0"/>
          </p:cNvCxnSpPr>
          <p:nvPr/>
        </p:nvCxnSpPr>
        <p:spPr>
          <a:xfrm flipH="1">
            <a:off x="4582339" y="1626615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9FCB8E90-3570-5D74-E0FB-629C43BE17E8}"/>
              </a:ext>
            </a:extLst>
          </p:cNvPr>
          <p:cNvSpPr/>
          <p:nvPr/>
        </p:nvSpPr>
        <p:spPr>
          <a:xfrm>
            <a:off x="4472611" y="1738126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4718E3E-968E-9F66-FACB-61964B93AD93}"/>
              </a:ext>
            </a:extLst>
          </p:cNvPr>
          <p:cNvCxnSpPr>
            <a:cxnSpLocks/>
            <a:stCxn id="231" idx="2"/>
            <a:endCxn id="232" idx="0"/>
          </p:cNvCxnSpPr>
          <p:nvPr/>
        </p:nvCxnSpPr>
        <p:spPr>
          <a:xfrm>
            <a:off x="4797990" y="1328762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8960F3C4-1E47-B1EA-827D-5AE4CE56168A}"/>
              </a:ext>
            </a:extLst>
          </p:cNvPr>
          <p:cNvSpPr/>
          <p:nvPr/>
        </p:nvSpPr>
        <p:spPr>
          <a:xfrm>
            <a:off x="4713390" y="116000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0ED4813B-3F28-AA65-7D25-357CC946DD31}"/>
              </a:ext>
            </a:extLst>
          </p:cNvPr>
          <p:cNvSpPr/>
          <p:nvPr/>
        </p:nvSpPr>
        <p:spPr>
          <a:xfrm>
            <a:off x="4713390" y="145785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2E6DBCB7-7B11-6A0D-3897-4ED3BE3A9F4A}"/>
              </a:ext>
            </a:extLst>
          </p:cNvPr>
          <p:cNvSpPr/>
          <p:nvPr/>
        </p:nvSpPr>
        <p:spPr>
          <a:xfrm>
            <a:off x="4906079" y="207915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9F90C55-C788-BA60-EAC7-5F202BBC9FC7}"/>
              </a:ext>
            </a:extLst>
          </p:cNvPr>
          <p:cNvSpPr txBox="1"/>
          <p:nvPr/>
        </p:nvSpPr>
        <p:spPr>
          <a:xfrm>
            <a:off x="4652074" y="111830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65FABC1-2219-AAED-657C-3BE011075FB3}"/>
              </a:ext>
            </a:extLst>
          </p:cNvPr>
          <p:cNvSpPr txBox="1"/>
          <p:nvPr/>
        </p:nvSpPr>
        <p:spPr>
          <a:xfrm>
            <a:off x="4660715" y="142344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0F5BDBF-0DC3-A3A3-274C-D2CBA5FFD723}"/>
              </a:ext>
            </a:extLst>
          </p:cNvPr>
          <p:cNvSpPr txBox="1"/>
          <p:nvPr/>
        </p:nvSpPr>
        <p:spPr>
          <a:xfrm>
            <a:off x="4828591" y="205508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D7C549F7-FE26-1C79-053F-D630740B38C3}"/>
              </a:ext>
            </a:extLst>
          </p:cNvPr>
          <p:cNvSpPr/>
          <p:nvPr/>
        </p:nvSpPr>
        <p:spPr>
          <a:xfrm>
            <a:off x="4880951" y="174086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EDCB100D-227F-5257-186D-EFB925E72182}"/>
              </a:ext>
            </a:extLst>
          </p:cNvPr>
          <p:cNvCxnSpPr>
            <a:cxnSpLocks/>
            <a:stCxn id="237" idx="4"/>
            <a:endCxn id="233" idx="0"/>
          </p:cNvCxnSpPr>
          <p:nvPr/>
        </p:nvCxnSpPr>
        <p:spPr>
          <a:xfrm>
            <a:off x="4990679" y="1951176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DECC2D73-9136-392C-07B5-0F0FA48A832A}"/>
              </a:ext>
            </a:extLst>
          </p:cNvPr>
          <p:cNvCxnSpPr>
            <a:cxnSpLocks/>
            <a:stCxn id="232" idx="2"/>
            <a:endCxn id="237" idx="0"/>
          </p:cNvCxnSpPr>
          <p:nvPr/>
        </p:nvCxnSpPr>
        <p:spPr>
          <a:xfrm>
            <a:off x="4797990" y="1626615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9F9C944B-ADC8-02D3-6F78-08696B247F8F}"/>
              </a:ext>
            </a:extLst>
          </p:cNvPr>
          <p:cNvCxnSpPr>
            <a:cxnSpLocks/>
            <a:stCxn id="253" idx="2"/>
            <a:endCxn id="250" idx="0"/>
          </p:cNvCxnSpPr>
          <p:nvPr/>
        </p:nvCxnSpPr>
        <p:spPr>
          <a:xfrm flipH="1">
            <a:off x="6415890" y="1662293"/>
            <a:ext cx="440" cy="1378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xmlns:a16="http://schemas.microsoft.com/office/drawing/2014/main" id="{A4C2C420-9D42-CD5B-788C-EF37CD3698BF}"/>
              </a:ext>
            </a:extLst>
          </p:cNvPr>
          <p:cNvSpPr/>
          <p:nvPr/>
        </p:nvSpPr>
        <p:spPr>
          <a:xfrm>
            <a:off x="6306162" y="1800153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07C0D616-094F-D20F-4F42-2B9E66D9B283}"/>
              </a:ext>
            </a:extLst>
          </p:cNvPr>
          <p:cNvCxnSpPr>
            <a:cxnSpLocks/>
            <a:stCxn id="252" idx="2"/>
            <a:endCxn id="253" idx="0"/>
          </p:cNvCxnSpPr>
          <p:nvPr/>
        </p:nvCxnSpPr>
        <p:spPr>
          <a:xfrm>
            <a:off x="6416330" y="1364440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Rectangle 251">
            <a:extLst>
              <a:ext uri="{FF2B5EF4-FFF2-40B4-BE49-F238E27FC236}">
                <a16:creationId xmlns:a16="http://schemas.microsoft.com/office/drawing/2014/main" id="{0D27EDBA-6CA3-7D15-EDD3-9FC78E5FBCBE}"/>
              </a:ext>
            </a:extLst>
          </p:cNvPr>
          <p:cNvSpPr/>
          <p:nvPr/>
        </p:nvSpPr>
        <p:spPr>
          <a:xfrm>
            <a:off x="6331730" y="119568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42E886A6-E94D-737F-8161-642DA289077C}"/>
              </a:ext>
            </a:extLst>
          </p:cNvPr>
          <p:cNvSpPr/>
          <p:nvPr/>
        </p:nvSpPr>
        <p:spPr>
          <a:xfrm>
            <a:off x="6331730" y="149353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97B9FDCC-C378-F98E-C1C7-557710DEAD75}"/>
              </a:ext>
            </a:extLst>
          </p:cNvPr>
          <p:cNvSpPr txBox="1"/>
          <p:nvPr/>
        </p:nvSpPr>
        <p:spPr>
          <a:xfrm>
            <a:off x="6270414" y="115398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4543B44-2A91-6DB9-AC7C-108341CF89F5}"/>
              </a:ext>
            </a:extLst>
          </p:cNvPr>
          <p:cNvSpPr txBox="1"/>
          <p:nvPr/>
        </p:nvSpPr>
        <p:spPr>
          <a:xfrm>
            <a:off x="6258241" y="145809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Arrow: Right 107">
            <a:extLst>
              <a:ext uri="{FF2B5EF4-FFF2-40B4-BE49-F238E27FC236}">
                <a16:creationId xmlns:a16="http://schemas.microsoft.com/office/drawing/2014/main" id="{62A3B262-8EE4-ADDB-4795-CA6893CDD932}"/>
              </a:ext>
            </a:extLst>
          </p:cNvPr>
          <p:cNvSpPr/>
          <p:nvPr/>
        </p:nvSpPr>
        <p:spPr>
          <a:xfrm>
            <a:off x="5662652" y="1634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3" name="Arrow: Right 107">
            <a:extLst>
              <a:ext uri="{FF2B5EF4-FFF2-40B4-BE49-F238E27FC236}">
                <a16:creationId xmlns:a16="http://schemas.microsoft.com/office/drawing/2014/main" id="{A3C5B915-F6AD-F654-9631-BB3BCB7D7E37}"/>
              </a:ext>
            </a:extLst>
          </p:cNvPr>
          <p:cNvSpPr/>
          <p:nvPr/>
        </p:nvSpPr>
        <p:spPr>
          <a:xfrm>
            <a:off x="1618407" y="1634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BEE90AE-733E-3BA9-24EB-BF323ACDCC46}"/>
              </a:ext>
            </a:extLst>
          </p:cNvPr>
          <p:cNvSpPr txBox="1"/>
          <p:nvPr/>
        </p:nvSpPr>
        <p:spPr>
          <a:xfrm>
            <a:off x="245995" y="268014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9749707-CAFF-A921-66A8-83D54EF0D88C}"/>
              </a:ext>
            </a:extLst>
          </p:cNvPr>
          <p:cNvSpPr txBox="1"/>
          <p:nvPr/>
        </p:nvSpPr>
        <p:spPr>
          <a:xfrm>
            <a:off x="1818610" y="268178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FB4E0467-21A7-4B26-F3FF-22AB0056F6D3}"/>
              </a:ext>
            </a:extLst>
          </p:cNvPr>
          <p:cNvSpPr txBox="1"/>
          <p:nvPr/>
        </p:nvSpPr>
        <p:spPr>
          <a:xfrm>
            <a:off x="1947591" y="1164416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0 </a:t>
            </a:r>
            <a:endParaRPr lang="zh-CN" altLang="en-US" sz="10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E64972EE-9166-130A-CB42-F763DD1EE655}"/>
              </a:ext>
            </a:extLst>
          </p:cNvPr>
          <p:cNvSpPr txBox="1"/>
          <p:nvPr/>
        </p:nvSpPr>
        <p:spPr>
          <a:xfrm>
            <a:off x="1947591" y="1435141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1 </a:t>
            </a:r>
            <a:endParaRPr lang="zh-CN" altLang="en-US" sz="1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A31613F-FFCE-991B-69A4-C2CE6A6561E8}"/>
              </a:ext>
            </a:extLst>
          </p:cNvPr>
          <p:cNvSpPr txBox="1"/>
          <p:nvPr/>
        </p:nvSpPr>
        <p:spPr>
          <a:xfrm>
            <a:off x="1935357" y="1706913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2</a:t>
            </a:r>
            <a:endParaRPr lang="zh-CN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9A8C5582-5DAA-6A9C-541E-51479AF9F324}"/>
              </a:ext>
            </a:extLst>
          </p:cNvPr>
          <p:cNvSpPr txBox="1"/>
          <p:nvPr/>
        </p:nvSpPr>
        <p:spPr>
          <a:xfrm>
            <a:off x="1939605" y="1993145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3 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240448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7B058E-E573-DA22-113D-2516871D6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46087D-9083-52A6-6C20-9F276CC3FD03}"/>
              </a:ext>
            </a:extLst>
          </p:cNvPr>
          <p:cNvSpPr txBox="1"/>
          <p:nvPr/>
        </p:nvSpPr>
        <p:spPr>
          <a:xfrm>
            <a:off x="78779" y="1855549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2BFAFB9-5B05-A319-AC15-24258C7C0D4D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333799" y="854483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A3C5D76-014C-3F5C-6371-EA5E96A071D5}"/>
              </a:ext>
            </a:extLst>
          </p:cNvPr>
          <p:cNvSpPr/>
          <p:nvPr/>
        </p:nvSpPr>
        <p:spPr>
          <a:xfrm>
            <a:off x="642306" y="674846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7D36B2-9A02-05D5-C7E7-B41268402D27}"/>
              </a:ext>
            </a:extLst>
          </p:cNvPr>
          <p:cNvSpPr/>
          <p:nvPr/>
        </p:nvSpPr>
        <p:spPr>
          <a:xfrm>
            <a:off x="225686" y="143501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5E913A3-EDD3-56DD-CB06-849EFDEA8B1A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750418" y="885300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A560F56-648E-1296-BA65-7985E10C497E}"/>
              </a:ext>
            </a:extLst>
          </p:cNvPr>
          <p:cNvSpPr/>
          <p:nvPr/>
        </p:nvSpPr>
        <p:spPr>
          <a:xfrm>
            <a:off x="1058925" y="103088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03B81E-BBCB-E769-B49A-F1B1F61D63E2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333799" y="1241342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55AB4D-4E99-8688-32BD-BC2BAAE80CFE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826864" y="854483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3324D0-DEA9-8F31-48BD-1FEA3A82F27C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1167036" y="1241342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ED9B0-FA77-B4E6-C01A-DB8ADC4E56EC}"/>
              </a:ext>
            </a:extLst>
          </p:cNvPr>
          <p:cNvSpPr/>
          <p:nvPr/>
        </p:nvSpPr>
        <p:spPr>
          <a:xfrm>
            <a:off x="225686" y="1030885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CA8FFF-9554-076C-D355-019868107ECD}"/>
              </a:ext>
            </a:extLst>
          </p:cNvPr>
          <p:cNvSpPr/>
          <p:nvPr/>
        </p:nvSpPr>
        <p:spPr>
          <a:xfrm>
            <a:off x="642306" y="1030885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F0702D-6DCA-0646-07E7-05CBB81A3AB5}"/>
              </a:ext>
            </a:extLst>
          </p:cNvPr>
          <p:cNvSpPr/>
          <p:nvPr/>
        </p:nvSpPr>
        <p:spPr>
          <a:xfrm>
            <a:off x="1058925" y="1417744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F464BE-D487-26C2-AC67-226EDBA0A0EA}"/>
              </a:ext>
            </a:extLst>
          </p:cNvPr>
          <p:cNvSpPr txBox="1"/>
          <p:nvPr/>
        </p:nvSpPr>
        <p:spPr>
          <a:xfrm>
            <a:off x="518597" y="455086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5B2AD8-76C4-941D-627F-4FBFC5D1CC76}"/>
              </a:ext>
            </a:extLst>
          </p:cNvPr>
          <p:cNvSpPr txBox="1"/>
          <p:nvPr/>
        </p:nvSpPr>
        <p:spPr>
          <a:xfrm>
            <a:off x="1028202" y="1410844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4C37F8-8338-7D18-104D-34CC20F08CC5}"/>
              </a:ext>
            </a:extLst>
          </p:cNvPr>
          <p:cNvSpPr txBox="1"/>
          <p:nvPr/>
        </p:nvSpPr>
        <p:spPr>
          <a:xfrm>
            <a:off x="179846" y="103088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954AA7-C735-5796-5879-23E6524CDDC0}"/>
              </a:ext>
            </a:extLst>
          </p:cNvPr>
          <p:cNvSpPr txBox="1"/>
          <p:nvPr/>
        </p:nvSpPr>
        <p:spPr>
          <a:xfrm>
            <a:off x="601556" y="103088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105560-9DC9-4E13-F2D0-0198D24DD3BE}"/>
              </a:ext>
            </a:extLst>
          </p:cNvPr>
          <p:cNvSpPr txBox="1"/>
          <p:nvPr/>
        </p:nvSpPr>
        <p:spPr>
          <a:xfrm>
            <a:off x="187742" y="1433917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0C0BE0-9A3A-BC08-9114-FE91C20148AC}"/>
              </a:ext>
            </a:extLst>
          </p:cNvPr>
          <p:cNvSpPr txBox="1"/>
          <p:nvPr/>
        </p:nvSpPr>
        <p:spPr>
          <a:xfrm>
            <a:off x="613393" y="65825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0F661E-4255-0B5B-A337-DE01FC25BB63}"/>
              </a:ext>
            </a:extLst>
          </p:cNvPr>
          <p:cNvSpPr txBox="1"/>
          <p:nvPr/>
        </p:nvSpPr>
        <p:spPr>
          <a:xfrm>
            <a:off x="1015370" y="1017025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29CC9A-A4A4-12C1-038E-998169435151}"/>
              </a:ext>
            </a:extLst>
          </p:cNvPr>
          <p:cNvSpPr txBox="1"/>
          <p:nvPr/>
        </p:nvSpPr>
        <p:spPr>
          <a:xfrm>
            <a:off x="4173592" y="188179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E02B66-8974-3AC6-AC19-47FFD6E57472}"/>
              </a:ext>
            </a:extLst>
          </p:cNvPr>
          <p:cNvSpPr/>
          <p:nvPr/>
        </p:nvSpPr>
        <p:spPr>
          <a:xfrm>
            <a:off x="4126991" y="601434"/>
            <a:ext cx="1080408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4AC67A-8A48-60EE-528A-42A15D8C9320}"/>
              </a:ext>
            </a:extLst>
          </p:cNvPr>
          <p:cNvSpPr/>
          <p:nvPr/>
        </p:nvSpPr>
        <p:spPr>
          <a:xfrm>
            <a:off x="3185114" y="600853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0F70BA4-0F02-592A-0BBC-A5EF3C8EC192}"/>
              </a:ext>
            </a:extLst>
          </p:cNvPr>
          <p:cNvSpPr/>
          <p:nvPr/>
        </p:nvSpPr>
        <p:spPr>
          <a:xfrm>
            <a:off x="4170773" y="1187970"/>
            <a:ext cx="270000" cy="24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9C02D29-1376-0268-805D-C1A1C22E648D}"/>
              </a:ext>
            </a:extLst>
          </p:cNvPr>
          <p:cNvSpPr/>
          <p:nvPr/>
        </p:nvSpPr>
        <p:spPr>
          <a:xfrm>
            <a:off x="4542581" y="118973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778359-C9CB-734B-170B-C8F5A6134C94}"/>
              </a:ext>
            </a:extLst>
          </p:cNvPr>
          <p:cNvSpPr/>
          <p:nvPr/>
        </p:nvSpPr>
        <p:spPr>
          <a:xfrm>
            <a:off x="4897277" y="1196245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38D0CE-4669-C988-596B-B3B5BE0C68C0}"/>
              </a:ext>
            </a:extLst>
          </p:cNvPr>
          <p:cNvSpPr/>
          <p:nvPr/>
        </p:nvSpPr>
        <p:spPr>
          <a:xfrm>
            <a:off x="5371457" y="614735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1B946A-EE31-3D94-73D6-D6D3D6DF2070}"/>
              </a:ext>
            </a:extLst>
          </p:cNvPr>
          <p:cNvSpPr txBox="1"/>
          <p:nvPr/>
        </p:nvSpPr>
        <p:spPr>
          <a:xfrm>
            <a:off x="3118635" y="565274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EC4CE4-2900-E018-E9B0-FE560C70B8B9}"/>
              </a:ext>
            </a:extLst>
          </p:cNvPr>
          <p:cNvSpPr txBox="1"/>
          <p:nvPr/>
        </p:nvSpPr>
        <p:spPr>
          <a:xfrm>
            <a:off x="4218594" y="60433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49B55C-D461-8D29-5687-8F54B5098F4F}"/>
              </a:ext>
            </a:extLst>
          </p:cNvPr>
          <p:cNvSpPr txBox="1"/>
          <p:nvPr/>
        </p:nvSpPr>
        <p:spPr>
          <a:xfrm>
            <a:off x="5371457" y="601434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59EC734-E599-CBD8-89FD-5F2CEBDA7D45}"/>
              </a:ext>
            </a:extLst>
          </p:cNvPr>
          <p:cNvSpPr/>
          <p:nvPr/>
        </p:nvSpPr>
        <p:spPr>
          <a:xfrm>
            <a:off x="5401686" y="8754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4DE0949-2B3C-0BB9-2297-F0849034A07B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535948" y="112237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5B184341-BEAC-16A9-F93C-C7519405362A}"/>
              </a:ext>
            </a:extLst>
          </p:cNvPr>
          <p:cNvSpPr/>
          <p:nvPr/>
        </p:nvSpPr>
        <p:spPr>
          <a:xfrm>
            <a:off x="5705808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C1B5930-FB4A-CA80-0039-A6F4F584FD5B}"/>
              </a:ext>
            </a:extLst>
          </p:cNvPr>
          <p:cNvSpPr/>
          <p:nvPr/>
        </p:nvSpPr>
        <p:spPr>
          <a:xfrm>
            <a:off x="6020803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8B078AC-4E46-1F7A-6000-C41C14E589A2}"/>
              </a:ext>
            </a:extLst>
          </p:cNvPr>
          <p:cNvSpPr/>
          <p:nvPr/>
        </p:nvSpPr>
        <p:spPr>
          <a:xfrm>
            <a:off x="4194887" y="867720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5E05565-24FA-A215-3254-144EA476E498}"/>
              </a:ext>
            </a:extLst>
          </p:cNvPr>
          <p:cNvSpPr/>
          <p:nvPr/>
        </p:nvSpPr>
        <p:spPr>
          <a:xfrm>
            <a:off x="4568730" y="86205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754C8CA-4C02-CB38-8E79-2D0F3A9A9372}"/>
              </a:ext>
            </a:extLst>
          </p:cNvPr>
          <p:cNvSpPr/>
          <p:nvPr/>
        </p:nvSpPr>
        <p:spPr>
          <a:xfrm>
            <a:off x="4923427" y="862058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27DF5B5-29D9-C82A-73C0-2944E748FBB1}"/>
              </a:ext>
            </a:extLst>
          </p:cNvPr>
          <p:cNvSpPr/>
          <p:nvPr/>
        </p:nvSpPr>
        <p:spPr>
          <a:xfrm>
            <a:off x="5427835" y="122816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EBFF5C-4623-428F-8522-FD801A106C26}"/>
              </a:ext>
            </a:extLst>
          </p:cNvPr>
          <p:cNvSpPr txBox="1"/>
          <p:nvPr/>
        </p:nvSpPr>
        <p:spPr>
          <a:xfrm>
            <a:off x="1505976" y="187714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BFS traversal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F6403D-DF2E-80EA-2F95-855E42B5A62B}"/>
              </a:ext>
            </a:extLst>
          </p:cNvPr>
          <p:cNvCxnSpPr>
            <a:cxnSpLocks/>
            <a:stCxn id="67" idx="3"/>
            <a:endCxn id="74" idx="0"/>
          </p:cNvCxnSpPr>
          <p:nvPr/>
        </p:nvCxnSpPr>
        <p:spPr>
          <a:xfrm flipH="1">
            <a:off x="1760996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9DD4E26-06A9-2E75-DA86-A047CD25E0C2}"/>
              </a:ext>
            </a:extLst>
          </p:cNvPr>
          <p:cNvSpPr/>
          <p:nvPr/>
        </p:nvSpPr>
        <p:spPr>
          <a:xfrm>
            <a:off x="2069503" y="696441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EFFAF89-9FD7-23B2-837A-974DC5335A54}"/>
              </a:ext>
            </a:extLst>
          </p:cNvPr>
          <p:cNvSpPr/>
          <p:nvPr/>
        </p:nvSpPr>
        <p:spPr>
          <a:xfrm>
            <a:off x="1652883" y="145661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72496A3-5182-5CC2-72F8-8C75D534CF31}"/>
              </a:ext>
            </a:extLst>
          </p:cNvPr>
          <p:cNvCxnSpPr>
            <a:cxnSpLocks/>
            <a:stCxn id="67" idx="4"/>
            <a:endCxn id="75" idx="0"/>
          </p:cNvCxnSpPr>
          <p:nvPr/>
        </p:nvCxnSpPr>
        <p:spPr>
          <a:xfrm>
            <a:off x="2177615" y="906895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2D431218-4B8B-C5A8-5974-3D4D742191E3}"/>
              </a:ext>
            </a:extLst>
          </p:cNvPr>
          <p:cNvSpPr/>
          <p:nvPr/>
        </p:nvSpPr>
        <p:spPr>
          <a:xfrm>
            <a:off x="2486122" y="105248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908335D-B7B7-D048-D067-A559FED393C2}"/>
              </a:ext>
            </a:extLst>
          </p:cNvPr>
          <p:cNvCxnSpPr>
            <a:cxnSpLocks/>
            <a:stCxn id="74" idx="2"/>
            <a:endCxn id="68" idx="0"/>
          </p:cNvCxnSpPr>
          <p:nvPr/>
        </p:nvCxnSpPr>
        <p:spPr>
          <a:xfrm>
            <a:off x="1760996" y="1262937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24DE686-4018-F48C-91A0-453E896271D6}"/>
              </a:ext>
            </a:extLst>
          </p:cNvPr>
          <p:cNvCxnSpPr>
            <a:cxnSpLocks/>
            <a:stCxn id="67" idx="5"/>
            <a:endCxn id="70" idx="0"/>
          </p:cNvCxnSpPr>
          <p:nvPr/>
        </p:nvCxnSpPr>
        <p:spPr>
          <a:xfrm>
            <a:off x="2254061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DEE634B-4BD5-CA13-4382-9676E3B23089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>
            <a:off x="2594233" y="1262937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CBFECE98-9CB9-B4B8-0D6A-D364F92173B7}"/>
              </a:ext>
            </a:extLst>
          </p:cNvPr>
          <p:cNvSpPr/>
          <p:nvPr/>
        </p:nvSpPr>
        <p:spPr>
          <a:xfrm>
            <a:off x="165288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3160EAE-B3B2-C642-F802-8E74E06B28F6}"/>
              </a:ext>
            </a:extLst>
          </p:cNvPr>
          <p:cNvSpPr/>
          <p:nvPr/>
        </p:nvSpPr>
        <p:spPr>
          <a:xfrm>
            <a:off x="206950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F51DFA9-A9A7-91AF-5169-C2018755BF84}"/>
              </a:ext>
            </a:extLst>
          </p:cNvPr>
          <p:cNvSpPr/>
          <p:nvPr/>
        </p:nvSpPr>
        <p:spPr>
          <a:xfrm>
            <a:off x="2486122" y="1439339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B2F8DF-686F-BC93-68F4-7CD6A5764234}"/>
              </a:ext>
            </a:extLst>
          </p:cNvPr>
          <p:cNvSpPr txBox="1"/>
          <p:nvPr/>
        </p:nvSpPr>
        <p:spPr>
          <a:xfrm>
            <a:off x="1945794" y="476681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DBBD498-D637-7041-48D4-5D5F6B22FEFB}"/>
              </a:ext>
            </a:extLst>
          </p:cNvPr>
          <p:cNvSpPr txBox="1"/>
          <p:nvPr/>
        </p:nvSpPr>
        <p:spPr>
          <a:xfrm>
            <a:off x="2452921" y="143814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D660C2-F57C-1B9E-E42A-D0C772E6A8C2}"/>
              </a:ext>
            </a:extLst>
          </p:cNvPr>
          <p:cNvSpPr txBox="1"/>
          <p:nvPr/>
        </p:nvSpPr>
        <p:spPr>
          <a:xfrm>
            <a:off x="160704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6889BB0-12C1-5468-FE73-4BD828F8C6F4}"/>
              </a:ext>
            </a:extLst>
          </p:cNvPr>
          <p:cNvSpPr txBox="1"/>
          <p:nvPr/>
        </p:nvSpPr>
        <p:spPr>
          <a:xfrm>
            <a:off x="202875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8B67C51-0506-95DC-A0E6-C3D0E3F5DF61}"/>
              </a:ext>
            </a:extLst>
          </p:cNvPr>
          <p:cNvSpPr txBox="1"/>
          <p:nvPr/>
        </p:nvSpPr>
        <p:spPr>
          <a:xfrm>
            <a:off x="1614939" y="145551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6B729F9-14FE-8743-3935-6863C1E7F32F}"/>
              </a:ext>
            </a:extLst>
          </p:cNvPr>
          <p:cNvSpPr txBox="1"/>
          <p:nvPr/>
        </p:nvSpPr>
        <p:spPr>
          <a:xfrm>
            <a:off x="2040590" y="67984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39E124-16F5-5B05-BCD1-DCA72EDD96AE}"/>
              </a:ext>
            </a:extLst>
          </p:cNvPr>
          <p:cNvSpPr txBox="1"/>
          <p:nvPr/>
        </p:nvSpPr>
        <p:spPr>
          <a:xfrm>
            <a:off x="2452921" y="101935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BAF9811-3772-F253-93FD-FDBBD7BF065E}"/>
              </a:ext>
            </a:extLst>
          </p:cNvPr>
          <p:cNvCxnSpPr>
            <a:cxnSpLocks/>
          </p:cNvCxnSpPr>
          <p:nvPr/>
        </p:nvCxnSpPr>
        <p:spPr>
          <a:xfrm flipV="1">
            <a:off x="1534635" y="98643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E316144-614B-42B5-CCB1-E8F5938664B5}"/>
              </a:ext>
            </a:extLst>
          </p:cNvPr>
          <p:cNvCxnSpPr>
            <a:cxnSpLocks/>
          </p:cNvCxnSpPr>
          <p:nvPr/>
        </p:nvCxnSpPr>
        <p:spPr>
          <a:xfrm flipV="1">
            <a:off x="1515136" y="13615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486B71C-16E5-EF07-8979-CAE8383C1B2C}"/>
              </a:ext>
            </a:extLst>
          </p:cNvPr>
          <p:cNvSpPr txBox="1"/>
          <p:nvPr/>
        </p:nvSpPr>
        <p:spPr>
          <a:xfrm>
            <a:off x="5390752" y="119335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1FA0B8B-3440-06B2-7D11-F9A1BF48CAD5}"/>
              </a:ext>
            </a:extLst>
          </p:cNvPr>
          <p:cNvCxnSpPr>
            <a:cxnSpLocks/>
            <a:stCxn id="61" idx="4"/>
            <a:endCxn id="47" idx="0"/>
          </p:cNvCxnSpPr>
          <p:nvPr/>
        </p:nvCxnSpPr>
        <p:spPr>
          <a:xfrm>
            <a:off x="4303000" y="1078176"/>
            <a:ext cx="2773" cy="10979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DCB91FE-E2C8-6297-1E25-B2552F0DF304}"/>
              </a:ext>
            </a:extLst>
          </p:cNvPr>
          <p:cNvCxnSpPr>
            <a:cxnSpLocks/>
            <a:stCxn id="62" idx="4"/>
            <a:endCxn id="48" idx="0"/>
          </p:cNvCxnSpPr>
          <p:nvPr/>
        </p:nvCxnSpPr>
        <p:spPr>
          <a:xfrm>
            <a:off x="4676843" y="1072514"/>
            <a:ext cx="0" cy="11722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874A3D1-67B1-14EA-EF9D-F3BFB3C1AB16}"/>
              </a:ext>
            </a:extLst>
          </p:cNvPr>
          <p:cNvCxnSpPr>
            <a:cxnSpLocks/>
            <a:stCxn id="63" idx="4"/>
            <a:endCxn id="49" idx="0"/>
          </p:cNvCxnSpPr>
          <p:nvPr/>
        </p:nvCxnSpPr>
        <p:spPr>
          <a:xfrm>
            <a:off x="5031540" y="1072514"/>
            <a:ext cx="0" cy="12373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096017D-2029-C0A7-A291-5DF6FBD7FE89}"/>
              </a:ext>
            </a:extLst>
          </p:cNvPr>
          <p:cNvSpPr txBox="1"/>
          <p:nvPr/>
        </p:nvSpPr>
        <p:spPr>
          <a:xfrm>
            <a:off x="4154933" y="85016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00E063F-CBB8-E390-0939-017667DA8B27}"/>
              </a:ext>
            </a:extLst>
          </p:cNvPr>
          <p:cNvSpPr txBox="1"/>
          <p:nvPr/>
        </p:nvSpPr>
        <p:spPr>
          <a:xfrm>
            <a:off x="5390752" y="86429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7C374B9-5F21-82B3-7F1F-DF400B7A7D59}"/>
              </a:ext>
            </a:extLst>
          </p:cNvPr>
          <p:cNvSpPr txBox="1"/>
          <p:nvPr/>
        </p:nvSpPr>
        <p:spPr>
          <a:xfrm>
            <a:off x="4876892" y="83833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CC02553-ED6E-A889-CC4D-8AEB921E8763}"/>
              </a:ext>
            </a:extLst>
          </p:cNvPr>
          <p:cNvSpPr/>
          <p:nvPr/>
        </p:nvSpPr>
        <p:spPr>
          <a:xfrm>
            <a:off x="3454495" y="94171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2BCC5D2-E6E4-571D-7729-21543D43E838}"/>
              </a:ext>
            </a:extLst>
          </p:cNvPr>
          <p:cNvSpPr/>
          <p:nvPr/>
        </p:nvSpPr>
        <p:spPr>
          <a:xfrm>
            <a:off x="3457043" y="123295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90FBDA68-EA4A-1115-A4B8-AC4734B84817}"/>
              </a:ext>
            </a:extLst>
          </p:cNvPr>
          <p:cNvSpPr/>
          <p:nvPr/>
        </p:nvSpPr>
        <p:spPr>
          <a:xfrm>
            <a:off x="3466412" y="152297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3F4D951-A3F6-2E8F-7281-786704D8BDAF}"/>
              </a:ext>
            </a:extLst>
          </p:cNvPr>
          <p:cNvSpPr txBox="1"/>
          <p:nvPr/>
        </p:nvSpPr>
        <p:spPr>
          <a:xfrm>
            <a:off x="4536801" y="85296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2150131-95C6-47FC-0DEA-4A3E0F01577F}"/>
              </a:ext>
            </a:extLst>
          </p:cNvPr>
          <p:cNvSpPr txBox="1"/>
          <p:nvPr/>
        </p:nvSpPr>
        <p:spPr>
          <a:xfrm>
            <a:off x="4154933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AE03707-65C1-49D3-BE3C-A4D5272672D0}"/>
              </a:ext>
            </a:extLst>
          </p:cNvPr>
          <p:cNvSpPr txBox="1"/>
          <p:nvPr/>
        </p:nvSpPr>
        <p:spPr>
          <a:xfrm>
            <a:off x="4523414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53660B-0C6F-47EC-5CE7-99C807D48B33}"/>
              </a:ext>
            </a:extLst>
          </p:cNvPr>
          <p:cNvSpPr txBox="1"/>
          <p:nvPr/>
        </p:nvSpPr>
        <p:spPr>
          <a:xfrm>
            <a:off x="4878630" y="119500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61264CB-4AFC-0C49-908E-08FA7FD19715}"/>
              </a:ext>
            </a:extLst>
          </p:cNvPr>
          <p:cNvSpPr txBox="1"/>
          <p:nvPr/>
        </p:nvSpPr>
        <p:spPr>
          <a:xfrm>
            <a:off x="5688201" y="864291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F183865-2A66-AB48-1E82-12133EC81AE1}"/>
              </a:ext>
            </a:extLst>
          </p:cNvPr>
          <p:cNvSpPr txBox="1"/>
          <p:nvPr/>
        </p:nvSpPr>
        <p:spPr>
          <a:xfrm>
            <a:off x="6020803" y="867628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0766025-EDEB-45DF-CBC8-E9B34F476563}"/>
              </a:ext>
            </a:extLst>
          </p:cNvPr>
          <p:cNvSpPr txBox="1"/>
          <p:nvPr/>
        </p:nvSpPr>
        <p:spPr>
          <a:xfrm>
            <a:off x="3415341" y="121020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9B1B83A-62EB-EB92-DBFA-067A2BC9FD04}"/>
              </a:ext>
            </a:extLst>
          </p:cNvPr>
          <p:cNvSpPr txBox="1"/>
          <p:nvPr/>
        </p:nvSpPr>
        <p:spPr>
          <a:xfrm>
            <a:off x="3428051" y="149457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EAD50DE-70E3-16FC-378A-97D78093CF8F}"/>
              </a:ext>
            </a:extLst>
          </p:cNvPr>
          <p:cNvSpPr txBox="1"/>
          <p:nvPr/>
        </p:nvSpPr>
        <p:spPr>
          <a:xfrm>
            <a:off x="3411592" y="92355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7866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4C9B76-8F93-0E91-D310-2AF534A2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B3D42F98-A2D9-B806-6B0E-895D82B1BA73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6F481D3-C5D7-B1A3-2621-FD20065DD9C1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21FAE05-804E-751C-320F-973CAEE27C70}"/>
              </a:ext>
            </a:extLst>
          </p:cNvPr>
          <p:cNvSpPr/>
          <p:nvPr/>
        </p:nvSpPr>
        <p:spPr>
          <a:xfrm>
            <a:off x="4102054" y="449685"/>
            <a:ext cx="2051592" cy="6431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E30A8EE-585D-E7B2-C8E2-BA73CCC5E29B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037E5C55-82EC-6959-E51A-E0D93598CB4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DC376-6B89-0230-1AC9-F04E40C6D538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7BB657C-FE0B-D890-53D3-FF7BE2653A98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9F62FE8-C8D5-C6BA-70FC-760FF9E96B01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31F50558-278F-9DB5-2FE2-6019FB739930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C4F3B08A-239A-29B4-D473-C37691063048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B2AB709-A302-DB1C-723D-1B3CE2F23C5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96D479C3-9C25-870F-7439-65B1FCC5D996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E809FB6-1B2A-7233-C69D-91242DDE7F35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A526D9B-7CC3-2919-215C-11EF7F8EAE48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124B98FF-433E-129E-F883-6A135009F149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9273CBC-97EF-26CB-9ACE-7D4F0B0AC713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BB9D4989-1CF4-F72D-AD06-07E49D46651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665FD48C-06A0-2E91-B81F-F3B36086E52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D40A1AFD-D87D-79E3-D141-5933516F4F19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59163A7-B1DE-CACE-C057-1E0B55AF4637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FD19194-52A6-AEBD-CBF0-9FA016F841DC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D69DC6F-34DE-60BC-7FD8-68D6AAB34394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7C0935F-D9EE-335E-3880-8C2F8915F89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C6B9323C-0B46-00E3-31E6-E32E2FA8E827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75093845-C7F4-F405-2891-5931AEAC0AB0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15BD920D-4250-C401-EE9B-DB4C2FB1A0E8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76605C5-FE40-5F19-EE43-790678459A50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5051D6C-8F53-F280-95BF-5BEA4EBD427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79FFFEC-EE32-A712-32FD-1E2FA7798ECE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D8DCC5D7-5413-A398-A40A-B970A2AA749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05C294-B085-1F77-0433-D342A0BD427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3E08E57-81D9-C618-0468-C54A1A4E578A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49DF462-AC3D-A4A9-B09A-47233750FFC8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B6DBCCAD-A073-4A71-FD09-A2DAC1EF00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3DF91FA-7C0B-DA37-1FF7-5B6BE05A2DE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340C7AB-E201-0A5A-6975-0B79925613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F3468F4-D9CD-68BA-5024-E41D21D28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E38C15E3-4EEE-0DE6-3E14-FF7161F796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1393EB20-0D32-6302-EAFF-457E3C316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1A1A5C9D-9EE1-5BE3-2676-4901408885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63E9A24-E5A2-9E7C-B228-22C921F620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1C7DB63-F580-C828-5D32-E511BC27B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723AB5AE-4636-44B8-724D-EC74647E2A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626EA37C-D6A0-DE30-8C15-1C3A5FC320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9A64067B-63E5-81B9-B012-1496CE90F7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84F4131-0290-199A-4562-0AB6E94A2E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D45EB141-7227-0A5B-67BB-889531278E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7F062033-4C47-3D84-98CF-CC5456EFB6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2EC30BEA-64C4-889A-1425-74803A3095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759A9167-6FE5-1F92-A251-A58DA5D526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A87D813-45E7-00E3-8C05-AFB81DD54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247D10-6E34-0E65-18D9-8070C82372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F396F6C8-31DA-133E-E529-66004038E6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67571BAC-C82A-B5EC-CCD5-D0E1AEF5749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5F03652-E4E2-A265-56A9-D161483F095D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65983A0-81EF-1C88-C2B6-7235BCB2C2A5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A588B1D-CB4B-9BAD-A79C-5CFB1EA11856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9CAF81-746A-43AB-BC53-EF6AF5C3CE4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CADE34-43C6-51B4-8D22-73467E1703A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2CE198C-CECD-BC41-0E1B-D3DBDCDB2C2B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74C0665-F5FD-8B6B-068D-26DEDF0D1072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48EB776-E805-A428-4993-E22BE1C70BF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6F883BB-46DB-8A9C-8B7A-E5A15D0D2F6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EFA62DBC-C22A-F0A3-643D-E70B005D8D4D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687A68F-8052-CC33-D897-E33C0FB124B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9B03194-BB4E-2FFB-9C8E-4FDE4EC60A19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4FF48A3-0269-CDB7-BCAC-EE61DA58534C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EC0CC3-0A66-7F71-B4B8-8BA62C935541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96DD093-0945-8F50-9B6D-D4D4A9F920A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19F687DA-64DD-3B9B-B737-778861E9C3EB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8F4E609E-552C-C3BF-6150-A45D93789737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6240FCF6-25EB-A001-A488-AEAD46FDBE9C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4A1AA7F0-CC53-FC72-6EC9-074C7994880F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DD4E3903-D68B-8431-3F9B-62C93A894332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E312F3DE-2E74-A6F3-BBE6-AFAFC41DE20F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E0C86B69-CABE-3FC5-FBCD-D7941A8E5A72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B1C59BA-23DF-FFC6-A3A0-FDCC3AE1881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891B03D-495B-56CC-B04C-3AA6333911B0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A15B23E-A2E6-AC2C-D32F-103E50B5AD7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B62D2C49-67D8-94DE-5317-F25A3369365F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6CC2AF79-3AA7-35B6-FAFF-9B4D96BF7935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8808F78-824D-116C-162C-5B6E33865456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475F62DE-69D6-FF19-FA1C-B3665042FADB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5442E05C-4681-BCF9-0847-6AAFCE81F6ED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148DE54-C1E2-90F7-76FD-69C579B62622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A8599CB-7502-57AD-6571-0D38841AB9E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76DDD448-4CCC-40C4-182E-3E3FAE587C0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8EE8C36-8DBE-E532-E66C-3945DEC32070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904C772E-4061-8EA5-9CC5-C18C9679EC8B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E7B31C4C-4CC6-A193-5239-958B01CBBA1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CBAA4B5E-72E7-8D45-D722-30A23E37C940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F1B472D-D1D8-216E-D1D3-ECAF7E331C9C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0E8A445D-5090-62B9-D5E5-2317344D0F88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CEEA6D17-8E08-77F9-FEED-140A47322710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745661-6FAA-787E-FE2E-F55F5BDCB7B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CF907E2-5C30-87BD-8B3D-0C3DC30F59A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3421E16-90D6-661A-F559-029F28E3BE0B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93CDFA0B-93A8-54E1-612B-3DA0B7AC68C6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702E6B5-484B-B778-A430-41EA9E1259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64945296-A85A-03A6-488F-FA24A1481A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199A9D14-F888-E6FC-98FC-C1221CFED1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805CE2E-19A5-772E-C82D-0272F9FE91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159D2BC9-30A6-2B58-24CB-AB6D7F6884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CF13F27-56E9-2B58-8D2A-6A6C82FAF5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99EF48A5-D1F1-C9C3-9F2A-DC83EC878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0BF31A96-6850-1A8E-E276-57CCC7B4F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2E6AF7E-B5A2-FF8A-808B-B5C2A02C6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DDA558E1-9150-4F74-51AC-FAB56AFCA8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74A4BA42-8C9F-3901-AA51-0CBE820021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53EB023C-7570-9375-81F0-B64B7794FB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649CBB1A-BEA5-813F-DF06-C2C46A0E88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F96B546-FA48-01B9-0E97-E779B2279F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ECA7BDB6-207D-D850-9F84-B749DC08DF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7BFBF134-3958-8A7E-F3FD-6222AF2B5F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A45AA743-622C-77A7-0DBA-271B5EF38D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7279E9FA-4834-7769-1871-7A71DAE97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A481955-8510-E40F-85B3-AC755448015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1DEAC655-C908-55E8-2B85-BB7720CBF4D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6C4B601-E01D-B0A1-1550-82FDE12D67F1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13A7ACC-0F45-0435-556D-24645C4DC881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C8219022-A4BF-E6CF-8ABA-459495AE9F4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9F2584A1-90A6-9D90-E825-651E0AA1EBF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F17A6751-062C-3BFC-6EF0-9C2B13A6BEA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922A8BF0-EB26-B0B1-A7B7-8AA3BD5FD33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92F7B4E3-55BE-D9E0-7E0A-1ABE446E21AB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733EC6C-DA7C-0FCA-46B0-012A4EF11263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4D78557B-93A9-A112-7CED-1209AB53D185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2A74CC7-BF61-0C76-E474-FEC2A5093DA1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DA30EE5-00FF-09F8-603C-E78ABA6AF85E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04FC38-5FAA-DD1D-5743-C435BDB29CDD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D71FEC17-7EAE-36D1-F8BE-39E49C808C8B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24079AF4-5858-4B17-E283-86B408E74932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BB5D711A-16A6-9620-5ACB-AE281E6F0120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704A46C7-60D1-62C9-7204-6ED2B88E4836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00A72E25-EAD2-9C23-3621-57243A07E4B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DB23B64A-370F-8315-0585-4E2E76400C58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2DFE9E01-B1E0-BB97-511E-0C692F33ACB5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6056D8D-F336-D85B-0F0D-6153EB827679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9FDD035E-789A-8181-89AA-8A2E7B296048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4689092B-36E9-B29C-B2F6-B122CC3C3EA7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BC+T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70C3B301-1598-9574-4199-873CBC2083D6}"/>
              </a:ext>
            </a:extLst>
          </p:cNvPr>
          <p:cNvSpPr txBox="1"/>
          <p:nvPr/>
        </p:nvSpPr>
        <p:spPr>
          <a:xfrm>
            <a:off x="4028174" y="1893795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3CB7E9C2-3CFF-5086-4BB2-CCB2C63CB141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A97FC44-3FC3-4288-EAC3-BE022AC61839}"/>
                </a:ext>
              </a:extLst>
            </p:cNvPr>
            <p:cNvGrpSpPr/>
            <p:nvPr/>
          </p:nvGrpSpPr>
          <p:grpSpPr>
            <a:xfrm>
              <a:off x="4613188" y="99170"/>
              <a:ext cx="1777989" cy="1218336"/>
              <a:chOff x="4960433" y="592357"/>
              <a:chExt cx="1777989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D53F6179-F99F-7D7B-A1A9-773CE2EA1C28}"/>
                  </a:ext>
                </a:extLst>
              </p:cNvPr>
              <p:cNvGrpSpPr/>
              <p:nvPr/>
            </p:nvGrpSpPr>
            <p:grpSpPr>
              <a:xfrm>
                <a:off x="4960433" y="592357"/>
                <a:ext cx="1647774" cy="1218336"/>
                <a:chOff x="5429891" y="521896"/>
                <a:chExt cx="1647774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F7E89937-84AC-0D5E-7700-04C883F7B6D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9DC7705F-D75B-169F-6AA1-8142BA02ACD6}"/>
                    </a:ext>
                  </a:extLst>
                </p:cNvPr>
                <p:cNvCxnSpPr>
                  <a:cxnSpLocks/>
                  <a:stCxn id="630" idx="6"/>
                  <a:endCxn id="629" idx="2"/>
                </p:cNvCxnSpPr>
                <p:nvPr/>
              </p:nvCxnSpPr>
              <p:spPr>
                <a:xfrm flipV="1">
                  <a:off x="5599066" y="1480433"/>
                  <a:ext cx="252184" cy="884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AB18C8DE-3B58-E08C-16A8-1B18A605CC4B}"/>
                    </a:ext>
                  </a:extLst>
                </p:cNvPr>
                <p:cNvCxnSpPr>
                  <a:cxnSpLocks/>
                  <a:stCxn id="629" idx="0"/>
                </p:cNvCxnSpPr>
                <p:nvPr/>
              </p:nvCxnSpPr>
              <p:spPr>
                <a:xfrm flipV="1">
                  <a:off x="5935838" y="1269978"/>
                  <a:ext cx="0" cy="12607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0C8FC086-51F6-8524-5C50-8AD6E21CD5C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029019" y="1175479"/>
                  <a:ext cx="283625" cy="620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E41A79D2-7151-89AC-B283-7369387BD9C4}"/>
                    </a:ext>
                  </a:extLst>
                </p:cNvPr>
                <p:cNvSpPr/>
                <p:nvPr/>
              </p:nvSpPr>
              <p:spPr>
                <a:xfrm>
                  <a:off x="5851250" y="1396054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DB78CD8F-B61E-56C9-B396-FEF1FDCAD846}"/>
                    </a:ext>
                  </a:extLst>
                </p:cNvPr>
                <p:cNvSpPr/>
                <p:nvPr/>
              </p:nvSpPr>
              <p:spPr>
                <a:xfrm>
                  <a:off x="5429891" y="1404895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D253BCFF-8000-2412-8BE7-22826F22DFFD}"/>
                    </a:ext>
                  </a:extLst>
                </p:cNvPr>
                <p:cNvSpPr/>
                <p:nvPr/>
              </p:nvSpPr>
              <p:spPr>
                <a:xfrm>
                  <a:off x="5859844" y="109730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D44B2E59-24DA-DA1F-034E-88FA6930BE20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4F93FBD6-ECA6-598F-8008-4D1932305E2F}"/>
                    </a:ext>
                  </a:extLst>
                </p:cNvPr>
                <p:cNvCxnSpPr>
                  <a:cxnSpLocks/>
                  <a:stCxn id="630" idx="7"/>
                  <a:endCxn id="631" idx="2"/>
                </p:cNvCxnSpPr>
                <p:nvPr/>
              </p:nvCxnSpPr>
              <p:spPr>
                <a:xfrm flipV="1">
                  <a:off x="5574291" y="1181679"/>
                  <a:ext cx="285553" cy="24793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B114AC73-367E-FBF5-73FC-7B06B7C0A141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EF9CE665-EE1F-2111-3437-B2443F447CDF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CFD269E9-2D0E-3DA8-1E6E-3D38DC73CA29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7B9F08E-8F07-60B1-E16A-E88B04F9A0BC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88632189-4749-4194-A759-E3BDD484A839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636B9FE2-3F70-3E53-CFB6-090FFCC899FB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2E114781-A658-0F4A-5752-46C89EB291D4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574291" y="1548939"/>
                  <a:ext cx="312420" cy="191293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F0CDCBA2-4B7D-3C44-D893-9E1EB6A29AE0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550967" y="1305605"/>
                <a:ext cx="316994" cy="2452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763B98-1B54-9B52-7385-8E0F8BAF558E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5673C-DED2-B84C-1008-ADDFED6B1496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DB58AC3A-C66F-EFF1-F1A3-F58A36D695BF}"/>
                </a:ext>
              </a:extLst>
            </p:cNvPr>
            <p:cNvGrpSpPr/>
            <p:nvPr/>
          </p:nvGrpSpPr>
          <p:grpSpPr>
            <a:xfrm>
              <a:off x="4179432" y="576423"/>
              <a:ext cx="1611509" cy="635480"/>
              <a:chOff x="4179432" y="576423"/>
              <a:chExt cx="1611509" cy="63548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CAFC9F-3FA6-7A1E-2778-AF0D4C6B265C}"/>
                  </a:ext>
                </a:extLst>
              </p:cNvPr>
              <p:cNvSpPr txBox="1"/>
              <p:nvPr/>
            </p:nvSpPr>
            <p:spPr>
              <a:xfrm>
                <a:off x="4179432" y="576423"/>
                <a:ext cx="5918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DAG</a:t>
                </a:r>
                <a:endParaRPr lang="en-US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54F5003E-AACD-0C0E-5F33-1329FCA3ECA4}"/>
                  </a:ext>
                </a:extLst>
              </p:cNvPr>
              <p:cNvSpPr txBox="1"/>
              <p:nvPr/>
            </p:nvSpPr>
            <p:spPr>
              <a:xfrm>
                <a:off x="4550475" y="942116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C4CB82B8-C690-EB9F-FDBA-30A9D86F82F6}"/>
                  </a:ext>
                </a:extLst>
              </p:cNvPr>
              <p:cNvSpPr txBox="1"/>
              <p:nvPr/>
            </p:nvSpPr>
            <p:spPr>
              <a:xfrm>
                <a:off x="4959239" y="93239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F16CA514-C6CE-1F2A-DDDA-6958B17F224B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E2CB40B-1DBC-8946-0D91-421F8BC64BEF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FFCAED12-22F4-B8C8-7BC6-D673D90F1E70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E01EFFE8-BA15-329C-5EDA-79C3CDF0395C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9383FBCF-321F-5FF1-3775-31BD2E9D6702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D9517D13-6E55-AF72-FC3A-BE5F02C37A07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24BD8730-0124-D8CE-2831-F28B33FE2C17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39C9CCB3-8FFE-00EC-0D98-FD98404980E5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1817A8C9-B566-95FF-D8A7-A005092D22FC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3FBF953-671F-9E6E-8484-2BABFAFF55A6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923AB6EC-05FB-11FC-B8E2-820B1379FED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A5F3546-85D2-74B5-FFF0-BB67E3183745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773F983-4937-66CC-1330-88431BDE83AA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38C678ED-46DC-F25B-CA80-F1131A709CEB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451F5BB-0280-7F9D-D975-9BFDE6391F7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49805E44-7E8D-9EAF-99FD-8D40DD287BEF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FD577ACA-F863-7961-E5B3-0E79770AF87E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3886263-EB4E-A1FE-BEBF-B8814B0E9F63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F439CFC9-58A1-450F-C201-61F796C02B9E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F644301-1BFE-D6B4-C568-5199284F510E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0BFE77B-2C80-C1A9-69BF-A0825795CA98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1833524F-B660-9F37-A82A-4E07CDA3F24A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C17D4AD-17D2-33D8-7B7B-21AD79E37877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CDD1FA1-A9E0-3A0C-BF13-3A3824BA53F1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21AFCB9-9E9A-A1A5-A878-686E3B28FDD6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6A4AEFB-B7C4-1D08-4D77-DE496D52C573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8BA766B-AD4F-A96C-F49A-308A00172CAB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26B15AF-1F4A-7058-764C-2D153E571449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4086591-2AAF-EA43-2745-E31AB0B027E4}"/>
              </a:ext>
            </a:extLst>
          </p:cNvPr>
          <p:cNvCxnSpPr>
            <a:cxnSpLocks/>
            <a:stCxn id="544" idx="0"/>
            <a:endCxn id="629" idx="5"/>
          </p:cNvCxnSpPr>
          <p:nvPr/>
        </p:nvCxnSpPr>
        <p:spPr>
          <a:xfrm flipH="1" flipV="1">
            <a:off x="5035673" y="924158"/>
            <a:ext cx="664019" cy="20794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270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84A0EE3D-9684-F09E-9CA2-442D0A28A86E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98ABDAB1-B0DD-53DC-BE69-DFE9EE926554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B3E0FEA-CB4F-F5F6-BEC7-22F9B70FEAED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BD5BFC92-F85A-0440-986E-3957B07DB424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82D114E-6C2F-F245-B1EC-6504EE9466AA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23F09-41F3-5642-80CF-6ACA3E5D92E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E0BDCB3-15DE-C844-9C7C-24AC79A063C6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CB5B55A-2E29-174D-8EE1-AE1C069337D3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C7F83072-4439-76D3-B7A4-2392EB079AE8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0E43B43-3C57-2660-25FF-64CCB621C333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D1C792DD-2E04-DE5D-C760-AC310C1155A3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9BF1463-9ABE-436E-A036-1EEE7A8D72D5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CB82661-4FEC-240A-7A60-F27CE15FC6CA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15EF9EC-4B3A-1BFC-37D8-82C2275B94D0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E7E1474-11B5-6695-D752-76394DB37F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950D092C-6DB7-92B3-FB22-0D3D12984DB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0800FF1-2955-2FB1-A88B-EE210E9ABAFD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2A70C690-FF2A-7835-C148-7B45E9C6D5D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3ADF222-24D2-D8DB-8A1C-FC67979AC83F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97FFBF78-59C6-5F76-9FE4-A22AE64064E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F62D7B80-F410-2027-23E8-616D4289C2E8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8C9022A9-35E5-E1B4-6ECF-23716A410FD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BB210BBF-1193-1A68-2646-C99B93194E9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5677F5A-0CC2-546E-F7DA-58567DDCAD2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361AEF1-A5FA-6141-ABB7-39442C0870AE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99C82F4-02F1-6B1A-2258-B220E76E2435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A6EA6E5C-20A2-13D2-F48E-8A6BDA5B320C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EED83B99-2CB7-2334-A20C-A447B1D64E91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52B5ED28-5673-73A4-A067-98AF1E6033B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8D34172-1DB0-F105-9353-7AC606DB55D3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25B5C47F-FFC2-EC76-F78C-78F5BC5ACD2A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973374-AD68-3794-C29B-EEB14B968FC0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784432A-7AED-47DA-4553-8BA12B75D70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A934C526-5B5C-9663-1D41-1E87C025E6F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048E52FE-7E3F-6CA9-CED2-E7A945B8884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A54D4B7D-983A-6C47-988A-6B5ACE1A09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16091B29-0DAF-4545-8B1F-522C466A3D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6739536E-C23B-274B-9B06-61C68EE9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B1C5648F-36F0-C349-BDD1-B68BF68A0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7500ED5E-A1B7-9E44-A33B-3ABBF623A8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32EF4475-CF51-104E-AFC8-6AC9BF1ACE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B8AA2112-B5C9-9147-BB00-7B40E7A041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2F7C4CF4-0AE0-7A4E-84E0-A5F039717E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9E6D826E-D430-D54B-BB17-648B8FBDEF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03441EF-646C-1845-A94B-01D0920305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8AC7ABE6-2E23-D746-ACAC-6CAE85E7AD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F99C274B-CB16-6A41-BED2-F54E7B8F83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689A9357-1725-5749-86AB-DBF975A131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30FA6EF1-79DA-7C4A-9E19-D81F7D568A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62A9A487-CAEE-CC45-8636-1C3613AA7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2F77526-45FA-A542-83FD-41CF90FBB1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4E0D4CC0-993F-2447-A279-69DB1445AB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64D8213F-3292-291C-F944-FA767334CA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30F585D0-B0FB-05B3-8523-63A3FDB1E64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41918E7-7AA9-943E-507B-127BD54C923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D6C072B-7338-9F3D-3853-C5AB98697618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FFCE197-B41C-2871-4CEC-ADA28593569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08D670-43FC-C3E7-5066-61CD135C7FE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A3D1C72-2DE2-2B87-CE7C-A0A983CED051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A80673-310D-1DC1-7155-BB3799A29F55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ACBD10C-BB93-C9A5-B51B-A16C3C7659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52DE17-B5B2-377C-0732-0E1B9222F171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6B7D29D-B6F0-3B13-C25C-B86694DFF181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2257ECD3-6DE4-56DF-E76E-3F975D4629D7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2B254992-95D9-A169-7C11-377D047B760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7A7BCBB8-8127-5472-263F-01D6A11E932C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872577DC-91D6-2B30-BB2B-D478C688EB68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B3B8738-E9AE-34B0-B8BC-0049540C35BE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5430D3-813C-D001-966E-08FB74949EB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BA4F91C-F85E-5509-ED84-610E8CD43011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B087F031-4882-1900-D0B9-6BE678A63281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BB8A476-25D0-3054-53FE-DC78DDF31C5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E3D3EF30-70E2-D10E-1D33-6E9B1FBD5A2E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1D40D2F1-6329-5AA5-6264-A1885CD44386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A11E95C0-8F32-D7CB-9756-D4D22785943B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D81FB547-6573-0358-DEB9-4A83AD06C96A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9EB59AA-5D75-2674-1DFB-01BA1182AC84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417F85F9-5DAD-BF99-0421-FD100E9C80C6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EA3EAF7-8268-5C9E-1785-C7924EF30FE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43ACC75-69F4-8028-23E9-4643AEB139B3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34659F4D-5B68-BB8E-C493-34BED9BA11FF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1908594-C231-0CAE-4F96-B5756A5B496C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A493DAF-9C07-DB7B-A886-AFAE0F10F795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7BDA0760-30C2-E9F8-2EAB-2A371D644598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12FF5B72-A5C8-52FB-EEAF-F8F7126187E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347C6C67-E76E-6BD4-A70C-B49D12AF74D0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9DC5380A-D00F-B894-C496-6678243C7C8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05DA7E8-0A3D-1B18-2761-F7BA94C055B9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7BE77723-DBAA-7579-3D4C-A06426D0C80A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CFE4B26B-B953-2C93-4CDE-0807433D4CC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FC85CCE-711D-4E69-EFDD-EEF0D38FDF5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A7C3667-51E0-4260-1F16-E89F72632D84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BB9C092A-0E57-51FE-A6F3-7F0A9651E18D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5E8F073-2214-FA81-EC39-950883007AA3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9D92F4D2-806D-FA01-23C2-950AB254449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5BA72EDA-8B0A-0A61-6E5B-BA15E77EA38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F0F173D-7B45-19C8-62C3-FB3DF2C1788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5C7F81E-018D-0496-754A-6B4543E16A7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6E7F55D-3C34-45AB-1A8D-2D13AA0BFA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013FD850-4F02-D74C-198A-0231D97273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C353E84-04D1-22A0-6ACF-8EA43E86E8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0A6B1E5-5EA8-595F-0A8F-1ECFED835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17B459F-6EE1-EB1F-6FAB-DBAC8B5759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389E1EF-1CEC-ACA4-DFDA-6D09ACAF73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2BC5AE0-4D49-EDA7-B97B-7CE6E0960F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519273A-589F-820B-4942-1761665D6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CE217DA3-187B-2A24-5CC8-BC160C2757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9C48CFD8-2583-FD63-C735-24A903BBD1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C53A3EC5-6EA0-140C-50BB-13348281A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ED5F1C2-984A-9BBE-1D46-11E49EBAC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D8DE9171-E957-9E73-D014-529C5CBE7B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B0DEFEE-B983-9FFA-BED5-D3AA9D145C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40A2FB8-E8E3-0BE8-4DF7-9913700B43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2F62C99D-3C53-1037-B17F-F0DDD2042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259FEF1-5FD7-D8B9-C4BB-BEE8F787C5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D6C8F7A-7C2C-5222-9072-54F259DD3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45E1AFF-93D7-DDFD-B76B-BE4030C319D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27EE9658-3D9C-D6E9-1866-9DEDBB15C0E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07498CA7-3B12-28BA-819A-4D6AEFE4AAA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D02D8E0-3626-F628-67FD-E18510431CFC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3921BA3A-7186-B2F8-DA8E-F62099D6C1F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C29942D7-1BAB-4F57-621E-71F2B44A20C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D21329B-9AD8-D7CD-1584-36B37D3134B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C296C77-0B6E-6E64-282F-5DD8E6040FC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6E632AC4-F25F-CFD0-C09C-1E24832B329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8B8F874-CBD4-A280-7353-62F22BAE7202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F9E38E-3FA8-CA9B-8C01-12D2A1957D4B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A9EBD071-0AC5-EA0E-31CE-DA373B2D7EA8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1345A5EF-0DE8-9464-4240-9595D252EFFF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EA59A700-7461-B15B-690C-2B53336826B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2AA99A29-9E63-C284-8791-F146E394541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6BCCCB02-5B38-4D7D-AC0E-A0EE519F242F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6718C97E-E50F-14E6-2CDC-77DD084428B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577D3DB6-20F6-2DD2-7FDE-8A891A5B898F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5F7C485E-AA99-3307-5541-D48731CF0854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E74BB2A8-A174-DED9-918C-2369E9F56A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04EDF93D-014A-18DB-6EDC-8AB499B5239E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1BF81E9A-79DD-E05D-25FA-C78AA6B2E5D1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AB608BAB-85A6-8D9A-F8DA-392B1F97576F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8DDE29F1-9042-69DA-DF81-FDC8CF6621C1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8B0720D-FC26-1746-2927-6559EEE2608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DF35132-3F9D-4776-FD7C-BE0108AD15ED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28704A62-8AF8-CFD3-58D6-B12CDC048376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5EBEEE1B-0358-50E2-C7CB-96E66615D74D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068CFBF-A5C9-31B8-F744-A773DF5CFD56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2C03DDDA-E6FD-E4C5-DFC6-F1346323E05E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DE5AFF34-5C1D-739E-F781-DF469F745E50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83986293-5A69-4B83-160D-F85CDBC0F18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683DBA28-1EA7-362C-6C7D-B87070BF0044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BCF859AD-9C52-3A5B-1400-94CCBD5BFF4E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2A3AB7D-9829-0861-5FEB-0AC4F53B0683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248A1246-F253-4B83-9AAE-2C99F8174DC8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960E5484-84C5-688C-EB3E-6CB81D703808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62EA441A-7807-6BC0-D2FD-8995DDE0391C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F565A5C4-2E2F-9C65-6366-C9B9769505CF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5ED4163B-37D8-FC92-3C37-3DDC4E750665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8A8D6FE0-AF4F-1F87-BA74-C8EC6A969300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2FC247F-B14D-568E-2D6A-E99DCBCD21A1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BC5A76FD-442F-9E05-1113-7D44353367D1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2D2FB9B3-E6CA-E406-6236-95372955E971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EA7CDE8-977F-4EE0-4295-8D279C73CB8F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7FF0BC09-9497-AC0D-454C-9F0B0F547FC5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2BD61CAF-4F43-2843-B3DB-D4118F06FA82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3E840FDA-9EE6-D348-0EC5-A3107E18D45B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094CD5B4-BA4B-97C8-DF63-45AADA6AD0F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A0FF691C-1C66-F543-59B8-5DDE5571C536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E7E88F6C-52A8-4FD4-A26B-615CE0C1B575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85CFFDEE-E4D0-4B12-0B2B-22CBD90FBFBE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44655E99-C48E-86C2-B316-CEB701B70B2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A27985DE-59FE-DF24-CBBE-EF35EE7729BA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69BD4CEE-2F4D-2CE1-19EC-EC9194B6C559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404A0C7B-9982-4AD4-9E25-E127FEC099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9860EA39-B839-A9D3-6E38-852AB62850F1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0BF4C486-2394-0AAF-9E01-ADB34772A516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2D9786DC-A7EF-E882-2A32-FDA28F90A478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24E1FD36-55E7-6DB7-7422-2DC63C1A2E37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E0CEBAD1-D752-E965-C9C1-DFF307678912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E9D48D71-6F0F-A7F6-33E0-FBAD5027FCDD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34993551-9382-4CE6-ACC2-CBECDBC0B840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9DA67641-3097-B1C8-E393-D651770B933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20B02563-009C-1E02-60A7-9A8ED1B9C47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C292DFEF-3804-2789-3245-4BE02F02F24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A66C7485-AF6B-3F71-863A-78EB08DAF6AD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DC35C86E-0E7E-A992-EF25-A59C4B2442F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1302645A-0281-6FF4-F519-C88D8360CD00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197B0340-C0C7-4C94-2CEC-942E6CD78F3D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0F14167E-04A7-6E71-BDF6-29A51C75DB94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898206"/>
                <a:chOff x="4281295" y="2128157"/>
                <a:chExt cx="832114" cy="898206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6E0BDCA-A719-1180-8A9B-BC2D1CB57D26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3EF7C927-953D-32FF-4DF8-69AC63CA08E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70934810-F949-36A2-8B75-99F88B2B67D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0853180-703D-E5B8-1580-908217E04C8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29A9CDB9-412D-DA32-57C5-C445A07BCF4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73760E-AFD0-AB84-AC0E-586D1B9B336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6BDA62BD-8079-1B87-01C7-796BF5C923E9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11E6FF39-A74F-4E7B-6633-074897BD6FF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56A13644-8518-77A7-421E-9BE496E8698A}"/>
                    </a:ext>
                  </a:extLst>
                </p:cNvPr>
                <p:cNvSpPr txBox="1"/>
                <p:nvPr/>
              </p:nvSpPr>
              <p:spPr>
                <a:xfrm>
                  <a:off x="4472263" y="2780142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F7273280-FE20-3C7D-DC27-D0901F866C51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 flipV="1">
                <a:off x="5422260" y="1493983"/>
                <a:ext cx="206198" cy="61195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0AAA6078-60F5-9A3C-FA3D-2EA50EEC5EFA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77A5FD3-B539-2B4C-4F00-E3E61391E80E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B81971AD-7F5A-30FC-99E5-D9AA184CC6DD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32DBFFE-AC7F-4192-72DA-3643DB91CC44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4DE9407-EAB9-6579-7D8B-3851D62607E8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580AAA37-673C-E6ED-05B8-413F1D6B6569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2B8A5F01-EF21-0CA9-2387-B6B94385BC8F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565B730-EBEF-A50E-FED4-E0322096F289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08FE69CB-3B54-C533-D4EB-F7DF4741DBD2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F7988186-ED2B-01C8-A680-CDF2C642420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75FBD309-6C0A-10FC-4B54-5A4284BF6520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48407B29-D1BB-3666-CC51-C46DD252278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4ECA8C36-DA9F-6366-4459-B84A09D32024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19346B8-5E03-D3E6-8C34-371EFC1B8B2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TextBox 931">
            <a:extLst>
              <a:ext uri="{FF2B5EF4-FFF2-40B4-BE49-F238E27FC236}">
                <a16:creationId xmlns:a16="http://schemas.microsoft.com/office/drawing/2014/main" id="{3C20FC62-D6A5-E1CA-5A97-2CA8ABCA1DA8}"/>
              </a:ext>
            </a:extLst>
          </p:cNvPr>
          <p:cNvSpPr txBox="1"/>
          <p:nvPr/>
        </p:nvSpPr>
        <p:spPr>
          <a:xfrm>
            <a:off x="5427375" y="175715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3" name="TextBox 932">
            <a:extLst>
              <a:ext uri="{FF2B5EF4-FFF2-40B4-BE49-F238E27FC236}">
                <a16:creationId xmlns:a16="http://schemas.microsoft.com/office/drawing/2014/main" id="{AAB00E98-5BE3-4DA9-E240-4F12E909CBB9}"/>
              </a:ext>
            </a:extLst>
          </p:cNvPr>
          <p:cNvSpPr txBox="1"/>
          <p:nvPr/>
        </p:nvSpPr>
        <p:spPr>
          <a:xfrm>
            <a:off x="5725827" y="1753033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876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EDB1F-D75E-CF9E-CDB8-621F57FE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15DBADEC-FFE7-D62E-210B-1607BC156C35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A128AEE-E414-C06E-05F6-359C17A08E75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7D161F0-C584-090C-4C5C-0DDD160D836E}"/>
              </a:ext>
            </a:extLst>
          </p:cNvPr>
          <p:cNvSpPr/>
          <p:nvPr/>
        </p:nvSpPr>
        <p:spPr>
          <a:xfrm>
            <a:off x="4101552" y="431343"/>
            <a:ext cx="2051592" cy="6014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C3AD0E9-C66A-CE8D-EF87-B27524EE74B1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9CD95B4-9024-E69C-AEB5-E64CD70105E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57253-FF11-C065-8160-8BC51FF94FC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4413020-B868-36DD-8AA5-C5A87CA9611E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63A535-EC44-F162-D7F0-505E5A091A27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2737602-A002-0D0E-8F1A-668ED399692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238D4EF-BF9B-8201-41A7-5CFD03C18FA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7936B49-D001-6428-35B5-4C00445D7FDF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4286327-EF87-FCDC-1653-7B89591499EA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9A1DDE6-F03F-C93D-80FB-8F010FBAC4C9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EE89DEC-DF0B-DDA3-338D-9F1BB4F8953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32E9676-B4DB-AFC7-1881-4D4C28C12874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AAA713F-FE97-5C08-C9F4-49E39563B990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54D5712-8FFC-7BA4-D64C-2234F576E83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54E7AA2D-498A-8B47-C2BA-F6F56AA7C7BA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53135BE4-4E91-7C49-B1CF-145C8B505B10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FC720017-3A42-30C1-CDBA-C4C069F04435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74FB9459-8660-48F7-FFC1-0297671D8D79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BB60BBBF-82DB-471B-B95F-C8B6FC2E1FA9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08F0681-99A5-B69F-CAA2-4926378BD25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A68EC766-37A3-56D4-4B95-695ECBDFC392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3D8D034B-4C20-B7D7-4B33-96C034DFFE99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40BA0903-906E-1E57-5C78-99F6DEC3E7AB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26E82FC-80B5-97E9-BFB2-1C88B7EC95C2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34EFDF9-4DB5-C983-7291-C3799E214B1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079DD22-3C40-188D-AD28-145D9D0A445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740944C-3E27-538A-93A3-6E5A44C7B87D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75819D1-8581-9721-9911-3D73FB355BA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D7040E70-0E58-0312-4C71-46D158E2FB6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7B12F91-E4D7-1DF9-94D2-95A7CA68D3CA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45593677-6216-2459-3577-D031FCD7024E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DE985DE2-63F2-21B6-DDD7-3503D5A3122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8E17CF0-F61B-26A5-219A-6E903B3A4A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4F6867D-A2AE-0610-1FE8-8EA3E184F3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7DF37858-9772-5CB3-ADB5-002ABEF1A9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03C2DE16-386B-872B-99E9-54DD2CAE02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FDF8696-EC29-CB8B-EB6B-DEBD9A60B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6E78667E-A3FD-0384-F86E-12EBCD2DA0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EBDE125F-9A09-9E51-7B32-A26181D61E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1D529676-98C0-9DEC-EBD8-5E43148877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A8CDA7AA-B35B-2E89-48D1-CFEF8FBA7F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79EDEDFB-C3DB-80C1-BD0F-5E06774A3A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8D0A082-848F-F8FB-08E0-B82DEC598D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76D199D6-36D2-0189-6DAA-5BB2419D8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5CDC8AAD-1C07-2D70-477E-E09855DB20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F913ACF-2038-F94E-0E29-D1F2D530EE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50BCA0DA-0EB5-8873-D85D-715C394C8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DDBDD37-853A-EE1E-30D6-BFBDDC2A2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59E5BC91-1081-2B02-B7C6-6756EDC0AC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11C252AB-7290-4335-1DC5-84A1693FCC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92FBF33-1846-A039-D6FD-E0FDBD419C0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8DE1E0-4312-1B54-AF57-EFC1A175DDB0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F26F14C-B924-6B42-1B57-EA9B1A99C9A2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E99483C-66DF-3D06-94FA-3BD576E265FE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232AB65-458D-888E-3082-2ED7F239D59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54F5F24-BB03-3704-09C8-CF94C1A6BBDC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7E16685-B73D-362A-CABD-90BF0978CB71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080F444-CCC7-A7EE-AA2A-BB14FAD517B3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20D4A59-843D-98C4-0617-5C4D5D1C4B78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C5FCAA5-F09F-7BF8-1B73-DE33D9F8995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73452A1D-B7FE-0805-6BDD-BFB590C3F17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5D03BCD-45F2-8F1B-32FE-2C845359C6FE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0B06ABC9-99E2-E713-FE50-8CEA95DDAAF6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DC52DDB2-1592-4F5E-2A1B-50B38191FEFE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15F154-56AD-034B-BD26-4544DF526C2E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894DE85-3BCD-AB80-9409-1CBB7B3D16F9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99A55A0-753F-01D2-DBDE-0CA7E34BA2DA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0C37B0E5-79A3-51B6-5CAF-0F295380B0A9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70976428-76DF-096A-9CEB-F258413EC046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0371D56F-431D-C891-7F7E-8E119DE985D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03A7DB3-94BB-9719-D1F5-9465F6B94DBD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00A62EBF-A179-38A8-9AD9-A41D8BFBF388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0F2AFED2-9CB8-30F6-6C33-E3CA8622EAE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35198A0-D2AB-71CC-1064-CFD3B1797A67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8C4AF835-F63C-B738-9A8E-7C2FC1E5292C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2F18ED63-93A7-F35B-3E5E-A670A43021E6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781FE496-FE1F-C150-E1B2-700191B82FB1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ECBC9423-836F-A74D-12E2-840CD0ED683C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0296AA0-0C1D-568D-5602-16011600FBA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5952E50-2EE4-E064-0525-3C47F48CD22D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6810B28D-45A6-C715-0B7D-7A4E2153B830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8CBE6AC8-D567-6743-B87C-B5CF3F5CA0BD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1698CF4D-D23F-D067-7217-1E1AA7CAEE3C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0672F496-5725-C807-8026-796BCCE206A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25FF6FC-C051-9334-1ABE-3951C3DFADB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06F67B77-1075-3743-E119-A583D5AD1CE1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59E6BB0D-16FC-B1F0-E077-77212E62BA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A638D632-3939-A2DF-BAA4-F8D66E7EFB8D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F2118AEC-A24E-2E82-9B6D-4A84917FCEB0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29DFC0FD-D5D2-FC11-ECAB-75CCBA4FBD01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7CF8AD3D-283F-8B96-66BF-3562DFBCEC3B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63945EDE-1FE5-E88A-37F6-52A51E7495B8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A6DF55C-0780-150D-533B-9EB14B1B972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394E08F5-6498-CC79-03EB-C86608B969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364FF2A4-047F-B935-D115-4DFA54C91AD7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AFCB7B87-E617-3EF6-710A-476EEFB903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4CFB3CE-87C9-CC55-3353-A94ACDC11B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91120DBD-2129-C83A-123F-52F5B447C4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0261E63-2BBB-3566-B7E6-287C1F09AB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CC9B9B72-8F37-B304-6F93-CC30A9A6A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7EA7A437-0D83-E43A-1D96-2875865A33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794C00-D069-CD07-56DB-A019EF0ED7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E572BF5-A077-46DB-4AE5-00833DA4A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E903125-B781-F9E9-7580-B5F67DC524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F5830301-9CB8-8947-1B7D-F4653765D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60BAB1EE-6E21-E483-CBB4-CBBEA08446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DE21E20D-EE00-EE41-5125-79494021D2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C3B617E7-AB69-C980-5F7C-18178C3590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817E90A3-7124-E33F-F979-581FF3767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CF7B55B-6AAD-300E-5544-D910129B77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DF8BA102-2E81-E735-BEA6-D86371983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45D847B-B15F-3D99-2596-198C1CFC20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5D8976C1-6B0C-6B5E-23B3-ED7099CF3D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375B56D4-7A94-297F-F432-ECF1FB993159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AB9E9672-2C30-F755-6454-126136F1A49B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7225EC22-5CFC-A5F2-4135-157E0B6B9F16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D576405A-28D7-BF9C-96F6-7A1AD5CB739B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C91DBD8-57FA-3C81-DD5F-CB0A431D8B31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BCFFF06A-52E8-FE18-F1C6-24DFF819039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E02D5AEF-1122-EF12-47A0-1789D760610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993D4C3-5A31-DB94-ECED-72DDFA7C1B6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C1D14D1E-FFBC-5FEB-64FE-8103CC799061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F9ED05F-7284-2F8A-C775-BCBCFF502A77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7163B86D-05A5-5224-5B93-F1AA0BF1D6E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C2256CDC-804C-1D76-A5CC-5CD6F78C35D4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F75CDB8-C282-9B74-4ACC-7386FE452716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E10533-83BA-FBDD-41E0-AF8F96BAD072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63383F7C-7944-5C83-B752-E78885A3262D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9C9F812A-8E92-9A4C-B597-3084AD954086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A3BEE25-BAA2-60E9-2B0B-0395CBB3ABAB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5AB676EA-20AA-B566-0D30-C40ADAA6E1E5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C5AF1B96-64FB-5DE4-467F-5ED820A5C50C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C0B0ED91-D5E2-504D-55F7-7A015865F5B2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C351A695-4EFB-15C0-958C-87B0D468445F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5300E1D-8443-0816-8DBD-6733BE75B74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E419985E-DDD0-3287-16D4-04D54B7266C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1E8BF5-E70C-270A-396D-467B52216E2D}"/>
              </a:ext>
            </a:extLst>
          </p:cNvPr>
          <p:cNvSpPr/>
          <p:nvPr/>
        </p:nvSpPr>
        <p:spPr>
          <a:xfrm>
            <a:off x="4124900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0613C4-3839-9E0B-6AB0-A90BBD2BF9AB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4291819" y="4115599"/>
            <a:ext cx="163039" cy="138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2DB265F-0A8D-00F9-5594-56408EB4F968}"/>
              </a:ext>
            </a:extLst>
          </p:cNvPr>
          <p:cNvSpPr/>
          <p:nvPr/>
        </p:nvSpPr>
        <p:spPr>
          <a:xfrm>
            <a:off x="4455170" y="433422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B36364-D508-DC5F-299C-910A0CE3D023}"/>
              </a:ext>
            </a:extLst>
          </p:cNvPr>
          <p:cNvSpPr/>
          <p:nvPr/>
        </p:nvSpPr>
        <p:spPr>
          <a:xfrm>
            <a:off x="3792687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12B8E0-FF7D-F388-A3B4-BB2195EC11A6}"/>
              </a:ext>
            </a:extLst>
          </p:cNvPr>
          <p:cNvSpPr/>
          <p:nvPr/>
        </p:nvSpPr>
        <p:spPr>
          <a:xfrm>
            <a:off x="3478571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C8934C-3888-7EE8-F31E-AC20BE6D25CA}"/>
              </a:ext>
            </a:extLst>
          </p:cNvPr>
          <p:cNvCxnSpPr>
            <a:cxnSpLocks/>
            <a:stCxn id="13" idx="6"/>
            <a:endCxn id="6" idx="2"/>
          </p:cNvCxnSpPr>
          <p:nvPr/>
        </p:nvCxnSpPr>
        <p:spPr>
          <a:xfrm>
            <a:off x="3961862" y="4116983"/>
            <a:ext cx="163038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0D4E62-8238-488C-AF2C-6A04DAF4171E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>
          <a:xfrm>
            <a:off x="3647746" y="4116983"/>
            <a:ext cx="144941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52FBF9D-CE67-FCA6-5214-080AD995ABED}"/>
              </a:ext>
            </a:extLst>
          </p:cNvPr>
          <p:cNvSpPr txBox="1"/>
          <p:nvPr/>
        </p:nvSpPr>
        <p:spPr>
          <a:xfrm>
            <a:off x="3418256" y="3993872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B4105E-FB94-F87B-57D7-A7983261B4BB}"/>
              </a:ext>
            </a:extLst>
          </p:cNvPr>
          <p:cNvSpPr txBox="1"/>
          <p:nvPr/>
        </p:nvSpPr>
        <p:spPr>
          <a:xfrm>
            <a:off x="3724281" y="399387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15E8BB-6217-024C-D159-94FD7826CCFF}"/>
              </a:ext>
            </a:extLst>
          </p:cNvPr>
          <p:cNvSpPr txBox="1"/>
          <p:nvPr/>
        </p:nvSpPr>
        <p:spPr>
          <a:xfrm>
            <a:off x="4061061" y="399248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44D7B18-F0E9-72D6-1087-88ECCDD28C1D}"/>
              </a:ext>
            </a:extLst>
          </p:cNvPr>
          <p:cNvSpPr/>
          <p:nvPr/>
        </p:nvSpPr>
        <p:spPr>
          <a:xfrm>
            <a:off x="4454858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17D2DF-7F71-B6B2-D260-F7A83AF9557C}"/>
              </a:ext>
            </a:extLst>
          </p:cNvPr>
          <p:cNvSpPr txBox="1"/>
          <p:nvPr/>
        </p:nvSpPr>
        <p:spPr>
          <a:xfrm>
            <a:off x="4385127" y="399248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6D4C7A-7662-92E1-DAD0-956AE34F407A}"/>
              </a:ext>
            </a:extLst>
          </p:cNvPr>
          <p:cNvCxnSpPr>
            <a:cxnSpLocks/>
            <a:stCxn id="38" idx="4"/>
            <a:endCxn id="12" idx="0"/>
          </p:cNvCxnSpPr>
          <p:nvPr/>
        </p:nvCxnSpPr>
        <p:spPr>
          <a:xfrm>
            <a:off x="4539446" y="4201362"/>
            <a:ext cx="312" cy="13286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183255A-7CFD-7CD1-0FDC-A117A7E7F941}"/>
              </a:ext>
            </a:extLst>
          </p:cNvPr>
          <p:cNvSpPr txBox="1"/>
          <p:nvPr/>
        </p:nvSpPr>
        <p:spPr>
          <a:xfrm>
            <a:off x="4394858" y="428435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1B7AFF-EF51-9D61-5832-DB3398D83190}"/>
              </a:ext>
            </a:extLst>
          </p:cNvPr>
          <p:cNvSpPr txBox="1"/>
          <p:nvPr/>
        </p:nvSpPr>
        <p:spPr>
          <a:xfrm>
            <a:off x="4759558" y="3967713"/>
            <a:ext cx="25278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b0:10,11,12         a0:10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b1:3,10                a1:3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b2:1,2,3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11EC545-59FD-AB54-CC18-594F73603C64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D34E749E-9EB4-ED49-1FA9-3EB4332D6172}"/>
              </a:ext>
            </a:extLst>
          </p:cNvPr>
          <p:cNvSpPr txBox="1"/>
          <p:nvPr/>
        </p:nvSpPr>
        <p:spPr>
          <a:xfrm>
            <a:off x="4028174" y="2020341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7652A53A-F6F3-A4CE-FED6-84E72D3259F2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3206051-57F1-D8A5-0261-25FCF51812EF}"/>
                </a:ext>
              </a:extLst>
            </p:cNvPr>
            <p:cNvGrpSpPr/>
            <p:nvPr/>
          </p:nvGrpSpPr>
          <p:grpSpPr>
            <a:xfrm>
              <a:off x="4795927" y="99170"/>
              <a:ext cx="1595250" cy="1218336"/>
              <a:chOff x="5143172" y="592357"/>
              <a:chExt cx="1595250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A7AD0E6C-4AF6-8ADE-5552-9CE4EEA818F1}"/>
                  </a:ext>
                </a:extLst>
              </p:cNvPr>
              <p:cNvGrpSpPr/>
              <p:nvPr/>
            </p:nvGrpSpPr>
            <p:grpSpPr>
              <a:xfrm>
                <a:off x="5143172" y="592357"/>
                <a:ext cx="1465035" cy="1218336"/>
                <a:chOff x="5612630" y="521896"/>
                <a:chExt cx="1465035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E72E78F6-0983-29AF-AD1E-AAAC91E3BDB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41A926EB-B906-1C36-7F9A-A21223CE2B23}"/>
                    </a:ext>
                  </a:extLst>
                </p:cNvPr>
                <p:cNvCxnSpPr>
                  <a:cxnSpLocks/>
                  <a:stCxn id="630" idx="4"/>
                  <a:endCxn id="629" idx="0"/>
                </p:cNvCxnSpPr>
                <p:nvPr/>
              </p:nvCxnSpPr>
              <p:spPr>
                <a:xfrm>
                  <a:off x="5697218" y="1262981"/>
                  <a:ext cx="15828" cy="164379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EE9F3D05-D5D5-F2FC-101D-16D826F18163}"/>
                    </a:ext>
                  </a:extLst>
                </p:cNvPr>
                <p:cNvCxnSpPr>
                  <a:cxnSpLocks/>
                  <a:stCxn id="629" idx="7"/>
                  <a:endCxn id="631" idx="3"/>
                </p:cNvCxnSpPr>
                <p:nvPr/>
              </p:nvCxnSpPr>
              <p:spPr>
                <a:xfrm flipV="1">
                  <a:off x="5772858" y="1235742"/>
                  <a:ext cx="221966" cy="216332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789ADA49-D259-93B4-FDEB-E380728AFC5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139224" y="1175479"/>
                  <a:ext cx="173420" cy="598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0EE81BC4-17FC-7AC8-7F35-A12816661ED5}"/>
                    </a:ext>
                  </a:extLst>
                </p:cNvPr>
                <p:cNvSpPr/>
                <p:nvPr/>
              </p:nvSpPr>
              <p:spPr>
                <a:xfrm>
                  <a:off x="5628458" y="142736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A0CCADD3-5E78-5CCF-78BE-A0533F7CB1A3}"/>
                    </a:ext>
                  </a:extLst>
                </p:cNvPr>
                <p:cNvSpPr/>
                <p:nvPr/>
              </p:nvSpPr>
              <p:spPr>
                <a:xfrm>
                  <a:off x="5612630" y="1094223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5767AB4B-4576-5FB1-13E9-12FE86995DC5}"/>
                    </a:ext>
                  </a:extLst>
                </p:cNvPr>
                <p:cNvSpPr/>
                <p:nvPr/>
              </p:nvSpPr>
              <p:spPr>
                <a:xfrm>
                  <a:off x="5970049" y="109169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E07B57F6-26FE-25D2-681F-7B779BFE098E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67ED4F8B-EEE3-E1BC-2AF1-D0DA3B086F91}"/>
                    </a:ext>
                  </a:extLst>
                </p:cNvPr>
                <p:cNvCxnSpPr>
                  <a:cxnSpLocks/>
                  <a:stCxn id="630" idx="6"/>
                  <a:endCxn id="631" idx="2"/>
                </p:cNvCxnSpPr>
                <p:nvPr/>
              </p:nvCxnSpPr>
              <p:spPr>
                <a:xfrm flipV="1">
                  <a:off x="5781805" y="1176077"/>
                  <a:ext cx="188244" cy="252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36162D00-A795-18DA-E94D-780AE57018B2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97193B8E-ABD0-174F-B5BF-EF556D96537A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30422DEC-909C-48FE-B597-8E4F9E96532A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6DAA9B1-4E90-907D-2189-3CE4091E0DBD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7A03A8B4-83EB-5BE4-D366-081195679F95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B9B3CCC2-A4C9-A7A5-3896-C54B141F9783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B26A0200-3AEE-B898-F331-D1CB7F52C36B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757030" y="1238267"/>
                  <a:ext cx="129681" cy="501965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4B055421-6B52-B3BA-6722-60D9A5A5726F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328175" y="1305605"/>
                <a:ext cx="539786" cy="27659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7C65EB-1E90-835F-0952-8E195928953B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24F81-1846-5099-6AD1-25DB92E87D48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206E2AA7-7757-3E4C-5B5D-12A303113F2E}"/>
                </a:ext>
              </a:extLst>
            </p:cNvPr>
            <p:cNvGrpSpPr/>
            <p:nvPr/>
          </p:nvGrpSpPr>
          <p:grpSpPr>
            <a:xfrm>
              <a:off x="4179432" y="638307"/>
              <a:ext cx="1611509" cy="573596"/>
              <a:chOff x="4179432" y="638307"/>
              <a:chExt cx="1611509" cy="57359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514573-14C1-7BC4-F8FC-9D0FB58465DA}"/>
                  </a:ext>
                </a:extLst>
              </p:cNvPr>
              <p:cNvSpPr txBox="1"/>
              <p:nvPr/>
            </p:nvSpPr>
            <p:spPr>
              <a:xfrm>
                <a:off x="4179432" y="800943"/>
                <a:ext cx="14181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1</a:t>
                </a: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E288C2FA-0451-E15E-D884-8678B7A6C3A6}"/>
                  </a:ext>
                </a:extLst>
              </p:cNvPr>
              <p:cNvSpPr txBox="1"/>
              <p:nvPr/>
            </p:nvSpPr>
            <p:spPr>
              <a:xfrm>
                <a:off x="4741135" y="63830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F9957DFB-740F-4D47-1CF9-72CF70DE8CD2}"/>
                  </a:ext>
                </a:extLst>
              </p:cNvPr>
              <p:cNvSpPr txBox="1"/>
              <p:nvPr/>
            </p:nvSpPr>
            <p:spPr>
              <a:xfrm>
                <a:off x="4734651" y="96759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74AE0B75-156D-CDDF-29F8-9A6468512604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CFB110C6-DF67-4234-F29B-36CB6E007B39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978A1A1C-E5BF-0787-6284-A1A5C810B85C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C4E2C81A-1DB0-EFFD-8FBD-00751B85B2C8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B434810C-53FC-60F3-66FF-8BDCD4B5E193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696CCE37-9F4B-1F51-8B42-5C5C664EFBAE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BAF93311-5F69-4C33-3EF3-BBF1727F6392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BF664A4A-1BF3-7582-3E96-35C8FC4F2FDB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76835CCE-4F65-7EEA-3BB1-5F4ACAF89BF3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3EA32581-6C0B-1656-20DB-67E9B751CE1F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838CFF8E-F440-014F-998F-B10006289B6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B3009BF3-6B85-0CA8-DF52-9994C3FC9F4E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1ADCE115-36CD-5F51-5E38-ACFC8C19AEF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0580F5-0D99-D473-CE73-7A6E786FC738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3CE9B09-5773-2701-786B-50FDE6F30E0B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DC839DA3-00ED-7ECA-7842-3434D60F638A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6E29603E-B7D0-D437-EF10-CDB5DC7E39C5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BAE0802E-8A52-3613-DA96-AB5A2DD8E49A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264001C4-BFF9-7EA5-8B02-51CA15B75CB9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ED4E36F-2EAB-BD06-7D6F-D3C0588F5341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845C9AA-9346-929D-F3DF-A2EE1670EE0D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8A5B844D-B25B-32C5-2E80-77433B7D7FAF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AD57BD2-9C67-7A55-3170-FD404B0E828D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2967DED-9491-3712-984D-3257584C3C36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F791EE9-2A90-3FB4-F67B-43655DF8CE70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028C31F-BEF0-844D-9D2D-08D6B2E16B4F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399F53-86C9-48E9-633B-84D07C18978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5576E97-8B3A-8FE4-CFDF-C5DA94C998EE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6504ADA-F49B-AF8C-4DDE-4DBB77200DD3}"/>
              </a:ext>
            </a:extLst>
          </p:cNvPr>
          <p:cNvCxnSpPr>
            <a:cxnSpLocks/>
            <a:stCxn id="544" idx="0"/>
          </p:cNvCxnSpPr>
          <p:nvPr/>
        </p:nvCxnSpPr>
        <p:spPr>
          <a:xfrm flipH="1" flipV="1">
            <a:off x="4778108" y="761778"/>
            <a:ext cx="921584" cy="37032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078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29DD63-A811-EFF9-05BA-3656E1DA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D5124D0-3BE0-E994-FDCD-7EB5FB6B4170}"/>
              </a:ext>
            </a:extLst>
          </p:cNvPr>
          <p:cNvSpPr/>
          <p:nvPr/>
        </p:nvSpPr>
        <p:spPr>
          <a:xfrm>
            <a:off x="3981383" y="141151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29F1542F-4536-DEE7-BAD6-7019AB078120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9CB45-8AA9-BCFE-FC11-DF2F6DF6772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0E1012F-0D9D-35BE-AEA7-A0C30E7C1CA3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FAF4E61-14E9-334F-1996-C8D93D6DAC58}"/>
              </a:ext>
            </a:extLst>
          </p:cNvPr>
          <p:cNvSpPr txBox="1"/>
          <p:nvPr/>
        </p:nvSpPr>
        <p:spPr>
          <a:xfrm>
            <a:off x="4430510" y="2566792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86A845E8-B620-D3C2-A537-AA0EE86BA4A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2C2E001F-625D-F66E-A2C9-911D1B36B5D2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C318152-0D23-24DA-240B-CA91680ADF9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30557E59-90DD-EEA9-EB72-974D705B2218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B7AE9E2-AED4-5AAD-903F-DC4444B852DF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2B9EB52-2DCA-D900-B2BE-1E2B6935FB36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E6AFDBD9-ED4E-17A4-AF73-C570B0DFF7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8BD943E-47EB-66A3-8277-B1A6AC0D0AD4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07C4DC5-6ACB-9273-4014-9EE30C62B65E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324EF09-A528-B722-830B-FB6966F08CB6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77C0359-9881-439A-79B6-96873334EAF3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330C1D0-0F77-6541-6F61-479F0946AED9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884DC19-7D10-D4D5-18C0-FB7E43DEA18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5B75F1D-F089-D4AD-6C78-25CF54B95BAC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8E8F2BF-C084-2461-7DD8-1253F9E66B3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27B4C32-7091-0C4E-D1E5-A74C74A2D0AD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6DF2873E-9618-7E08-E9C9-6F1B6202FB8C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D12F97B4-9393-9B21-159A-44D8E88E42F7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4D3B240-1538-6968-5A2B-448DA4500DBB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061D680-93FE-1A30-FD78-17E3FD80883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A99C5F8F-195B-30B4-CE5E-0C1573A5FF1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AF78DE2-AC6A-978C-01FB-26475C3D25A5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68D2BAB-DE65-8095-11B9-7F9ABD4EF9BC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E9F8B7FD-3DD3-7A74-13F7-ECEEB9B1710E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E86B652-83E9-5304-4BAE-D77447AA8B9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A807B55-1329-183C-4068-638481A47167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4791651F-D118-4ED1-D514-4D483E031FB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561AE55-8AA2-06B6-8F58-7ECB9C5B28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2C202944-3C81-0CCA-1EB7-873D1C1B3D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A9E82DD4-8E49-FAA3-75C0-1B60D5E102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755A0767-148D-0379-33F4-229761D31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6976CEE4-F35D-1C55-42AA-39FB8DF2D8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0246DA0-6F06-EEEC-BFC7-12C486925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CFAB2B6F-A8A2-23F0-C496-5C271F5C9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E8ACC18F-A611-456D-B8BF-6726BDD917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17745A72-C604-9B55-D2A5-14BEAFF05D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28E68C5-B21E-896C-C933-6584052D77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2BFFC43-21B5-EE70-4F10-F5B376ECD3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307BF930-9271-E108-59A2-48C9C6CCD1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FAE5E7A-C7EF-D630-C19A-197EB3284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8988AC98-2017-D4A4-10E6-CB1B6BF20E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4367A31-294C-19CE-2382-38A5619F78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F93AADAA-FB8C-76D5-93E4-6025B8E26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9A418705-2F22-8820-3279-DA31026A70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7AB8A8FF-6D62-63B8-0159-98334E03F4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ED616ACB-96B7-949B-C285-B203DF028C3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603634-85D1-E48A-B19C-AA8B3951EFDA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9A972E-97C5-CB8E-561E-1D709F3CEDA1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1A80614-DBC0-D6E5-8FC3-87EBD13B0A53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A0D3C1-B846-A64F-F720-E14E0BE7AB7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06F12DD-999D-5A39-5C84-A154556ACE5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99022A6-6462-9B31-FCC9-AE061184E749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D21AA54-615E-DA37-01E2-EA12E664080D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3F0071F-87B1-078C-37A6-A9561B092CDB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4FD3493-9E8A-9906-56A1-6E871BF9C1AC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B3E0928-D650-0E87-2FE9-01022A5FDEC0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CFEFB7F-3DC7-5C07-4196-7BEE12A79751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BE89D81-8BB4-E9C6-F5D3-DE998704C80E}"/>
              </a:ext>
            </a:extLst>
          </p:cNvPr>
          <p:cNvGrpSpPr/>
          <p:nvPr/>
        </p:nvGrpSpPr>
        <p:grpSpPr>
          <a:xfrm>
            <a:off x="2087942" y="517233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B6F654B-2854-A4AF-6D21-390FB0E0A7A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D71A791-B138-3D70-7D09-79C26A0135D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4630F1-ED62-5D21-DE21-0A4FAA902F4C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B904C131-CFC0-C145-D6D6-04AFBD8D83DD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94963442-5E46-04E3-8A7A-9ABDF94BC5F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FE25E6D-ED75-E867-52E9-6E9CF545FBE1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C942B0F7-8450-9408-B234-EAE7490D5A3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FADEF3B-8881-569C-771F-5BADCC881219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467BF4DE-9184-17D6-A70B-56FC153B70D4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3455E4CC-E1BA-07B2-31DC-CA610D6B79B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D8DDDFE8-8387-42E3-7C67-A6632AD1CACE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03A8616C-5B3E-9EB6-F5B9-672FDB97343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1643C6B-BF08-49D7-B413-321720046E1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61503BF1-BD12-71B1-8B34-7974909512EA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C52B144D-5BD2-3C78-57A9-E0FD80AF66D7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D8CE72D-E7D9-CB0F-0C2A-FF6DD9FB2A9B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BC1567A-0EE1-A7CF-B2A0-D7E47DB00F3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99FC9880-9F82-8032-0A88-16E7A6037862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EAA1BE8-EC55-4C93-C31C-CE3E3F9B9D4E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AA932F38-10CF-9EE8-3F7A-B359E5DD6E3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6780CA6F-17F2-47CA-D78B-5F49BCBC2548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4CC6EAA-81F1-8CCC-ABDE-BE56251B8C18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78CBEE5-756A-C8BF-1C9E-4AD3DAA9CDE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A7EE21F-CA2A-5106-17BB-ECB28A172F61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A814738-8AAE-A1B1-47C2-B055F637F752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1758C955-86A0-E828-1F54-F6616BB1B7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3ADF18CA-280B-3EEC-CBBC-ED7E53F6E45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36D6A276-AFBD-CD39-8F19-8FD7B642357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B9BF3C23-F79F-1F35-D958-707F2218FFC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31063182-33C5-9488-050D-43DE1863BEC6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D0631780-A31B-D530-BAC8-621E57915BB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0C83332-2EF8-FA8A-3230-3B161D7AB0A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B30DD03-A8BE-C5EC-91A6-CB64B47D77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F44BE2A-44E0-F051-0546-1E437E7650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7E59D9E-F3B0-95CE-9116-24B886A6ED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1A87C5AA-8659-FB8F-530A-866EF1854E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77B8202C-3333-9FC7-BC40-E0F5596D77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2E772CB-5B4C-D826-1998-14EA1975CA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7E518E3F-9D03-9A40-4C40-41478467C6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99A68BB8-7AAF-43F3-8FE2-77452F806A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F6C95CB-BE80-D382-A81C-6DDC1ABCA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A988AEC5-05FA-E40B-ED6A-C925C67534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8F3AB3FA-705E-6CFD-D17D-C70D51BAFB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E73041D2-2957-1CA1-8725-2D82DE062E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19F09572-CDA4-8DB1-7E2E-B53C2345DA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D866AD8D-736F-A3EA-F48B-08581293F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EEC3150-7D1F-8EA2-F078-166F604CFA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156E5640-911B-EE1A-3B77-C3FDE1898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8F85474-1234-26C3-35B6-A90C18884D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8E4534E4-A05F-1001-66D7-931D43F5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8D927DD7-7243-73A7-B813-1C654A3C5DE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0B8AB72-AB84-0342-6AD9-8A6114B97011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4EA76A5-5E70-627B-E1A2-E4495E24FF6F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CFB633DE-0A92-BFC6-5FD1-832F08BC0F5F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12FCBD-4CEC-2B26-E9D1-243A65622589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08C40B30-5668-FF72-FEA8-45DDF44E6777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90F2333-3231-64A7-E966-58258F90974A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6C88B4D2-315A-BA2C-978A-06A6CF5A308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17379513-D7DB-45C0-F854-EE8DD3F3AF5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6B34CB7F-0ED9-1B11-DF4B-8763F7E09E9F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501DC65-F31A-A5AC-3ED1-C0998C5263D1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E65B3B8-AEFD-C614-4642-10C74FF21A1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015F9FD3-C4F2-CFFD-8BDE-A0AF1D2C558B}"/>
              </a:ext>
            </a:extLst>
          </p:cNvPr>
          <p:cNvGrpSpPr/>
          <p:nvPr/>
        </p:nvGrpSpPr>
        <p:grpSpPr>
          <a:xfrm>
            <a:off x="4190652" y="586113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FFB8AABB-84EA-EFE9-E50C-9FC463E9E54E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3F606560-FF96-D1CC-E40A-1EBAA5349A4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C008CCEA-4755-2FEA-04A1-24DD89587DF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95933C2A-833B-4D56-1231-533DE6D7E83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91755402-CFFA-C156-E178-E11FF956DA86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E6D796D1-2461-6C08-7517-FB4510B03EAA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283A75E9-C37B-DD86-7074-B2F6082BB99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F3DD8C4-2027-8165-F07A-54704039061C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67FDD870-D3C6-8006-DE40-CCFC1199757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C0764622-FB34-7F55-2E74-0C05B9497447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68D762CA-98F5-50C3-BF4A-224CE55A3262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36D9FA50-29D3-D1C4-7C35-1DECE603CEA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BD4E8AAF-C73E-F81C-5013-9046D95C27DC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6C723CB4-F12C-1FAA-BA59-BF494A2E70A9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61FC0A85-D27A-3F1A-0F4D-FD393F48DA43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E206CE79-A65B-8EBE-DD02-9D43B179BB85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B2A08F88-9E26-7D4A-2494-6F05AB9ADB8F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D7E3961-0F5F-5839-9747-448409D6F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9C93BDD7-8CF1-FBFD-6A7B-7DEE38D4B8DA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F6B9279D-C3C5-D10C-5E7F-A3CEFDCF473D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06A50556-6FC5-F932-EBB1-0BC92B14A92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99E0D9E2-8E19-0785-60F5-EB36B6EC018E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3F94F600-2B4C-8921-C75B-5B333E7B68E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5DD62C60-9E76-4CED-0CE8-AADFEF7F487E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9943788C-406A-32FB-802B-032B9096CC9B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FFB7FB3-64CC-CBBC-3452-8D6F3FF1758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C512C127-CF06-E941-FEBE-2466CE90CD41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54C91559-2B1D-FF2C-3614-83947F2F59FB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7597AB4-93EF-65EC-9A07-69942CFDE143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66BA3872-75CC-5A10-2D67-0A03DF503CD0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B0B1133E-B62A-2332-B290-FFE23B46C63B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64731039-8D99-AFA0-9708-7408D90252F1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C7C0F034-0DE7-6114-D430-7008E5499748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563106E1-5FFF-BF6E-D661-EC640B42E43A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AAF9C418-23F4-5004-D7A5-E44D0316F4B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D44C2BA-4B43-9674-ADC0-D094C2CF296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64D8103D-3730-C46A-CBF6-BA6B28328FCC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A14D584C-BD53-527A-EB6F-086DCDA0F647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EEBA9174-BD6B-1C5A-60AD-D8BF0558522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01E16CFF-0C6E-2A87-8BB9-CBD304AE778A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7EDD5DE1-BFF8-84E4-A6C4-94EA11CDAAED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F8E44ECB-CA78-07E8-3146-D0EF86274A5B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B42A074C-B60D-7808-1D6B-2166EC8B42F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BE06FDE4-888E-64EC-E7B1-BD558FD57D2A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917AC35D-FC21-3DAD-1DE5-F7E15AC0441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C8E52365-D044-EFB5-CCF8-EDAAD67CB537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8258E534-B64A-52B3-E85A-D52478898624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FA875EF1-F91B-03F0-9392-915F6BD1C76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BD6264E5-F236-BFE2-E781-B5D4229D7CA5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32F8CD6-13B1-E112-01E0-ADFDD2D36F01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8FA8C904-00FB-8EAB-28A2-4817A0FBFCF1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E8AF604E-F8EB-F538-D013-B4024FDF392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1021F939-6F83-2AC5-C65D-139E480F8BD9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DDC20C73-E125-559C-CA06-73C5A84EA856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FC2D4B3F-C5C5-EBD3-7051-C202948B39B0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C1AC1676-1D5E-617C-3672-EAC2573A300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97045D52-C62C-EC5B-A736-999BEC03E0DB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8B2664E2-E8E3-9A60-74AC-DB72D814B4CD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A8FC075D-5A27-063C-8486-B786A86CECAA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387B310-7704-0538-029D-A49E3408AC19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D2D33C-252A-D8E5-0FCB-2F6EB408A5D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FF3C012A-E0BD-2A1A-66DB-97DB7F264FCF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D657C67B-8A56-CD95-AC52-4A49B65B8A3F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813D58-EF87-471A-B327-2D4B3316FC50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8D5CD66A-7D1E-4BE4-1133-CDBBA3AA9EA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EF9801F-1D6F-5D1E-C736-15BCEA424F6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C0080D87-B5BE-B939-EF06-656419B12B78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B58A947A-8CAB-62C7-A122-FF98BE4634F7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41EC5337-7545-D6E6-83C7-548DEB7D158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1CBBDB84-BCF2-0AC3-0D40-12D0371DB459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E8AE790-A1FE-CD7C-B59A-C3DB519D3B79}"/>
              </a:ext>
            </a:extLst>
          </p:cNvPr>
          <p:cNvSpPr/>
          <p:nvPr/>
        </p:nvSpPr>
        <p:spPr>
          <a:xfrm>
            <a:off x="6150914" y="14077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4C9890-800D-0AE7-2824-E5FE851C48D4}"/>
              </a:ext>
            </a:extLst>
          </p:cNvPr>
          <p:cNvGrpSpPr/>
          <p:nvPr/>
        </p:nvGrpSpPr>
        <p:grpSpPr>
          <a:xfrm>
            <a:off x="6487494" y="582703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1749D21A-1266-C0C9-715F-569350D14B68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CCA52DCC-7F1D-7D37-9436-D4EA1D5BA9D4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35E9445A-8A09-72A0-72AD-795B064AD024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CFE2E1AC-CB65-2C77-CA44-A2C72E9B8EF3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20AB0A78-326D-7E73-52F9-27CF7305090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7E5E166C-67B6-07D2-EFD1-84079959D4FE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98C593B9-4122-5C27-C1EE-5862D4BC53DA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13036A3C-2D2E-7B49-91A2-6FB34E50C77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803F16D6-6037-1B79-D58F-F1C7A0FD6DB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4CF1AB96-7F98-620F-683F-21535E27AF10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237980" y="1556896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753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93A0AD-7BE6-CB11-8B05-046AC54A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5E14108A-5950-5BB3-082C-4794907E7C43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7A8539F-7A4A-D68A-A754-22A69BCFEA1B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AC6CC42-48DF-AE83-A3BB-5DF69BE88FEB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2E8506A-4A89-C4DB-61B6-2DFE895EDA23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F91B08C6-5431-C463-6637-EE6FC44212C5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F80DB-E884-D8EB-242C-1CE938FF32E1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DE71C3B-8187-9C86-E66C-847BCA03AC00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1A0C493-50BB-7FF7-EA55-B4E55BC7B3B9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51E57211-12DB-4C25-38AE-0AF1D08BB4FA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095248B3-036A-2205-5579-71C5278E034A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03307C7D-A6AB-F9B4-66D6-DD72E4A7FB9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83670FD-1360-0F80-C598-917828F4417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BC7A8422-7C4D-620F-8ED2-175F01973EA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080600E-E39C-018D-11A6-A67E7E954EFB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2C5EAD1-6071-0AA0-D572-26A7EB74CDCF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0DC5FBBB-9C9A-1983-EC4B-434DDBED15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032076D-012E-3231-1010-4B13A907D9A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DB34B4A-07AF-5978-BD64-47DA0AE66DA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0B8AD2D8-CACD-3E4C-8564-7EBA8B67CC8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0CC81FD-6ADD-5765-5CD4-D629D3CBF20F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9BE8460-6D28-8DBC-6C4B-B7958650ED6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76544F7F-5A89-8D85-469B-4A2F0B0D4BD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8F5EF6FC-5AB0-A4A5-5448-EE326BAD9F1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015ED106-8A9E-BAC3-A8E3-10667DDBD38C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8FB8EAC-8D8B-402F-B33E-A9C84D9C302B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AE0F3F7-7132-0B7B-E44A-C4CBB496C75E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6C53202C-336B-8C2D-CA8D-CA03128C1C75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3CF247F-4B88-3B56-977D-9F9EAF857022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7AB6A118-0AB8-581B-DE58-18649B92E2F9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8874A3CA-C7F6-94E3-7B44-1E82C3870DD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0544A56-6599-EBAF-24AA-811F14DA3F55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4291217C-2C03-8A7F-7F14-2E81E0E967D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3D943FF-6305-581B-AB3A-6174944240BF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350C325-DDAC-80E9-EA78-467DD2C80B8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98D9489-6A98-2E5F-38A1-5234ABA494F4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3CDE82D-2786-4EFD-043F-5E8CAADD88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33A69BE7-F727-F12B-68A3-005CC41F1F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16501D09-05B6-01EA-1457-544409DE1F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C65791F-F756-40A3-12EC-DE3A3210F8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280BF608-2872-00D4-D82E-BDB091801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E550931C-7CA2-CF63-FDBB-E0A086490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1C510FDA-B030-BF0E-375E-888131CE1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A94C5C7-4072-ED80-D939-B81303997A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0564E24F-7AD7-4318-0864-635A14E9D2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E69E1A5-ED60-0E5B-4791-BD4EB9ECC7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37D644E-1F3F-B5A4-FA98-27E12BB184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1164031-8852-7681-6623-86AB01FE12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7268DA3-9EE3-404E-F366-4967140960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86CC95A-7663-86D5-AB49-D33370C48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B820FD7E-58B1-64BF-EFA4-E09E5DACA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7835A6A-C9E0-6BCF-E72B-A84F5B672D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C0036087-CBAD-C16A-74D8-F55EB0B996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58E27E-6CE1-8FEC-498E-6A8FCE31A2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09BB7019-5F25-0D55-9E9D-3F4B4147243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AAA8D3-D347-D35E-F5AE-927E714494D4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C91BE5-1A32-2FFF-4A25-5E3CFB20DC9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C6947DB-0964-CF62-E86F-ACDBB2169CB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AC86AC-514E-FC0F-DE96-20AA3B39F9B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15920D-E868-9C43-EFC7-2B536B302C3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7D40D92-0B02-5EB5-329F-E0043FBC26D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7E7A3F0-181D-41E5-B485-E79CF6013CEF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3BA5CCE-8241-75A2-5D53-1A2A6FAE0B2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96D44B0-FDC4-32A4-6AD1-C1760DF3850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5AA65995-ABE0-C579-7812-E9E643A683F6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38E9FB4E-3838-B86B-6612-75BF02199A8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EE4EAB47-DE78-D625-D2EC-95D279C9FF07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57000A3-DE40-AEBA-0D28-3B19F84465D0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299ADC69-7ED6-7F60-011E-9710897B0D48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7E2A87F3-B926-C8C6-35F0-365FC0DA5F03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74A547D4-B909-0401-4B97-6441E397B3BF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5673837-7C99-3B10-A9C4-FE70A456426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9087CA4-CA43-382D-24C7-DA9DDE398FE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FBD3710B-C77D-92BD-0F08-5301FDFDA2E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C1A150DB-2455-7F04-9B24-C19B56661E3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66A24C73-FD16-F4FA-19C8-67EBBC5CB867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4E3836E-0259-20C0-E7D9-C7C7CA291CB6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2C584241-B879-5312-47DC-DD137A5B548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15A517E-0658-949D-2AE4-D8F18A7E19C4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BD0273B4-A8EC-6AB5-F4DA-7D4FB178AE3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4967E0D2-A966-1BAB-C9A3-0AFB5349FB9B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F2F66CDA-2920-7E93-0978-4FBF47F40E43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9CDAF010-F558-BA73-AB77-475C238A6C1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6277064E-1FA1-C83D-4F09-CD6DA9B9BA1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06395A91-2183-011A-0E5D-758A3C02C533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3892435-4CAE-C570-2ACE-F09DBDB453FA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C25DCEB-1FAD-F259-77B5-244820155A5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C51744A8-491D-420D-4680-A0F078653E2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D1647F0-5BED-1C9B-CCA2-2F4726D4D07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C1B8E1F9-F8A0-C9AD-7687-6A4F145A87B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3DBE198-F564-826B-A654-1DA2AFD9A69C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94E41FB-84C8-0613-338E-85A8576053A8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63A56C0-B73F-13A6-E1BA-9EBACAB99E0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64E5CBDE-19A9-70ED-703E-606DF77FF03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FB5AF-5BC9-299B-6F74-9D344D76DD0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E3A8D3-5022-0D27-F575-4FB359E00587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FBBBF6B-34F8-940C-5FAF-4D13C1B3FA0C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284B1E0-4A3A-E3A4-C785-D6D1B69F1D2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685C834-7F11-A8D8-9854-43552FBD275A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37935FC-0247-1079-BDCC-C75E41944F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BA5C68BB-613C-C118-4703-048710D82C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8BD0FA55-4ED0-306B-6E0F-D24DF632A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BB2C999E-E37D-C5AE-10CB-F36C7579F3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9E7928D0-F05B-97B6-8D0F-B8BB3829C9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E6D6CDD-24C7-5633-28A8-515BBCC60A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16A0B9-05C8-5152-9E9B-44FF2995C3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CDC389FE-621B-498A-431F-9C11216203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E28E4C9-E59D-F8F9-6B80-AAEBB5067C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65A0F20F-F23C-1856-6D38-D5A8D81FE3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18D38D58-1078-F579-54CD-C9C7DBBB58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809FA56-C782-401C-CFFA-40D453191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9D686D6-3C4E-627B-C290-98E6DE6A5B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D494ABD-2C86-C9AF-9A9F-250B62E7C8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FD44EE7-BA8D-684E-9A60-F3CEF3A34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AB619E19-E4EF-8DBC-E0F9-0001685200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7455CA9-DCC5-A346-9AD6-BF5B651F62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F82496-EE98-7349-47B9-B95FB7E121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E49D0D8F-40FC-C9A2-86BD-267C2813C0A8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A32850F-6BA2-083A-A4DF-000775022C3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4B872D77-DB9C-6CBF-D8DA-D0B381BE7D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75738C2-21F4-8EB3-EE02-8884EDFD94BA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9F720912-926C-862A-4A82-4CBB66E8A2C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C953FB5-C92A-C9FF-80D8-ECC23DF35B4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2EA8486D-FBF5-8CC1-C032-B749F91253B8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3476DEEA-3EF9-39A3-5315-EF62FEDEC15D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FAD9FAD0-94A8-56D1-54AD-9133A506705D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D517381-4EE9-AF2E-B2A6-65A61FC08DA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1E967299-9852-2805-3FA2-9A74BDFCBEBA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36630947-49B5-FAF3-CAA4-3A8A02C7BDA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2072DA49-A910-7F93-898E-E0713738E088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BF26F085-A126-B322-14B9-ED47E646906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B58644CA-CCEA-E2EB-0C15-444ECF4C2ED6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B63EE079-2BBA-26F0-788D-B8D51DFF5D59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DA8F147A-008D-C0FC-D559-3DC4B88ED301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15983941-CE79-AE39-5FC2-8F838FA652E8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729A13E-F50B-3D7D-587B-A5E4C578AF87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7B8D81F6-23E9-E557-D9AC-543E6B36118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1942F6B2-5172-62B3-634E-013941D23D1D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E7A7B7B2-9B30-72AD-D404-B48BD878203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F421A9F0-AD63-4767-441C-4974B66B938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A91B917C-CCD5-A8DA-7F76-E6ADC5AD2F44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0E307A43-3A19-C578-88A4-018EBE7B3843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14F0627-0106-11F8-C952-42F8521DB06B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794BB9C3-A53B-519C-8C8B-EC4838D195E1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7310C797-234E-9EDD-517F-858148CD8DBE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7D7B6671-DD5B-6BAD-3AD1-F0DA4472996C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C68C7445-BB34-0F56-D543-8904FCA20F4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3EAD93E-FCD0-F00C-1B14-190A6291990D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F1BBB4FC-E0ED-4632-9143-B3CB67204F48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1AC2D747-B36B-23EF-EFBD-7F0FC8C75A60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80DEC4D7-7EF5-E7DC-A021-305A2A7B59A1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64F4BBC-862C-5A6F-FCB5-079716D8CD42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0491A926-7330-6E67-AE9A-F7D08B7CE12D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76DDB5F3-611D-895E-2C4B-4ED8559312CC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37217CB1-B4E2-08AF-2888-FCB4945D1809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58E86BF-D84C-F0DF-8BB9-0C6ABE8C3728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29DD56DB-E930-EC53-5A97-0CD3A944E9E7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058D1527-0093-5964-05B5-60C58BB792D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38A5ABD7-5D42-4DBE-5D4B-B95D31C4D6C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F54E020A-72F2-6A9F-3143-95C785FE2962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50BDA0AF-3AF1-FA8B-8222-778A5A176B4C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6F164E0-FBDB-762A-5529-2278E52139A6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1EC2FDF5-1A8C-25CC-742F-2D6E5332AB4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D9D0D859-B734-297D-7A2D-DD8E0B6CBC16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D576139B-7FEF-0E10-AECA-1976D83BE52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BC687389-92E9-BFB3-4534-E31DD6750404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4F0F95A0-F62F-074A-6603-F4C265B3831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3E0A5738-8C19-F1E7-7C6E-FDE639804A79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5837689E-1E58-E741-7138-195A702A874D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D62A12A0-FBC5-EE25-7042-2EA43201E7F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FA406220-9588-A0B7-D454-462551C4E19B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E3433A5-5011-1D0E-2107-4FB2E9FD5ED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ED3ED4E-FC42-80C5-E82D-A51D130062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65035C0-A78B-F167-4356-16BFCBB9A429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AA849E3-AF77-15CA-5B73-0FD83C767919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1533E6A7-3676-CC83-B436-0044D934E9A1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97293895-9986-40D4-07F9-4FC2D2709682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1D378D40-CA5C-B771-8ED4-8DD69AD1C8A3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C2553A8F-7043-1A0C-672F-97E32A361F48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91E01E0-6A90-8944-A883-2782D50C769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63C17552-89F6-549A-5038-D7C6CDDFDBBF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03A095FF-5280-1675-855F-A011C8F6FC83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98352437-083A-AD50-52B9-CB4AE0DD343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82709E92-7028-5FE7-D78E-82EEA6A66C19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2AB252F-E97E-7B38-CCDE-149936C0D793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0AB7C8E0-258B-2BE9-0F28-38F0BC129A27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65ED82DD-3124-B443-99A8-F67E7CF02C60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60F5558B-57D4-AB75-9481-488C6C70827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BE1B164-65E9-8254-83D1-DBB83B804261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62DC8E6-1729-7806-F161-545B1D4F6CBD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3532A534-C771-A6DA-4973-F91DD480FC17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7E67543-6A2E-9D12-AEC8-304F5E20FE3E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6F0D324F-7379-F6AC-E8B3-A8F1E259754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207B2713-EC0C-057E-768A-F57A772B6FA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151A3012-1EA3-9225-7CC0-86B1AB0F798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9B574D9-90B2-DCCA-BA65-E2E1015BE0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2F1B81B5-D779-4E2A-3178-656493E94B1D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ABE8F1C0-2D97-A751-232A-0DB905300B1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D9591372-FFA6-C768-831C-571AB1AFD55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34C5DE0C-540F-5849-0A15-608F5C4A3522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5A7A9657-6A84-1841-1611-A1ED40311248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9389C7C-C094-3DED-2D88-347BA44CA84A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3B8628EE-DAE4-67D4-7322-0B6A153CE75E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DB9206B3-D007-FAAD-F8A9-03E03E8F1A2A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DDB2883C-A995-9618-299F-01941563ACA6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0A0E8640-B7E5-F1AA-C542-00F35D8FB0C8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9C0BCC50-BB62-1317-5FB5-D7FD461C65BE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C285B3DF-EA89-869D-560A-8594C491A96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E4572052-DAE5-2478-A0CB-345DAF659B8A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63AB094A-972E-3FCD-0C5B-12F152EC55BD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1048A5F3-0A15-F6CA-B539-C8A668F7F010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FCB278BE-6A20-4298-66A1-3DCE61BF631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025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67EA58-D6F7-437C-7DEC-CA2A0EEE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223B24D7-7D46-EC65-C31B-2CE3F392C496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3EB8A708-1CC4-0752-66EF-5892CC69F6DE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EE90F736-D682-F3D7-F3F2-91D1B388B831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79E0D6A-0895-0758-A1A4-6413373252C5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7F227962-A04F-6782-332D-D220C4E72AD6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22D94-747E-B37D-1819-5BECFCAB557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269A5E8-4E97-7510-0406-585C96B9D6A9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91C00F9-042F-0509-71DB-7048C0AF1A8B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9C3CF44-3AB7-54AE-C567-79B9088A4DFE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4D8E64CF-1DEB-D9BF-5951-C91EDA918521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85A34D83-46CC-C172-7853-C5C9960D379B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8190208-2AF0-B881-3D7A-689150DFBD0F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60816BD1-E6B0-66CF-DEEE-D64A6AFB99FE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CCE9567-6D79-B2FA-681E-9DC9942CF67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67BC86A-5BAE-2629-A612-03F462D03847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F84B4C7-34B0-7C9B-FAB8-F6DCC12C12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B78AE0F-E645-CF47-1321-A6DAE07D898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4880115-C841-19F8-8C62-228C424F089D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825A15-3136-EE9A-7F5E-C630A4D61EF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2914A4B-0700-684F-C29B-6F3502C1C1CB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5FBBB7B-5D3B-4A83-1000-C9429E7AE3B2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ACBEE784-B92D-AE92-F046-201F987E5F5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79B0E41F-A489-38F2-72C1-6E8F8F6AEC8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1CC3085-3FAB-6AE9-44A5-E15B1CBCF55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458336A-304B-CE74-21F4-4E37810A98A3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F9E6036-A900-7E7C-7CE3-013E217A28B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038277A4-5302-FD82-64C6-DF3D6F698871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1AA23EE-7E99-61D4-1204-B5C223FD84FD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5AB1A95-832F-0C07-2F66-0E827291C9B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77E72CC0-2ECC-563A-6908-A6AA82B313DA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E99D73-5FA5-0DF0-C1B0-52F06E58194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AA15BD7C-7274-406E-A792-974072CD9C5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39132DC0-976B-4D9E-D035-F189E5132CB4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B1A14CF-1896-5304-D7E8-90E22D48B97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C3C8AFD7-6C0E-6C30-3772-2764296F7AC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05C4D39-8EED-004D-92DA-B3B2AAA9EE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CC34C260-701B-8FEC-691B-7126C41740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37AC0EC0-562A-EB0B-5BC2-E78C0838D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DAF216E4-963C-0289-A017-09FC6D8751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99BF4F99-BBC8-A11B-E2A2-1417F2EB7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9E4A2B0-CBE4-7025-F456-A329007924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5D27EAB-6B16-F8C9-54B6-433CD747A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04B0D35C-553D-22E8-5BCC-FE71CA454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B6613565-4FCB-98E1-8B33-CF1D9F0B4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A3690A2C-BB68-0D4C-523E-20FBE2D86A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7F721E8-265F-A36B-B277-FBAAEEBBE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E9AF46D-1B0A-BFBB-4F7C-F72CDA5302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E61109A-AB91-AC74-D597-04C664139C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BECEF48-8B43-AABE-474A-5C424BF6A2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C62BDF9-CD02-C6DC-1860-13A373369F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1DEC7BE-DE77-F827-29B5-E8BB1229D0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88685B-7226-79DB-FB06-6A93907A04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29788D-5D21-2A06-C5C6-D556A2EF3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B81EF1D5-B2F8-4160-A140-5D0EBCFEDCF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4D2B2CE-86EA-581D-5890-5D375CDF7223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EA68B20-51A2-1139-DAD8-C5C07EAA731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460D190-3B3B-D4A7-D011-9EF39F68FB91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F018333-5BBE-BC50-0B05-F7D2EB88F52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78EAD8-5227-18D4-7BAC-C330D2F6B529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A8F31C6-59BF-16E7-5CC4-4C37F71F6AB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4522F0B-A7BE-2E45-17C5-CEE7F26F1886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9A5A55-29E1-31FC-64EC-89388266613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692A08D-FAD8-C787-631E-AF426A99AF5E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E32A61D-0A46-DA54-1668-6E44AC16C822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3F76520-9DAF-F56F-FD98-8249FA9EBCBD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471D0FA8-029A-F4CF-9A8E-F6983AF68BF3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A75192FC-C68B-C246-8D2C-6A23ADA586E7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F431E7EA-BC18-1C09-E9CC-8A73D81799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2FAE9953-8722-5F94-B14C-DB91600F96D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2FA88047-88FB-CEDF-4168-5C1DE0C554E8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D76C77D-1234-EC83-C6A4-27ACAD448FE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0FF8B8C-8C97-5B5F-E6FB-BC4ACA12BC24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38BB41AE-AFC8-08CF-80A8-8F3ABAFAE3B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54AAF09-2879-5BD2-6E48-10B685D05E65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F1521261-82AB-FE49-A33A-ED64A463DB1D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A13BE42A-196C-3EEF-33A7-7E19EC613783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3E96DF91-A5E5-FF85-1912-B27E05A1ED23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F6821400-31E9-FE76-F6D9-22B8AD0158D2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14D529DB-17BF-2947-B4CF-6227F6C79422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17DF6043-75AB-D303-0F16-5B34C5871AD0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5C5EB424-C73C-F660-F625-1C358A2A9796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A062F8A5-0C36-2DA1-171F-BC0C3568570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C2B236D4-7B6C-D3E8-5E86-99AEFC27A3C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CC5693B7-D59F-5CC7-8F85-DB13B6E5C34C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479FCEB-9EBC-4C48-D9DC-302D51A272A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B44B51A-E03E-CAEA-E3CB-1DE51A70EECE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F60A0A66-556F-CE3C-9A11-D996C443FAF7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5114796-DE4C-5772-F756-482407C8B72B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2F2D410E-3434-2C0B-DCB0-2F913371123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F93B0E2-30A3-B07C-E78C-99E97B1AB74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38759FF-B741-EA6D-FD13-3A5A0DBDD683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80219A67-3350-13AD-F733-C21734FCCEED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99D070BD-9CF1-9A3C-38B5-07FB475528F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ED528954-DD96-33F0-2AA4-4AA08489F61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7C8561B6-2ECC-002E-CA57-C2E9F59C5E7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CAA19FB3-22D9-F385-97F7-DFB7934FA253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03972ED7-9F71-D144-DCFC-A085D86917B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0E6D5737-F265-A40A-D9E5-ACCB69F4C46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38369005-AC35-4810-0BFE-9A6F0C3681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F23DC493-8E18-626E-F93F-1FFDBEF7A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051CEF5F-4C13-F2E8-D0A9-780C3F5774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78AE1FB8-4966-5238-C7A6-5C5271AB82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8DAC54E6-6BE5-83BA-05E1-F37D7723E4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5CB0BC35-057B-AA54-895A-23E35138CC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428AC7D9-E483-1404-33B1-9BB92DC5F0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A4FD1E9-2F0F-6480-F438-580125C104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65708F2-268D-D636-0CEE-AC3D1506DA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593012-3225-A99F-FA34-A5888A9FE9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F666B78D-50BC-92B7-2683-4AB1ECA9B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79A064D-B0F6-30AB-E855-3A0871D958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FBBB3B38-7070-03FA-6A53-ECE9DCD51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59D9F12-7E27-0A42-A61C-D9CB757E51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F7F3438-96CD-084F-A989-F8D5E2993E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F161A1DF-8324-8797-D1B6-16502EFD8F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42E9BCD2-1CC2-A91B-A6C2-A488E4A290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6463B8-0F41-6472-55EF-796EF97D2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546CE91-EE72-2EAD-209B-3B0197ABE826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72F0A-1395-83D6-27CF-F9B2BB5D75E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14919863-C0A8-0DEC-EFC9-BEFEFF36AB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4642957E-41E6-4D14-6832-7668A4737818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CDF8F1-E742-4DE4-FE50-3A25688C7C54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2DA542E3-D691-3C19-AB59-A8CE2482FBD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5292065-46E6-CAD7-0000-8A416535D5EE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5B4C5CF-D68C-54C2-D83B-519B1010ABB7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E210B076-44F2-130B-33FD-B2714467FD06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3C1CBD26-5226-FE09-E247-E00F19F0B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DAB5AB2D-CA18-9ABB-C3FB-CE1A0744A0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4733E13E-6E7A-A6C3-20FB-C95297238D42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C92E997D-DADE-11D4-9D4E-052E29A7BF04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44E023A3-AA5E-5CA9-C3C6-E0D8DAF25B4A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E857A2FF-3162-DFEE-223C-90D5DA19BDF8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C41F165-AB04-0692-FB5D-9EC636669667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AFE50BB0-A4E4-1623-2734-A31FBD72152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484A44CB-B8BC-378A-C86F-2BA08F41496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3FFB8CA-8433-608D-6CA0-C3CCAB7716BF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91E4ABC6-BAFB-1AF9-DCCC-A3E4F21ED6EC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80C8DC4-D533-1D8E-F562-7C59A4F43CE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589F0544-BB23-C062-B94F-0CDA54709C3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E2F3123D-5648-CE23-52C7-7C3977ACE7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98F66B2D-4DA6-9823-A8BA-789B8C91E463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B404A535-CB29-0DB8-9A9D-F1AAFE1C5A3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F9FB1BA7-EFFC-853F-799A-31D347616747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BE525AC4-ECF1-1B0D-C9CE-64AA83879FC2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DDD2B4DA-89AC-1763-A272-EEBDBA1F75A1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160AD66-0E3C-A821-776E-6D967622C73B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3818A035-9C51-6E9F-B1F6-D99709041ED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9F873D52-58AA-C4E5-69F0-9CF857BBE6FA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D0713F06-3EE5-2725-ED14-CF1FA507001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E76BD987-F8E0-DA5A-7E56-2FA108B78847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F46B2F09-FB0A-8857-60AE-23D3069750B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21719CCA-424A-556A-8F12-9DAA8664BC86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D3F60EFE-D184-63C0-9E44-D953EA237BB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D83CF43F-F100-9589-DCA5-10E75E20B69D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BDBA23BA-DE33-5104-980E-2489ABCF8E2D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0A59F5C9-AEBF-23AB-41D0-504C505E62D5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DD515200-20B6-E2FC-02C5-8E5884B6A8B6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959D45F-BC68-B502-25A4-3B7C39787499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AEA1D33-C9AA-BBA9-0D5C-3100CACC1EB6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1262E82B-A54A-DB2A-7F87-67F66312270A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F45D83B7-6D72-505D-6E4C-373186A28C39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CB835E7D-C797-E702-B916-0BF25FEF9CD0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6DE4720A-FB9D-0AF7-7AA7-4BE6E0E622D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3C644915-9F79-8A3E-4783-623D6BFD799F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F8BF1CFC-02A1-D262-99DA-8513A66546E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114F1168-E313-4648-71FD-5CF89911ED46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DF38A4E5-C35D-BD45-8FA8-4C6F0D2812C4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9EC3EC6C-DD2C-C639-522F-FFD389768AD3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B7179BEA-993B-3CDF-6289-6E7E1DE59023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9088AE5B-0D75-9418-9097-1DD9851B2DB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0B2C1607-3627-B96B-3299-B9798F568CB9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C6EA7DD-D071-0245-DD62-C2A4BA7377CA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9B05D793-2528-31F9-0274-ADE988560443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896FB16F-FF28-6777-3AC4-576C3C7C30E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4C79E00-0AB0-867C-21BC-637FBB9E2EE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93317291-1BAF-FBE5-85F4-5916D249889F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545A3B5C-15DA-DEBE-BABA-8DE473191AEA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851AE272-548F-91DC-785A-C3628366A54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53FDADDD-BB54-7F4B-2132-5D37D74D2F81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E82CBA60-1F9A-8B9D-4102-B0F2BE8FFEA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20EEB7AD-B26D-1A7D-499D-EE797A837FC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FB51F07-54BB-E69E-30CD-3A91CA0D4FE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ADD36860-D2CC-6B95-868F-A035E399094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76456A7B-99A4-A239-F94B-E3BA3876152F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45027E9-87CE-4BD4-5A77-C81A3F7B50B7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F320D46B-3FDE-D0FD-D7A5-725724FA2F2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DE969DCB-2EF1-456D-38EE-5D6CF6FF9D93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9F293ADD-6EAD-96D2-7294-39D2F9FE694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25B6D1BC-101A-A09E-EABF-37F319245660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187711E7-7FA7-6634-8BC0-3DA53A7F7B6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C1427103-18F8-862B-A297-7AC1E220776C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D9781C4-BBD7-687F-7BE5-AB8B89B6FCC8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A92103EB-11EE-2852-90A0-2AF9DB3099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585EC6F5-E58E-F313-47BC-5F102720F433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43508518-1239-5605-58C0-C8884FE1D77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21198D58-749A-D73A-B59B-F8E41326F521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E0EB7237-838F-71BD-1E05-D7C86E27E8FB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1B53E47D-00CD-01ED-C831-962386FAC7F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6C0D23C8-DB9C-9F99-1A3A-03C06A15725E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8F61F9BC-F03D-C608-2BE7-A6B155DD441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47E2BFF-BDC7-FAC4-51A9-0014FD088BA2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DEEE324-A0C1-E2DA-19E6-E52D39668725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C9D6ECF-D9BE-089F-25AA-5678F468A29D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A2311FF6-D4CE-73E2-5041-70D8EDFFC2A2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A9B09E70-0119-2FBB-3D35-D8FCE7459358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1D790A13-5AA3-F263-DFAB-D44D56680FBE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5CBFF98B-EDEB-76FD-8ABB-1A9E0E23C03B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322995E7-A685-2437-93B0-4262F2EB274E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DCB2EDCB-F017-BE80-4DE7-0D75C9910E28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C6D3A5A6-0043-4BF8-1541-9307FF76BCA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670593D4-947B-718C-7153-1B7761FD3DE6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AEAC258-A5DF-F8AB-B53E-174A1A426C71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115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B76DE3A8-98A5-5D29-5616-80295A96EC1F}"/>
              </a:ext>
            </a:extLst>
          </p:cNvPr>
          <p:cNvGrpSpPr/>
          <p:nvPr/>
        </p:nvGrpSpPr>
        <p:grpSpPr>
          <a:xfrm>
            <a:off x="1048663" y="480063"/>
            <a:ext cx="1777425" cy="1910920"/>
            <a:chOff x="2014238" y="753357"/>
            <a:chExt cx="1435100" cy="1503341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500DE4A-23CC-B656-4116-01A1390AD1BA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423D753-BCBD-3BD7-902A-111865F9B592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FE8268-46E6-617D-C6B3-777CB12FB1B7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1AC2CB5-6AEC-3883-16FD-3618B15BFC19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8E867AB-D010-C134-7643-84A428E4278C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9F69D95-5B41-F4C6-42AC-F59C1F7A93F0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1B56955-C92C-C57A-9084-2661065C7A9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437B1201-9AAC-00EF-4765-43AF35F983E2}"/>
                  </a:ext>
                </a:extLst>
              </p:cNvPr>
              <p:cNvCxnSpPr>
                <a:cxnSpLocks/>
                <a:stCxn id="138" idx="5"/>
                <a:endCxn id="123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323FCF55-79CE-991A-8F17-9AF007DEC6CC}"/>
                  </a:ext>
                </a:extLst>
              </p:cNvPr>
              <p:cNvCxnSpPr>
                <a:cxnSpLocks/>
                <a:stCxn id="130" idx="0"/>
                <a:endCxn id="13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7CF30B3-E06C-36B4-442E-5F5E4768216A}"/>
                  </a:ext>
                </a:extLst>
              </p:cNvPr>
              <p:cNvCxnSpPr>
                <a:cxnSpLocks/>
                <a:stCxn id="130" idx="6"/>
                <a:endCxn id="123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F1131C5-F6A8-F681-02AE-1C6FFDA9352B}"/>
                  </a:ext>
                </a:extLst>
              </p:cNvPr>
              <p:cNvCxnSpPr>
                <a:cxnSpLocks/>
                <a:stCxn id="132" idx="7"/>
                <a:endCxn id="123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15662985-6434-E29D-1C28-D52AA23CC76C}"/>
                  </a:ext>
                </a:extLst>
              </p:cNvPr>
              <p:cNvCxnSpPr>
                <a:cxnSpLocks/>
                <a:stCxn id="132" idx="1"/>
                <a:endCxn id="130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69DB4CD-F556-F94C-E1B6-7F4E854173E5}"/>
                  </a:ext>
                </a:extLst>
              </p:cNvPr>
              <p:cNvCxnSpPr>
                <a:cxnSpLocks/>
                <a:stCxn id="138" idx="4"/>
                <a:endCxn id="132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0977809-033A-E346-7BF7-2F35A53576BB}"/>
                  </a:ext>
                </a:extLst>
              </p:cNvPr>
              <p:cNvCxnSpPr>
                <a:cxnSpLocks/>
                <a:stCxn id="123" idx="6"/>
                <a:endCxn id="135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57F68005-1EF3-90A8-B2A0-D689B087B7DE}"/>
                  </a:ext>
                </a:extLst>
              </p:cNvPr>
              <p:cNvCxnSpPr>
                <a:cxnSpLocks/>
                <a:stCxn id="135" idx="6"/>
                <a:endCxn id="136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CCC5658A-9A6C-1505-6A9A-8266D382C00D}"/>
                  </a:ext>
                </a:extLst>
              </p:cNvPr>
              <p:cNvCxnSpPr>
                <a:cxnSpLocks/>
                <a:stCxn id="136" idx="1"/>
                <a:endCxn id="137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04DED18E-6F53-67AE-F64B-9189104C2DAF}"/>
                  </a:ext>
                </a:extLst>
              </p:cNvPr>
              <p:cNvCxnSpPr>
                <a:cxnSpLocks/>
                <a:stCxn id="137" idx="6"/>
                <a:endCxn id="125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7D3C3F9-72F3-7D82-57ED-A03361639F51}"/>
                  </a:ext>
                </a:extLst>
              </p:cNvPr>
              <p:cNvCxnSpPr>
                <a:cxnSpLocks/>
                <a:stCxn id="125" idx="4"/>
                <a:endCxn id="136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0CCCA393-D4BC-9D3F-5840-C33EC30F06B0}"/>
                  </a:ext>
                </a:extLst>
              </p:cNvPr>
              <p:cNvCxnSpPr>
                <a:cxnSpLocks/>
                <a:stCxn id="127" idx="3"/>
                <a:endCxn id="128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136367AA-1036-8C34-7704-A86203384D2D}"/>
                  </a:ext>
                </a:extLst>
              </p:cNvPr>
              <p:cNvCxnSpPr>
                <a:cxnSpLocks/>
                <a:stCxn id="128" idx="6"/>
                <a:endCxn id="129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248011F4-E6C3-035B-4E06-299ED7EAAC4D}"/>
                  </a:ext>
                </a:extLst>
              </p:cNvPr>
              <p:cNvCxnSpPr>
                <a:cxnSpLocks/>
                <a:stCxn id="129" idx="0"/>
                <a:endCxn id="127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5EDA3896-4ED1-783E-8FDA-93AA5C119580}"/>
                  </a:ext>
                </a:extLst>
              </p:cNvPr>
              <p:cNvCxnSpPr>
                <a:cxnSpLocks/>
                <a:stCxn id="126" idx="6"/>
                <a:endCxn id="120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9A2472C-F71E-7214-54EA-F46D20289A03}"/>
                  </a:ext>
                </a:extLst>
              </p:cNvPr>
              <p:cNvCxnSpPr>
                <a:cxnSpLocks/>
                <a:stCxn id="120" idx="0"/>
                <a:endCxn id="124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DDD018B3-43BD-7AEB-F2FD-80FD4FEA58B4}"/>
                  </a:ext>
                </a:extLst>
              </p:cNvPr>
              <p:cNvCxnSpPr>
                <a:cxnSpLocks/>
                <a:stCxn id="124" idx="2"/>
                <a:endCxn id="131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0543D64-5258-640F-4CA7-AA2878F3C6FF}"/>
                  </a:ext>
                </a:extLst>
              </p:cNvPr>
              <p:cNvCxnSpPr>
                <a:cxnSpLocks/>
                <a:stCxn id="131" idx="4"/>
                <a:endCxn id="126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1EEB36B7-4622-49A2-50DA-7ED75C020DE1}"/>
                  </a:ext>
                </a:extLst>
              </p:cNvPr>
              <p:cNvCxnSpPr>
                <a:cxnSpLocks/>
                <a:stCxn id="126" idx="4"/>
                <a:endCxn id="133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FCA3D916-FF4D-ED33-B9B0-78CDFA2D1AEE}"/>
                  </a:ext>
                </a:extLst>
              </p:cNvPr>
              <p:cNvCxnSpPr>
                <a:cxnSpLocks/>
                <a:stCxn id="133" idx="6"/>
                <a:endCxn id="12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89854271-FB1C-7B88-C393-544635DAD272}"/>
                  </a:ext>
                </a:extLst>
              </p:cNvPr>
              <p:cNvCxnSpPr>
                <a:cxnSpLocks/>
                <a:stCxn id="123" idx="0"/>
                <a:endCxn id="134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609C3C8A-C1AD-8939-BEC0-CA536AC9A374}"/>
                  </a:ext>
                </a:extLst>
              </p:cNvPr>
              <p:cNvCxnSpPr>
                <a:cxnSpLocks/>
                <a:stCxn id="132" idx="4"/>
                <a:endCxn id="127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05B78A90-BCDC-486A-F286-058AB0F5B69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DB6206D0-DC9A-D1AD-7A4C-AD7A0441D06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8548315A-54D6-8FFB-FDD7-74E39F04207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121" name="Group 120">
                      <a:extLst>
                        <a:ext uri="{FF2B5EF4-FFF2-40B4-BE49-F238E27FC236}">
                          <a16:creationId xmlns:a16="http://schemas.microsoft.com/office/drawing/2014/main" id="{176FA332-AC77-73B4-67E3-432865DCF1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123" name="Oval 122">
                        <a:extLst>
                          <a:ext uri="{FF2B5EF4-FFF2-40B4-BE49-F238E27FC236}">
                            <a16:creationId xmlns:a16="http://schemas.microsoft.com/office/drawing/2014/main" id="{437D54DE-B184-C783-2BCD-FCC2B7FA6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124" name="Oval 123">
                        <a:extLst>
                          <a:ext uri="{FF2B5EF4-FFF2-40B4-BE49-F238E27FC236}">
                            <a16:creationId xmlns:a16="http://schemas.microsoft.com/office/drawing/2014/main" id="{2656A978-58D1-D0DD-F31F-182929B37A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5" name="Oval 124">
                        <a:extLst>
                          <a:ext uri="{FF2B5EF4-FFF2-40B4-BE49-F238E27FC236}">
                            <a16:creationId xmlns:a16="http://schemas.microsoft.com/office/drawing/2014/main" id="{06CC9EC8-9C4B-D867-E339-10E4D82344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126" name="Oval 125">
                        <a:extLst>
                          <a:ext uri="{FF2B5EF4-FFF2-40B4-BE49-F238E27FC236}">
                            <a16:creationId xmlns:a16="http://schemas.microsoft.com/office/drawing/2014/main" id="{471A54F7-970D-E781-8752-61376EC49A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7" name="Oval 126">
                        <a:extLst>
                          <a:ext uri="{FF2B5EF4-FFF2-40B4-BE49-F238E27FC236}">
                            <a16:creationId xmlns:a16="http://schemas.microsoft.com/office/drawing/2014/main" id="{474D541F-53C8-15D1-3EEA-2FEE14F63C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8" name="Oval 127">
                        <a:extLst>
                          <a:ext uri="{FF2B5EF4-FFF2-40B4-BE49-F238E27FC236}">
                            <a16:creationId xmlns:a16="http://schemas.microsoft.com/office/drawing/2014/main" id="{168092CC-89E1-C8AE-223A-5583FE56A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9" name="Oval 128">
                        <a:extLst>
                          <a:ext uri="{FF2B5EF4-FFF2-40B4-BE49-F238E27FC236}">
                            <a16:creationId xmlns:a16="http://schemas.microsoft.com/office/drawing/2014/main" id="{79B765DA-BBD3-21B0-7B84-A33E13D4EB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0" name="Oval 129">
                        <a:extLst>
                          <a:ext uri="{FF2B5EF4-FFF2-40B4-BE49-F238E27FC236}">
                            <a16:creationId xmlns:a16="http://schemas.microsoft.com/office/drawing/2014/main" id="{F72F7760-522C-39BF-5D34-F0A53882A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131" name="Oval 130">
                        <a:extLst>
                          <a:ext uri="{FF2B5EF4-FFF2-40B4-BE49-F238E27FC236}">
                            <a16:creationId xmlns:a16="http://schemas.microsoft.com/office/drawing/2014/main" id="{943028C8-5FF9-7E48-F96B-8D452ADE1F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2" name="Oval 131">
                        <a:extLst>
                          <a:ext uri="{FF2B5EF4-FFF2-40B4-BE49-F238E27FC236}">
                            <a16:creationId xmlns:a16="http://schemas.microsoft.com/office/drawing/2014/main" id="{2415FC9C-64ED-4864-D802-6D62620959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133" name="Oval 132">
                        <a:extLst>
                          <a:ext uri="{FF2B5EF4-FFF2-40B4-BE49-F238E27FC236}">
                            <a16:creationId xmlns:a16="http://schemas.microsoft.com/office/drawing/2014/main" id="{76BD5686-99E8-010E-251D-0092FCE4B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4" name="Oval 133">
                        <a:extLst>
                          <a:ext uri="{FF2B5EF4-FFF2-40B4-BE49-F238E27FC236}">
                            <a16:creationId xmlns:a16="http://schemas.microsoft.com/office/drawing/2014/main" id="{40029736-DA80-C35A-7CB7-5F480BF4E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135" name="Oval 134">
                        <a:extLst>
                          <a:ext uri="{FF2B5EF4-FFF2-40B4-BE49-F238E27FC236}">
                            <a16:creationId xmlns:a16="http://schemas.microsoft.com/office/drawing/2014/main" id="{E2AF2023-DCCE-A2E5-5542-AA3F1742C5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136" name="Oval 135">
                        <a:extLst>
                          <a:ext uri="{FF2B5EF4-FFF2-40B4-BE49-F238E27FC236}">
                            <a16:creationId xmlns:a16="http://schemas.microsoft.com/office/drawing/2014/main" id="{7B49AD09-FEF4-03AB-9511-99838599C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137" name="Oval 136">
                        <a:extLst>
                          <a:ext uri="{FF2B5EF4-FFF2-40B4-BE49-F238E27FC236}">
                            <a16:creationId xmlns:a16="http://schemas.microsoft.com/office/drawing/2014/main" id="{86B5D48D-BBAE-0213-214C-AB14F69B5F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138" name="Oval 137">
                        <a:extLst>
                          <a:ext uri="{FF2B5EF4-FFF2-40B4-BE49-F238E27FC236}">
                            <a16:creationId xmlns:a16="http://schemas.microsoft.com/office/drawing/2014/main" id="{1930DBB7-8B73-5E61-27A1-96BF619BA0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A0108127-99FD-3317-38FD-4476BBA8CE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62DB954C-15D2-812D-F43E-7970B27203AF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C1F9A704-7597-79D8-7284-700EAD237E47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A0F35C5-8FAB-E90E-7216-1CB1C8E2CB6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983F6AFF-1C55-0446-C864-7522030BEC6E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D686DCC-0F49-7A78-9534-53EFBFAE100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EBDD03E-23A8-8E7B-9A51-4DFBF0DE8A8C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21893AB6-335A-608A-22DC-1C14FF494170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E408C37E-7729-A858-FD3F-B70A590984E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07403F57-06CB-57E2-8CD6-046A064F9A8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E27F044-F056-5838-894C-72C688D9BF1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B5A86A6-FFFE-8594-F4C6-1575CC458A54}"/>
                </a:ext>
              </a:extLst>
            </p:cNvPr>
            <p:cNvCxnSpPr>
              <a:cxnSpLocks/>
              <a:stCxn id="123" idx="7"/>
              <a:endCxn id="137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45469EA-1B27-146B-A245-7730C329B63C}"/>
                </a:ext>
              </a:extLst>
            </p:cNvPr>
            <p:cNvCxnSpPr>
              <a:cxnSpLocks/>
              <a:stCxn id="127" idx="7"/>
              <a:endCxn id="135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822E7BD-5E99-1117-14D1-8A6E0CA6899C}"/>
              </a:ext>
            </a:extLst>
          </p:cNvPr>
          <p:cNvGrpSpPr/>
          <p:nvPr/>
        </p:nvGrpSpPr>
        <p:grpSpPr>
          <a:xfrm>
            <a:off x="4355006" y="545533"/>
            <a:ext cx="2143142" cy="1794878"/>
            <a:chOff x="4393050" y="572466"/>
            <a:chExt cx="2143142" cy="1794878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363474A-7B68-31AD-EA57-17A7CC72168D}"/>
                </a:ext>
              </a:extLst>
            </p:cNvPr>
            <p:cNvGrpSpPr/>
            <p:nvPr/>
          </p:nvGrpSpPr>
          <p:grpSpPr>
            <a:xfrm>
              <a:off x="4393050" y="572466"/>
              <a:ext cx="1822672" cy="1794878"/>
              <a:chOff x="4750305" y="521896"/>
              <a:chExt cx="1822672" cy="1794878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A3199E0C-7F66-8330-5935-866E9629746D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59F8B492-F93E-285E-83CF-814AA8247D9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206" name="Rectangle 205">
                    <a:extLst>
                      <a:ext uri="{FF2B5EF4-FFF2-40B4-BE49-F238E27FC236}">
                        <a16:creationId xmlns:a16="http://schemas.microsoft.com/office/drawing/2014/main" id="{6716C644-6E70-A427-8815-1E1475BE33F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7" name="Oval 206">
                    <a:extLst>
                      <a:ext uri="{FF2B5EF4-FFF2-40B4-BE49-F238E27FC236}">
                        <a16:creationId xmlns:a16="http://schemas.microsoft.com/office/drawing/2014/main" id="{2E653608-BC16-E09E-2C78-6D76AE829E90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08" name="Straight Arrow Connector 207">
                    <a:extLst>
                      <a:ext uri="{FF2B5EF4-FFF2-40B4-BE49-F238E27FC236}">
                        <a16:creationId xmlns:a16="http://schemas.microsoft.com/office/drawing/2014/main" id="{EC7B2EBE-8AEA-9BB9-B7E8-6854D01714EC}"/>
                      </a:ext>
                    </a:extLst>
                  </p:cNvPr>
                  <p:cNvCxnSpPr>
                    <a:cxnSpLocks/>
                    <a:stCxn id="207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E466863-91DD-D218-2A25-FB2701659F1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0" name="Rectangle 209">
                    <a:extLst>
                      <a:ext uri="{FF2B5EF4-FFF2-40B4-BE49-F238E27FC236}">
                        <a16:creationId xmlns:a16="http://schemas.microsoft.com/office/drawing/2014/main" id="{8BEF2931-F18D-6955-D792-36B04C66C4F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724F544F-7ABF-1F3D-E6EE-677450F2BF82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764D4EF1-A8AE-D9C5-E98F-5CC483060C1D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863B7D2A-D32B-EDD1-A5E9-BC9EEA2AFB5F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A00380E3-1836-08A9-D214-C7B9650F75E9}"/>
                  </a:ext>
                </a:extLst>
              </p:cNvPr>
              <p:cNvCxnSpPr>
                <a:cxnSpLocks/>
                <a:stCxn id="147" idx="4"/>
                <a:endCxn id="146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8B53A8-ADC2-8C83-C4CA-3041FF7C2248}"/>
                  </a:ext>
                </a:extLst>
              </p:cNvPr>
              <p:cNvCxnSpPr>
                <a:cxnSpLocks/>
                <a:stCxn id="146" idx="7"/>
                <a:endCxn id="148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C32C77EB-AA67-26B4-70A3-9BA4B28C9DFD}"/>
                  </a:ext>
                </a:extLst>
              </p:cNvPr>
              <p:cNvCxnSpPr>
                <a:cxnSpLocks/>
                <a:stCxn id="148" idx="6"/>
                <a:endCxn id="149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ACB2A11-912D-CFAF-85ED-2B1DD647EA80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CA70B47-D1CB-DE44-DE71-3AE7B664C304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87C07107-053E-6CC9-94DB-33E0B87D43C0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3A4984B-C370-0855-E9BD-F771BE665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F5BFBEC8-41A1-C97C-56FF-FF2CE576B8CB}"/>
                  </a:ext>
                </a:extLst>
              </p:cNvPr>
              <p:cNvCxnSpPr>
                <a:cxnSpLocks/>
                <a:stCxn id="147" idx="6"/>
                <a:endCxn id="148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4F18E0AE-CB83-BEF4-9EEA-DE5CAD2ABC3B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196" name="Straight Arrow Connector 195">
                  <a:extLst>
                    <a:ext uri="{FF2B5EF4-FFF2-40B4-BE49-F238E27FC236}">
                      <a16:creationId xmlns:a16="http://schemas.microsoft.com/office/drawing/2014/main" id="{5594989A-A366-2F95-577D-99EABF8E78E1}"/>
                    </a:ext>
                  </a:extLst>
                </p:cNvPr>
                <p:cNvCxnSpPr>
                  <a:cxnSpLocks/>
                  <a:stCxn id="198" idx="6"/>
                  <a:endCxn id="199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61EE14D6-C1CA-5F4E-3EE1-6DFBC8E4DD24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A621456F-4574-E77E-A79C-913D0FFF34AF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CAD01A3D-4A35-39CD-E872-D8CD1A63E54F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00" name="Straight Arrow Connector 199">
                  <a:extLst>
                    <a:ext uri="{FF2B5EF4-FFF2-40B4-BE49-F238E27FC236}">
                      <a16:creationId xmlns:a16="http://schemas.microsoft.com/office/drawing/2014/main" id="{0DCAC8DA-A2E3-3A05-923A-BDDEE2F1C88A}"/>
                    </a:ext>
                  </a:extLst>
                </p:cNvPr>
                <p:cNvCxnSpPr>
                  <a:cxnSpLocks/>
                  <a:stCxn id="197" idx="6"/>
                  <a:endCxn id="198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320F742D-D9C6-E57E-A7FF-7390CF6CA158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D2A52C8C-8837-A727-5120-5536B06C2806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A7A5BB73-F396-7AAA-F580-495255A85F4F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0337E5F3-0E7F-7B25-096D-A52ABCB966EE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FE90F802-A0ED-1D0C-D5E4-56BA844F3680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A931B14A-D9B3-FE14-32B6-4570D109ABB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C7475741-646C-E10E-B03E-1C4519619FE0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2" name="Straight Arrow Connector 181">
                  <a:extLst>
                    <a:ext uri="{FF2B5EF4-FFF2-40B4-BE49-F238E27FC236}">
                      <a16:creationId xmlns:a16="http://schemas.microsoft.com/office/drawing/2014/main" id="{D2CD02F0-00C6-F97C-6719-125569E089D0}"/>
                    </a:ext>
                  </a:extLst>
                </p:cNvPr>
                <p:cNvCxnSpPr>
                  <a:cxnSpLocks/>
                  <a:stCxn id="180" idx="0"/>
                  <a:endCxn id="181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B21B9FD2-325F-54FE-497F-FE28A7075CE2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4" name="Straight Arrow Connector 183">
                  <a:extLst>
                    <a:ext uri="{FF2B5EF4-FFF2-40B4-BE49-F238E27FC236}">
                      <a16:creationId xmlns:a16="http://schemas.microsoft.com/office/drawing/2014/main" id="{CEEFC38C-964F-3339-F6B6-2F8F86F7DAB3}"/>
                    </a:ext>
                  </a:extLst>
                </p:cNvPr>
                <p:cNvCxnSpPr>
                  <a:cxnSpLocks/>
                  <a:stCxn id="180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>
                  <a:extLst>
                    <a:ext uri="{FF2B5EF4-FFF2-40B4-BE49-F238E27FC236}">
                      <a16:creationId xmlns:a16="http://schemas.microsoft.com/office/drawing/2014/main" id="{6788BBB8-5854-F0CB-9847-C3095B16A4EF}"/>
                    </a:ext>
                  </a:extLst>
                </p:cNvPr>
                <p:cNvCxnSpPr>
                  <a:cxnSpLocks/>
                  <a:stCxn id="181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F3EB7F76-A459-F310-E560-1E0291986D0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BD04D913-7E4C-EC38-07B9-B2770F7E9A1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3563E3CA-A9ED-767D-75B7-A7E0CEDB3F11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FE80D0FF-2D58-3766-1931-7A05BA09E3A7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AE6601F2-DDA2-A7F3-C2C5-0244399EEF12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18F6D023-C8E5-8933-368B-F6C98236A8F7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5876DA62-3123-9E6D-7105-299AD4BB6AC6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DCEBD5D2-36BE-70AE-635D-19D8F3FEAF3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F378A2D7-0F50-D53F-F006-927DDBDA69D2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99FBBD40-5667-13B8-C50C-FC7321568FD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C6554541-C85D-3F06-ECE5-B8F310B79C37}"/>
                  </a:ext>
                </a:extLst>
              </p:cNvPr>
              <p:cNvCxnSpPr>
                <a:cxnSpLocks/>
                <a:endCxn id="147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D7B484BC-C33C-DB8F-B0F3-4C1D5A1E67DF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C331A92E-9EAA-E9C9-55DF-50FDA678BCF0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7E038AC7-4A6A-B766-112B-4805900BDBEC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A4E5E0CE-7FA3-B059-B77B-9A5BE65CCA5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72" name="Straight Arrow Connector 171">
                    <a:extLst>
                      <a:ext uri="{FF2B5EF4-FFF2-40B4-BE49-F238E27FC236}">
                        <a16:creationId xmlns:a16="http://schemas.microsoft.com/office/drawing/2014/main" id="{6AD1A458-4064-6417-286F-3C5607A7C2F2}"/>
                      </a:ext>
                    </a:extLst>
                  </p:cNvPr>
                  <p:cNvCxnSpPr>
                    <a:cxnSpLocks/>
                    <a:stCxn id="1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4794FA5A-6E34-93EA-EDD7-77A76F225D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88E203A5-BC5B-F278-4658-C684099E2FA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F59448E6-87DE-D211-7F5D-F57E3678699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BC3D4BD8-8A43-DAC1-323A-1CF03C397827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45BCCFF1-4BB4-81EC-FE4C-E5BB1A4A26AC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280D1617-62B9-EE0B-CCF5-8550F1B91D3E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9E4CEE43-D8E6-9831-3439-CBDC734E9441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A00D9EA-E723-515C-144F-1A5EF16B397A}"/>
                  </a:ext>
                </a:extLst>
              </p:cNvPr>
              <p:cNvCxnSpPr>
                <a:cxnSpLocks/>
                <a:stCxn id="170" idx="0"/>
                <a:endCxn id="197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544A1FC9-7005-E5FC-4F47-27F2B085227C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28E77E71-C543-2391-177C-6638A8C2930F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A874C67E-1857-1233-0DD5-934A78CF9DF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862702D6-3BB5-096A-AFBE-E744CA9BB8E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3" name="Straight Arrow Connector 162">
                    <a:extLst>
                      <a:ext uri="{FF2B5EF4-FFF2-40B4-BE49-F238E27FC236}">
                        <a16:creationId xmlns:a16="http://schemas.microsoft.com/office/drawing/2014/main" id="{0F4A0D60-F8E0-FACC-6CA4-462847143280}"/>
                      </a:ext>
                    </a:extLst>
                  </p:cNvPr>
                  <p:cNvCxnSpPr>
                    <a:cxnSpLocks/>
                    <a:stCxn id="162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id="{7C442859-9E82-9763-EF77-C185B7EDF78A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338ACDA1-4A85-38B3-F11C-34AC2E54BF7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6" name="Rectangle 165">
                    <a:extLst>
                      <a:ext uri="{FF2B5EF4-FFF2-40B4-BE49-F238E27FC236}">
                        <a16:creationId xmlns:a16="http://schemas.microsoft.com/office/drawing/2014/main" id="{E47C9DE1-9888-5523-4EFA-3C43B15FE4F8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18ADDDF9-D682-1AEB-D638-A1D907F8CD3E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831263E2-7160-EA3D-9B85-7E2226EEA067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F3A37667-8173-A86B-D17C-97D0A41D6525}"/>
                  </a:ext>
                </a:extLst>
              </p:cNvPr>
              <p:cNvCxnSpPr>
                <a:cxnSpLocks/>
                <a:stCxn id="160" idx="3"/>
                <a:endCxn id="146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2CC1ACA5-EF13-4835-84F7-820D0CCDAFBF}"/>
                  </a:ext>
                </a:extLst>
              </p:cNvPr>
              <p:cNvCxnSpPr>
                <a:cxnSpLocks/>
                <a:endCxn id="149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0EDC7CF-B7A3-9C2D-11F9-76EC3BB09DC3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498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694160-B416-9023-6FE5-BC822D3F1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7223823B-73B3-00A3-8C20-AF2A291DC2A2}"/>
              </a:ext>
            </a:extLst>
          </p:cNvPr>
          <p:cNvSpPr/>
          <p:nvPr/>
        </p:nvSpPr>
        <p:spPr>
          <a:xfrm>
            <a:off x="2036848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5B7780F-C161-458A-80E6-E5C76CE7AB46}"/>
              </a:ext>
            </a:extLst>
          </p:cNvPr>
          <p:cNvSpPr/>
          <p:nvPr/>
        </p:nvSpPr>
        <p:spPr>
          <a:xfrm>
            <a:off x="4251573" y="326970"/>
            <a:ext cx="1926614" cy="253153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598ED474-9DB0-1EE1-9FC7-218394E5DB7B}"/>
              </a:ext>
            </a:extLst>
          </p:cNvPr>
          <p:cNvSpPr/>
          <p:nvPr/>
        </p:nvSpPr>
        <p:spPr>
          <a:xfrm>
            <a:off x="19490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05982741-88D2-6AB1-ED67-5696F8DE6691}"/>
              </a:ext>
            </a:extLst>
          </p:cNvPr>
          <p:cNvSpPr/>
          <p:nvPr/>
        </p:nvSpPr>
        <p:spPr>
          <a:xfrm>
            <a:off x="4017332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BA0BBEA1-7493-60CF-E385-3B15E6450CA2}"/>
              </a:ext>
            </a:extLst>
          </p:cNvPr>
          <p:cNvSpPr/>
          <p:nvPr/>
        </p:nvSpPr>
        <p:spPr>
          <a:xfrm>
            <a:off x="1816509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75A89-BDEE-6BEC-9160-2597F25CC561}"/>
              </a:ext>
            </a:extLst>
          </p:cNvPr>
          <p:cNvSpPr txBox="1"/>
          <p:nvPr/>
        </p:nvSpPr>
        <p:spPr>
          <a:xfrm>
            <a:off x="117052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62FECE4-B861-E998-C2CA-AA2457E4C763}"/>
              </a:ext>
            </a:extLst>
          </p:cNvPr>
          <p:cNvSpPr txBox="1"/>
          <p:nvPr/>
        </p:nvSpPr>
        <p:spPr>
          <a:xfrm>
            <a:off x="1962733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14401EE-7DF0-0B66-4FF5-CED2A0329448}"/>
              </a:ext>
            </a:extLst>
          </p:cNvPr>
          <p:cNvSpPr txBox="1"/>
          <p:nvPr/>
        </p:nvSpPr>
        <p:spPr>
          <a:xfrm>
            <a:off x="4505813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6AEB2FB8-EBCD-2DF2-3ACE-B09D5CEEEE3A}"/>
              </a:ext>
            </a:extLst>
          </p:cNvPr>
          <p:cNvGrpSpPr/>
          <p:nvPr/>
        </p:nvGrpSpPr>
        <p:grpSpPr>
          <a:xfrm>
            <a:off x="-605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1604191A-81F5-402F-BD8A-3ADB69EDD6B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DDCDB00-9278-38F4-3635-C2597DF4BE44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FFB1B76-C458-B4F2-F029-E8F04E3FA28D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0B1D45D4-21F0-31D4-5B5F-3CF0180C1FE0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241AEA7-6E1A-7196-DEA6-FECA0CDDA33D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E2FE0ED-CFEB-286E-0B73-AB0130C1B7EC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6DFE689-BE16-EDC3-B774-24DA70378BFC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5BBACAFF-D82A-6A03-6967-DA8EE509A8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4F5D756F-F767-9C38-5C5C-8F4E0C0E42B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E233BB-BE14-DF3F-64E3-2040C80DD47A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F1E46A5-4A9D-B4BF-40A7-29696747C48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0BC400F-8976-A081-8808-EA446EC1F1FE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6973445B-2107-1D0A-6194-0B2A9F897873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8F8CAF1-2AE3-E795-CE08-48587AF46ABC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1106D763-3848-56EF-E5AF-8B60EA7E5043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91B5DFE8-868B-6A01-9865-DFA5BCB15776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AF82366B-1E3D-DFF5-B463-54E4EF0DC05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4174F53B-7C83-E03F-A863-7EF72C589E54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7A475EF6-1AA3-B625-0C4B-6F69C879D6B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BF713A5E-3348-E3DA-0851-36022DEA394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53C3571-7291-E78B-17B8-2CD6F5BD236F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15EB9B7-52E5-036A-58A8-DFF45020888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8B8DF533-AF77-5949-C212-8262E380155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A6CEE37-1AA7-E3AC-7D07-A409AC5D4E5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D215FDB-6AA3-2F4B-BFE8-36912B942A7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7197C0F6-9E2B-520C-2E87-6BD0F4F2FDA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8B4DA53F-7A26-1703-5E83-61EB51EF1E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50ABF231-4070-B15B-FB61-DBC44EC1A4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BF49FA10-9606-1014-CC74-D5A67F7723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9D92987-6F21-7708-33E0-CF09163EC6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E39A70C0-B753-0B7E-F5C5-2476924BA2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DA4F3371-854F-A3F6-6202-99491E5FDF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0C9971B-453C-22E1-8DAF-DCF7690369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B5503CEC-9D46-3EF4-D459-F7675E4D8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41E50852-4A42-88A4-65BD-1125540FD3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3A3DD656-5A5D-276A-4E32-80DA330CD1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DA840496-B821-11B6-578E-8A5DEA94A9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ABE44B61-238A-49F4-0DD5-33913DA4AD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001F98A4-7333-C2F6-5F84-40EB609AF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74AF1F20-1543-0B1B-97F5-51815EE2D6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5EC737-080D-195B-1003-54BA90665E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777ABFEE-8536-D443-D426-B1A5AA9545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A3B2511-77E1-5D18-34D3-FC0E283C32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EA2B177-7E97-ED7F-3970-8E16762655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7D6FE19-D665-0407-F8ED-FF29336BE64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74BDD2-B5EA-FDA3-AFE9-796C1A3CD19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26217AC-0A76-1A69-96FF-51ED0D9FC6B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86E7CE2-06E0-95CF-DC51-24F5A4EB1BDF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7AFF4A8-2852-0287-7BCD-39370D1264F5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755A00-C9F9-C6EF-FF98-78AAE44B333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9D0BC0F-9659-A481-AF32-FAD940D5204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C088CEF-7162-68DF-16AE-B2E36C7601F7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0019633-76F7-0EB5-1832-687862338CE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820C148-6CDF-F083-1D91-1C1AAED31143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AE323C4E-4B0B-6202-B8E4-70DB8917FC53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E455C27-5E58-008D-6980-96CE9A9A6616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9146C23-02B0-2F3C-90EE-FC3735F99BBC}"/>
              </a:ext>
            </a:extLst>
          </p:cNvPr>
          <p:cNvGrpSpPr/>
          <p:nvPr/>
        </p:nvGrpSpPr>
        <p:grpSpPr>
          <a:xfrm>
            <a:off x="2142756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ED02860F-B91D-5457-7708-1B584C91357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CB2C1ED-75B6-45F9-FC01-BE20B193DE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1DA1F17B-7DE6-EA1F-2E71-F02EE2FFC1A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3493A118-9DB0-34D6-408F-2DD6281553DB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16359BE-EE59-7B18-0B9E-49E2BDEF211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03CE3698-DD14-3DD8-F224-3BEF5C759CBD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BE40D10F-48CF-DD17-4DF8-35BF0B69771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FC1B85F4-3D77-FF9A-6DB5-E9D066903FE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DE502529-31E4-E254-4D28-8E7CCDE91B9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F3C97B22-4BEF-725E-641F-76D22FC8448D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CBAFD2DE-A703-D3FF-D38D-B7A03C8C628F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57995A8-5230-49D6-55E1-15CD4C7B4441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4442D95D-5962-FBEC-76CF-29F0A3401DC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ECD7C9E-0E2F-B935-6EC2-4B6B6DF3699E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78ABEDB4-2D7A-C4B9-1115-35B8CB45CFB4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E7B4D53-54B0-08D1-A03C-5F3F374EDA7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8E019AF5-1EEB-87D9-71EA-9B8F45AE2B1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8B759A5F-6674-C0DB-1F9B-78BFC2FF412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D06B0782-C71D-F0EE-07C9-CB24F87463D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41C417A5-F35F-AF8B-9AD3-AAFE4B5EDD0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4EDA215B-72F8-FB3F-6F02-336348205C45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976E10CC-318D-4DA0-91E7-B4BAED41CB22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CE9CC14-E10B-260D-E2BA-02574192A232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C57D415-CFE5-F2B6-9DBD-34187175D8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9A0958D8-9C6A-2FD1-7AAF-38A36ABFA7C9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CEFE03C-A033-09E3-6D85-A40F35032AA2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E11B8760-1DB0-4E41-967C-81C84F1FF4F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BABC2C5-F729-C1B1-4372-26794361496A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DD8DCE9-58F3-A47D-BE55-900CEA65F0DE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B2E98CB-A3E3-9197-AC2D-5FCD4CA0874A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BD90126-718D-A5D2-34B6-D08202D7FCF0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8A738E7F-6D51-8154-C89D-85B81409B6C3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0F59EE1-C9F8-7606-2641-EE4484CEA1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5477F065-F26E-E6FE-583D-03ADA7436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EED0FA65-A854-058C-7CD8-C24D662EB9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48AF0D11-AC2D-219F-19A4-01728A638A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A462DC9-AF3D-6B91-E53D-921CA878E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62A94782-8CA9-DE05-7EAE-95A3BD55B8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14269078-F232-3948-A34D-D69280E4D7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B4466197-6AEF-27FF-69D1-553A6A88AC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23D43CBE-6173-0C65-3C65-5FEDA8134E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C7B74BE-6178-7593-77DD-48047634BA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9BA18785-591A-F69D-B157-AF03FABDF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3AFEE8F7-0F3F-F039-D3BB-95DF9C922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7BC1411B-6BC5-33BF-C1B9-3FFD79BB0D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26E04129-4415-0F89-951D-90D4536602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9BBEDBC-F451-B6AA-64F8-8162BCF638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00A5FD21-DC6D-9CDD-34CE-7DC73D61CC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96CF5A05-3C21-D181-FD3A-394BA2DFD6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44D46FE9-BEAC-64BE-ECD7-87F59E06FE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D106B385-FA26-5DB4-DEB7-47EB6C41BC55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3173E-57E1-0D67-CFF6-D69FC9FC37D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90F4DC58-A3BA-B67E-7D23-98DA7B858C07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F39DEA6-3C5F-50C7-01EC-2095A034A51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B458E7EE-B52C-B7B9-7D15-9B639847DB5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583D9B5-2D84-5FE5-78B2-451E91257DD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A1F135CD-6665-709A-2B13-34B0CB52868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442549A1-5B2C-50EC-6065-2DCE4E2F8A59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2043B8EF-9DCF-8A9A-4D55-8FE3806D8B5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39B7C3A-C1C9-1043-B9BD-C41275B753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99A5C5F-5FBC-66FA-98FE-58D7DF69E484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E823F2D-82F7-0FAE-2840-F3B12DB180AE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9503354F-0621-A880-2469-FF764364DEFE}"/>
              </a:ext>
            </a:extLst>
          </p:cNvPr>
          <p:cNvGrpSpPr/>
          <p:nvPr/>
        </p:nvGrpSpPr>
        <p:grpSpPr>
          <a:xfrm>
            <a:off x="4257695" y="592357"/>
            <a:ext cx="2143142" cy="2011143"/>
            <a:chOff x="4393050" y="572466"/>
            <a:chExt cx="2143142" cy="2011143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99F6A1F1-6947-1FDE-E3C5-1ACF56EEC636}"/>
                </a:ext>
              </a:extLst>
            </p:cNvPr>
            <p:cNvGrpSpPr/>
            <p:nvPr/>
          </p:nvGrpSpPr>
          <p:grpSpPr>
            <a:xfrm>
              <a:off x="4393050" y="572466"/>
              <a:ext cx="1949322" cy="2011143"/>
              <a:chOff x="4750305" y="521896"/>
              <a:chExt cx="1949322" cy="2011143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62126816-9CA3-33EC-E8A0-E0B481542ABA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3C8EBFB-4411-E0DF-A24F-AF83B29D68DC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C8C64E8C-F84B-6BDA-C314-D764E5BF3505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8F1DDB91-0DDB-A3D0-E473-893544E5104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7E90D3BB-FA62-1E0F-C9C5-8456048E567E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005F0D34-A2CD-BCFE-59C7-459734173393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90CB078D-2DBD-16E7-5548-1082416F1A8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0B1884EE-B9CC-339C-E610-03BAD63B57D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836D84E0-C0D7-A4CD-6A1F-E08783E7C932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3E53FD42-F51C-ACE2-E729-3D422D9791C8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2200E5D-92FF-AC9C-68F4-EA141FFABA86}"/>
                  </a:ext>
                </a:extLst>
              </p:cNvPr>
              <p:cNvCxnSpPr>
                <a:cxnSpLocks/>
                <a:stCxn id="630" idx="3"/>
                <a:endCxn id="629" idx="0"/>
              </p:cNvCxnSpPr>
              <p:nvPr/>
            </p:nvCxnSpPr>
            <p:spPr>
              <a:xfrm flipH="1">
                <a:off x="5713046" y="1270539"/>
                <a:ext cx="103660" cy="13906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9FB3A31A-580C-A1E1-72CA-8B6CAB59E6F6}"/>
                  </a:ext>
                </a:extLst>
              </p:cNvPr>
              <p:cNvCxnSpPr>
                <a:cxnSpLocks/>
                <a:stCxn id="629" idx="6"/>
                <a:endCxn id="631" idx="2"/>
              </p:cNvCxnSpPr>
              <p:nvPr/>
            </p:nvCxnSpPr>
            <p:spPr>
              <a:xfrm>
                <a:off x="5797633" y="1493983"/>
                <a:ext cx="214312" cy="43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0E67251B-C5D7-3E4E-ADA0-A33C3FEA1306}"/>
                  </a:ext>
                </a:extLst>
              </p:cNvPr>
              <p:cNvCxnSpPr>
                <a:cxnSpLocks/>
                <a:stCxn id="631" idx="7"/>
                <a:endCxn id="632" idx="3"/>
              </p:cNvCxnSpPr>
              <p:nvPr/>
            </p:nvCxnSpPr>
            <p:spPr>
              <a:xfrm flipV="1">
                <a:off x="6156345" y="1282866"/>
                <a:ext cx="78645" cy="15581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4D8A619C-A43D-C1B6-F2DF-E2CB1D753EA4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DE577C40-CE10-906F-5C41-E0751BF46D63}"/>
                  </a:ext>
                </a:extLst>
              </p:cNvPr>
              <p:cNvSpPr/>
              <p:nvPr/>
            </p:nvSpPr>
            <p:spPr>
              <a:xfrm>
                <a:off x="5791931" y="1126495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D896B1BB-3307-6600-BE2C-7CD3031FB435}"/>
                  </a:ext>
                </a:extLst>
              </p:cNvPr>
              <p:cNvSpPr/>
              <p:nvPr/>
            </p:nvSpPr>
            <p:spPr>
              <a:xfrm>
                <a:off x="6011945" y="141396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B8175D3B-F03B-0BC4-F0A7-E416B01160A4}"/>
                  </a:ext>
                </a:extLst>
              </p:cNvPr>
              <p:cNvSpPr/>
              <p:nvPr/>
            </p:nvSpPr>
            <p:spPr>
              <a:xfrm>
                <a:off x="6210215" y="1138822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5D02ADDE-A623-4413-667C-26D44169A167}"/>
                  </a:ext>
                </a:extLst>
              </p:cNvPr>
              <p:cNvCxnSpPr>
                <a:cxnSpLocks/>
                <a:stCxn id="630" idx="5"/>
                <a:endCxn id="631" idx="1"/>
              </p:cNvCxnSpPr>
              <p:nvPr/>
            </p:nvCxnSpPr>
            <p:spPr>
              <a:xfrm>
                <a:off x="5936331" y="1270539"/>
                <a:ext cx="100389" cy="16813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5DDF716F-8016-1B86-5486-A7804B2D0D9D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6253891A-1664-D80C-6D28-ADBA66115276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4E9A69A0-21C7-168B-9458-1921CDFBF1B7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58AE7E63-9EDE-4290-387E-553B905FC103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EF5C3DCD-1372-D2F8-CAF2-008A4061CBBA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7FFD3241-EDC0-19A5-A009-0D8CC944D3DF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2" name="TextBox 681">
                  <a:extLst>
                    <a:ext uri="{FF2B5EF4-FFF2-40B4-BE49-F238E27FC236}">
                      <a16:creationId xmlns:a16="http://schemas.microsoft.com/office/drawing/2014/main" id="{541E6308-E7B0-3480-2249-91D2144CCAD2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4" name="TextBox 683">
                  <a:extLst>
                    <a:ext uri="{FF2B5EF4-FFF2-40B4-BE49-F238E27FC236}">
                      <a16:creationId xmlns:a16="http://schemas.microsoft.com/office/drawing/2014/main" id="{E7EDF7E5-7056-189A-4486-A7E540523759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5" name="TextBox 684">
                  <a:extLst>
                    <a:ext uri="{FF2B5EF4-FFF2-40B4-BE49-F238E27FC236}">
                      <a16:creationId xmlns:a16="http://schemas.microsoft.com/office/drawing/2014/main" id="{06CD73EB-0A6D-2CB6-47F5-3CCD8D373101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1FA6775D-5DB2-1ED7-B0D1-3C72B55394A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9359FC29-7044-E16A-93B9-9AE04762C30E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FA001B8-112D-59F4-4791-01A48D968C57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5F39110-0088-A46C-E933-2230C596150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D3F95326-53C6-6589-D6FC-56268DA7BE63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3142E1C4-A963-C7CF-FBB6-F683481F1CB0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BF85187-19C5-66F9-A6B4-779D7D9F9AA5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A0634BB5-9F84-7EE6-334D-BDE0C1D01D3D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A149E826-A02A-7B80-82FF-CAB222E9114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846E2AED-154C-5505-801A-52BC3BD0B7F4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E5180B0-C1EA-892F-A3CC-66BA01A4A74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90C65CEF-65C8-E803-4954-BAC6AEAC604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76F76371-C913-FEE2-FFC7-BF5451379846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9A1A294B-1E49-0F68-29A5-A39A7AE07BE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5E68B78C-7EBC-845F-5C68-77C8D727A8A1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C5F916A2-D630-4025-0C19-FA02069C0E78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B266A806-4615-1205-8A6D-8905446150B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BE6F899-1DA0-49CB-07BF-E9527674E440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CD450FC-C7D8-373C-8808-A24D70D0DCF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582146" y="796347"/>
                <a:ext cx="234560" cy="354862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E863648E-384C-77D9-3333-A222BCCC7F62}"/>
                  </a:ext>
                </a:extLst>
              </p:cNvPr>
              <p:cNvGrpSpPr/>
              <p:nvPr/>
            </p:nvGrpSpPr>
            <p:grpSpPr>
              <a:xfrm>
                <a:off x="4750305" y="2054080"/>
                <a:ext cx="1949322" cy="478959"/>
                <a:chOff x="4250193" y="2128157"/>
                <a:chExt cx="1949322" cy="478959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F58BCEA6-C8C3-77C3-E67E-AE1DB781F640}"/>
                    </a:ext>
                  </a:extLst>
                </p:cNvPr>
                <p:cNvGrpSpPr/>
                <p:nvPr/>
              </p:nvGrpSpPr>
              <p:grpSpPr>
                <a:xfrm>
                  <a:off x="4250193" y="2128157"/>
                  <a:ext cx="976642" cy="478959"/>
                  <a:chOff x="4250193" y="2128157"/>
                  <a:chExt cx="976642" cy="478959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D91FB30D-C245-227B-5871-040814092C68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7"/>
                    <a:ext cx="916182" cy="478959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B81730F2-562D-D956-81A1-C0193D7BB48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A0E28207-722F-3321-3C24-0C8D7F10BE2E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C271C8AB-C3A5-7686-8E52-8047FDA65737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FBD9D043-6F3F-805C-20FA-D29ECD744D08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E7AB80F-3165-4A91-E29C-53A2E6108C8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3787FBFA-0216-597F-DA10-A3E61398277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F0D878AD-434D-73A4-8577-848A8741CCB3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11C1FDAA-7F81-1421-C538-2261DED1498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48D8B4A9-AA40-643E-1FB5-92564937A8C0}"/>
                    </a:ext>
                  </a:extLst>
                </p:cNvPr>
                <p:cNvSpPr txBox="1"/>
                <p:nvPr/>
              </p:nvSpPr>
              <p:spPr>
                <a:xfrm>
                  <a:off x="5342788" y="2319534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13 141516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4D4338A6-B2FF-A67A-E863-A9A0A0080819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D7D0FB42-6FE1-1C87-55E8-4D313710390E}"/>
                  </a:ext>
                </a:extLst>
              </p:cNvPr>
              <p:cNvGrpSpPr/>
              <p:nvPr/>
            </p:nvGrpSpPr>
            <p:grpSpPr>
              <a:xfrm>
                <a:off x="4813914" y="1330837"/>
                <a:ext cx="826742" cy="253562"/>
                <a:chOff x="4286667" y="2128157"/>
                <a:chExt cx="826742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4F52800B-4042-3605-A97F-308562D6BE0C}"/>
                    </a:ext>
                  </a:extLst>
                </p:cNvPr>
                <p:cNvGrpSpPr/>
                <p:nvPr/>
              </p:nvGrpSpPr>
              <p:grpSpPr>
                <a:xfrm>
                  <a:off x="4286667" y="2128157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63B82784-D782-B394-6247-71EF5195B9C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B926A4-DAC4-380D-83D5-7FB67C9F08A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90B668E-2CAD-0D5E-90B1-5597AE3790F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F8920021-5662-65CA-5383-A2E669CD3AF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6AC7F025-ED61-8596-7728-5253A394301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773779EC-F9C8-E20D-4AC5-CFDF7C5DF4C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47C96922-371C-409B-8419-D4979A10145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BE7EA958-EDBC-82D5-6456-9C1D5BE73794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482899C2-CC63-1D56-5BA3-72CBB9B33684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E5CF7332-8832-7E38-F151-58AD74A9DBC4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085755" y="768117"/>
                <a:ext cx="209048" cy="370705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49CC35A-9C01-A08E-2FD6-A53C2ACC936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332031F4-1DFC-C599-47D0-19DC394334BD}"/>
              </a:ext>
            </a:extLst>
          </p:cNvPr>
          <p:cNvSpPr/>
          <p:nvPr/>
        </p:nvSpPr>
        <p:spPr>
          <a:xfrm>
            <a:off x="6400837" y="309656"/>
            <a:ext cx="1292537" cy="251894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6090269D-79E8-C4B6-045D-5500C278233C}"/>
              </a:ext>
            </a:extLst>
          </p:cNvPr>
          <p:cNvSpPr/>
          <p:nvPr/>
        </p:nvSpPr>
        <p:spPr>
          <a:xfrm>
            <a:off x="6213360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78705BA3-7BE8-648B-CE11-836A759DC5F8}"/>
              </a:ext>
            </a:extLst>
          </p:cNvPr>
          <p:cNvSpPr/>
          <p:nvPr/>
        </p:nvSpPr>
        <p:spPr>
          <a:xfrm>
            <a:off x="6468736" y="594182"/>
            <a:ext cx="1157504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B2A76250-52E3-3BF5-D551-74F5BF440E6D}"/>
              </a:ext>
            </a:extLst>
          </p:cNvPr>
          <p:cNvSpPr/>
          <p:nvPr/>
        </p:nvSpPr>
        <p:spPr>
          <a:xfrm>
            <a:off x="6468736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39FEDAAB-36BB-55C6-D33B-98277EFFA0EF}"/>
              </a:ext>
            </a:extLst>
          </p:cNvPr>
          <p:cNvSpPr/>
          <p:nvPr/>
        </p:nvSpPr>
        <p:spPr>
          <a:xfrm>
            <a:off x="7044364" y="840002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368A773-1793-3B65-F8B4-DC4226A62AD0}"/>
              </a:ext>
            </a:extLst>
          </p:cNvPr>
          <p:cNvSpPr/>
          <p:nvPr/>
        </p:nvSpPr>
        <p:spPr>
          <a:xfrm>
            <a:off x="6471174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2B0F8082-98A2-A95D-182B-F0204DD8E5CB}"/>
              </a:ext>
            </a:extLst>
          </p:cNvPr>
          <p:cNvSpPr/>
          <p:nvPr/>
        </p:nvSpPr>
        <p:spPr>
          <a:xfrm>
            <a:off x="7046802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1D237B35-B7A1-50A9-DBD6-E3FEEAEDBB2E}"/>
              </a:ext>
            </a:extLst>
          </p:cNvPr>
          <p:cNvSpPr/>
          <p:nvPr/>
        </p:nvSpPr>
        <p:spPr>
          <a:xfrm>
            <a:off x="6475771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02B883EA-52F2-A6E0-D269-01FF774957E3}"/>
              </a:ext>
            </a:extLst>
          </p:cNvPr>
          <p:cNvSpPr/>
          <p:nvPr/>
        </p:nvSpPr>
        <p:spPr>
          <a:xfrm>
            <a:off x="7051399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79896E7C-D375-31C2-527D-38F56DA5D79E}"/>
              </a:ext>
            </a:extLst>
          </p:cNvPr>
          <p:cNvSpPr/>
          <p:nvPr/>
        </p:nvSpPr>
        <p:spPr>
          <a:xfrm>
            <a:off x="647577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0C08B5B8-5947-36D5-2775-0497F46BAA30}"/>
              </a:ext>
            </a:extLst>
          </p:cNvPr>
          <p:cNvSpPr txBox="1"/>
          <p:nvPr/>
        </p:nvSpPr>
        <p:spPr>
          <a:xfrm>
            <a:off x="6354266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86E3AF99-06C6-E5C6-D9E1-ABC73065F3A5}"/>
              </a:ext>
            </a:extLst>
          </p:cNvPr>
          <p:cNvSpPr txBox="1"/>
          <p:nvPr/>
        </p:nvSpPr>
        <p:spPr>
          <a:xfrm>
            <a:off x="5374811" y="21499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01A7300-1807-77C7-A1A9-5E3DA1A1D0DF}"/>
              </a:ext>
            </a:extLst>
          </p:cNvPr>
          <p:cNvSpPr/>
          <p:nvPr/>
        </p:nvSpPr>
        <p:spPr>
          <a:xfrm>
            <a:off x="4644242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6B26B6B1-3EF2-5B25-C539-CBD461F167C3}"/>
              </a:ext>
            </a:extLst>
          </p:cNvPr>
          <p:cNvSpPr/>
          <p:nvPr/>
        </p:nvSpPr>
        <p:spPr>
          <a:xfrm>
            <a:off x="4783663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1A4A63CE-4957-D87C-4412-B1DF40508198}"/>
              </a:ext>
            </a:extLst>
          </p:cNvPr>
          <p:cNvSpPr/>
          <p:nvPr/>
        </p:nvSpPr>
        <p:spPr>
          <a:xfrm>
            <a:off x="4919584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9B03A652-CF20-4909-CD63-6B3AE836C646}"/>
              </a:ext>
            </a:extLst>
          </p:cNvPr>
          <p:cNvSpPr/>
          <p:nvPr/>
        </p:nvSpPr>
        <p:spPr>
          <a:xfrm>
            <a:off x="5051915" y="2398237"/>
            <a:ext cx="135921" cy="1687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0" name="Oval 879">
            <a:extLst>
              <a:ext uri="{FF2B5EF4-FFF2-40B4-BE49-F238E27FC236}">
                <a16:creationId xmlns:a16="http://schemas.microsoft.com/office/drawing/2014/main" id="{1F01121F-CC37-678C-11D0-67537B8FA8E8}"/>
              </a:ext>
            </a:extLst>
          </p:cNvPr>
          <p:cNvSpPr/>
          <p:nvPr/>
        </p:nvSpPr>
        <p:spPr>
          <a:xfrm>
            <a:off x="4334339" y="24011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1" name="Straight Arrow Connector 880">
            <a:extLst>
              <a:ext uri="{FF2B5EF4-FFF2-40B4-BE49-F238E27FC236}">
                <a16:creationId xmlns:a16="http://schemas.microsoft.com/office/drawing/2014/main" id="{E0C48898-1BC9-6BEA-E60F-DBE5A45F2DC4}"/>
              </a:ext>
            </a:extLst>
          </p:cNvPr>
          <p:cNvCxnSpPr>
            <a:cxnSpLocks/>
            <a:endCxn id="874" idx="1"/>
          </p:cNvCxnSpPr>
          <p:nvPr/>
        </p:nvCxnSpPr>
        <p:spPr>
          <a:xfrm>
            <a:off x="4505813" y="2482142"/>
            <a:ext cx="138429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8" name="TextBox 877">
            <a:extLst>
              <a:ext uri="{FF2B5EF4-FFF2-40B4-BE49-F238E27FC236}">
                <a16:creationId xmlns:a16="http://schemas.microsoft.com/office/drawing/2014/main" id="{93BE8814-98AD-C05C-6BB2-3CC4242ECF84}"/>
              </a:ext>
            </a:extLst>
          </p:cNvPr>
          <p:cNvSpPr txBox="1"/>
          <p:nvPr/>
        </p:nvSpPr>
        <p:spPr>
          <a:xfrm>
            <a:off x="4258940" y="236239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56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127E38E9-A0FC-99C6-59B6-559F4B0B2FD5}"/>
              </a:ext>
            </a:extLst>
          </p:cNvPr>
          <p:cNvSpPr/>
          <p:nvPr/>
        </p:nvSpPr>
        <p:spPr>
          <a:xfrm>
            <a:off x="4592880" y="1384947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31F5DA8A-B07B-1162-D457-1AB26064F026}"/>
              </a:ext>
            </a:extLst>
          </p:cNvPr>
          <p:cNvSpPr/>
          <p:nvPr/>
        </p:nvSpPr>
        <p:spPr>
          <a:xfrm>
            <a:off x="3539791" y="1117124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F27E91D2-CBDB-FF4D-0BB6-4DBD7FD6422A}"/>
              </a:ext>
            </a:extLst>
          </p:cNvPr>
          <p:cNvCxnSpPr/>
          <p:nvPr/>
        </p:nvCxnSpPr>
        <p:spPr>
          <a:xfrm flipV="1">
            <a:off x="1821986" y="1150778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A96CC163-ABDF-AAEC-2B07-A27A452E57FB}"/>
              </a:ext>
            </a:extLst>
          </p:cNvPr>
          <p:cNvCxnSpPr/>
          <p:nvPr/>
        </p:nvCxnSpPr>
        <p:spPr>
          <a:xfrm flipV="1">
            <a:off x="1822334" y="142760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74F37541-C149-99A5-4AFC-07B0B23CEE0A}"/>
              </a:ext>
            </a:extLst>
          </p:cNvPr>
          <p:cNvCxnSpPr/>
          <p:nvPr/>
        </p:nvCxnSpPr>
        <p:spPr>
          <a:xfrm flipV="1">
            <a:off x="1821986" y="173634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6A954A94-A40C-ED37-A9CA-5436E0FF799E}"/>
              </a:ext>
            </a:extLst>
          </p:cNvPr>
          <p:cNvCxnSpPr/>
          <p:nvPr/>
        </p:nvCxnSpPr>
        <p:spPr>
          <a:xfrm flipV="1">
            <a:off x="1816018" y="2038600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33FAA5-FFAA-6DD4-41E8-4FDE40372EAE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75817-5185-5312-255C-54E0A2F79A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A8FAD-0912-0159-6BBC-5C385433A52A}"/>
              </a:ext>
            </a:extLst>
          </p:cNvPr>
          <p:cNvSpPr txBox="1"/>
          <p:nvPr/>
        </p:nvSpPr>
        <p:spPr>
          <a:xfrm>
            <a:off x="4885848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E544A617-283C-215D-EA09-88EFF7CF0E25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4D3851C-B2A5-F045-626D-EBD1933F5894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C46BD5-5E6C-8B28-D804-C6E1E3DC79BC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234915AD-85DB-A100-284E-7747DE3BBCBD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8686F50A-BB15-C636-D7E9-B8E02D71CC01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CCBBD2CE-4E15-2D55-9303-2DFA89F25D4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0347380-E181-01A8-EEB3-B9D868788C5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02690BB7-2FB1-4044-00E8-2FC9807A99B9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897F0E5A-8691-3D16-D597-04335B6A25FF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E2437CAE-A1DA-BAF7-32E6-D4B6C01A79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4EF30E85-1A63-8FE6-F487-F7F169F9D37D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474FBA24-4487-B5E8-7C85-4ACCAEB1194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8E194384-4FAF-84FD-DA9F-AAA90FBB38E1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45276E8E-E1F7-43A5-4D31-52DEC408D6B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9F47290D-7705-58CE-AC1D-4BA05314B640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36732ED2-7438-8B4A-5718-147E573FB4F3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4BD5C61A-4489-16DE-F379-BE42991A969F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C453E0F6-6667-7712-C2B0-5A9A741CE067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225C351-008A-474D-DCEB-C5EB1FEAA2FF}"/>
              </a:ext>
            </a:extLst>
          </p:cNvPr>
          <p:cNvGrpSpPr/>
          <p:nvPr/>
        </p:nvGrpSpPr>
        <p:grpSpPr>
          <a:xfrm>
            <a:off x="1855971" y="917065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E57A194-1D7F-B54B-7679-2A79168E8A92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BE6EA329-9971-103E-C606-0543AD2D1157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B8C0583F-DC70-5978-4FEC-2D7F706B079A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F0BEA9A5-7955-85A1-0332-8A265940BA8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E224F1DA-EAAE-6E6E-628F-DC859A12A43C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A6B8A830-1078-084D-1F46-E3EF92A24233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283E800F-45DE-474A-5AD9-3C9767B68BDB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218FFB0B-D242-0A3E-E597-B6C8F8E50F09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A4870F14-CB81-E74D-B7F0-3767B7CAD468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C5C8EC30-E454-D213-2011-E5DE8EA2A14A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3945682C-5DC7-EEF9-8899-7962EDD5EEAA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DCB53EEA-CF8F-A9F5-AA80-8D5101270770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711C0CC3-E084-1372-6BE2-FDD4B597793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CE8D16FA-0637-8421-6786-BDA2E2880578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9C2EC48E-076E-F1BA-ADC2-14E5197FA05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360699EE-C6D8-D0EC-8F72-BD77CF622224}"/>
              </a:ext>
            </a:extLst>
          </p:cNvPr>
          <p:cNvGrpSpPr/>
          <p:nvPr/>
        </p:nvGrpSpPr>
        <p:grpSpPr>
          <a:xfrm>
            <a:off x="3683430" y="884258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6A8CE8B2-1FBA-FBE8-5581-EBB1AA66A8BA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57CEA6C-662A-0388-1498-0CA845541505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636979E-A71B-19F1-5DAE-1976FB7AF7BC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9DA07806-698D-A773-BDD9-CEFAAD9128C4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31355B9D-4A81-57B3-11B9-A755D72EEC9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A8B53421-19A2-57D2-4A0A-9266E471F36E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6F9E8DDD-BD5A-72FD-DDCB-85D917F7645B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3F2D00E-1D2C-957C-77C1-D8BF9B710D10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FB136DFC-B3E6-E381-4E84-14A0C85FC87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B6DA4ED-F8E0-A3C5-1BDB-6FC2E825BABF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B2933CE7-DEAE-8CDD-EADC-514370CB9278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E92C8B30-6C31-BE8D-3A3A-8F92BD9E065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9EBC8D3F-1CA4-D6E5-E5B3-CF02A97735F5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9E56F301-7020-FA9E-2A0F-87859221CEDB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7F1710E-F36B-32F7-3042-15E2267D4931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732B6BB4-3761-1E32-AB6E-44ACF5708A9B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AEDAE41D-E22F-FCE6-F31F-721BD7890B52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EE4D5F36-072F-0B49-7ED5-7084D3159F5E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00CA6224-08AC-32BF-C18A-FAE4A5084AB1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DACC9901-B172-FFB8-A83E-4D914FE17228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D83C7819-774D-AEA5-449C-651E3EBE6E3A}"/>
              </a:ext>
            </a:extLst>
          </p:cNvPr>
          <p:cNvSpPr/>
          <p:nvPr/>
        </p:nvSpPr>
        <p:spPr>
          <a:xfrm>
            <a:off x="2748769" y="123104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82FEC27-3804-D100-B7A0-4139A8F7DAB1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833356" y="1399806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412BE944-347E-F0CA-BB3E-CFD80768A1D3}"/>
              </a:ext>
            </a:extLst>
          </p:cNvPr>
          <p:cNvSpPr/>
          <p:nvPr/>
        </p:nvSpPr>
        <p:spPr>
          <a:xfrm>
            <a:off x="2748769" y="9240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49D54DCE-2D4F-21C2-BB6C-547D579468AE}"/>
              </a:ext>
            </a:extLst>
          </p:cNvPr>
          <p:cNvSpPr/>
          <p:nvPr/>
        </p:nvSpPr>
        <p:spPr>
          <a:xfrm>
            <a:off x="2748768" y="153870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1BC7BE03-B7C4-BCA8-AC26-1C4A8A0DA259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833357" y="1092759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5FDF4FAE-D1A1-4ACC-57A7-C584CEBA0B2B}"/>
              </a:ext>
            </a:extLst>
          </p:cNvPr>
          <p:cNvSpPr/>
          <p:nvPr/>
        </p:nvSpPr>
        <p:spPr>
          <a:xfrm>
            <a:off x="4637160" y="176975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867F38C7-7C90-4E32-6B8E-F0D66C5367DE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721748" y="1938515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E65C223C-195D-5AAA-CA78-70CF6E648FBD}"/>
              </a:ext>
            </a:extLst>
          </p:cNvPr>
          <p:cNvSpPr/>
          <p:nvPr/>
        </p:nvSpPr>
        <p:spPr>
          <a:xfrm>
            <a:off x="4638192" y="144096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766BD478-BDD3-CF98-6B8B-2BDED8852E53}"/>
              </a:ext>
            </a:extLst>
          </p:cNvPr>
          <p:cNvSpPr/>
          <p:nvPr/>
        </p:nvSpPr>
        <p:spPr>
          <a:xfrm>
            <a:off x="4637160" y="211434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4549EBFE-4A7F-2EE7-4A9C-504D180F772C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721748" y="1609724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03E3C72A-E711-2F19-83A3-61321CF37957}"/>
              </a:ext>
            </a:extLst>
          </p:cNvPr>
          <p:cNvSpPr txBox="1"/>
          <p:nvPr/>
        </p:nvSpPr>
        <p:spPr>
          <a:xfrm>
            <a:off x="3160667" y="501315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34C9378D-04FF-E661-C3C2-C6B65D6862E3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637160" y="15253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CF74D2F1-AAFF-2669-F30B-D2963E8E2F6B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4806335" y="1525345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1DCF6DF2-2B44-9DD6-D539-074F8F746D50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683429" y="1248308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13DFB9B2-9F14-8248-E436-A4D7E24DD08D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688592" y="1781726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E5C7C159-C144-589B-FE1F-ED07D27D9608}"/>
              </a:ext>
            </a:extLst>
          </p:cNvPr>
          <p:cNvSpPr/>
          <p:nvPr/>
        </p:nvSpPr>
        <p:spPr>
          <a:xfrm>
            <a:off x="3974952" y="1704507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001D8023-2B38-7410-EE08-2C27E5E347AC}"/>
              </a:ext>
            </a:extLst>
          </p:cNvPr>
          <p:cNvSpPr/>
          <p:nvPr/>
        </p:nvSpPr>
        <p:spPr>
          <a:xfrm>
            <a:off x="4315903" y="1714056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717090E7-CD6B-BC6C-9661-BC25E8777A51}"/>
              </a:ext>
            </a:extLst>
          </p:cNvPr>
          <p:cNvSpPr/>
          <p:nvPr/>
        </p:nvSpPr>
        <p:spPr>
          <a:xfrm>
            <a:off x="1528013" y="154385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3ADA9B6D-34A3-3D93-3CD6-155BE44070EB}"/>
              </a:ext>
            </a:extLst>
          </p:cNvPr>
          <p:cNvSpPr/>
          <p:nvPr/>
        </p:nvSpPr>
        <p:spPr>
          <a:xfrm>
            <a:off x="3213374" y="16293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4EDE993E-F774-C4BD-B959-AD94B0D0DB9B}"/>
              </a:ext>
            </a:extLst>
          </p:cNvPr>
          <p:cNvGrpSpPr/>
          <p:nvPr/>
        </p:nvGrpSpPr>
        <p:grpSpPr>
          <a:xfrm>
            <a:off x="5552648" y="890893"/>
            <a:ext cx="666811" cy="732193"/>
            <a:chOff x="116413" y="973192"/>
            <a:chExt cx="666811" cy="732193"/>
          </a:xfrm>
        </p:grpSpPr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1EDC8826-E06D-A592-0F7C-D2DF59D516ED}"/>
                </a:ext>
              </a:extLst>
            </p:cNvPr>
            <p:cNvGrpSpPr/>
            <p:nvPr/>
          </p:nvGrpSpPr>
          <p:grpSpPr>
            <a:xfrm>
              <a:off x="116413" y="973192"/>
              <a:ext cx="666811" cy="732193"/>
              <a:chOff x="5379785" y="941751"/>
              <a:chExt cx="666811" cy="732193"/>
            </a:xfrm>
          </p:grpSpPr>
          <p:cxnSp>
            <p:nvCxnSpPr>
              <p:cNvPr id="640" name="Straight Arrow Connector 639">
                <a:extLst>
                  <a:ext uri="{FF2B5EF4-FFF2-40B4-BE49-F238E27FC236}">
                    <a16:creationId xmlns:a16="http://schemas.microsoft.com/office/drawing/2014/main" id="{72339720-49F8-653D-9836-FC5FB9D7A688}"/>
                  </a:ext>
                </a:extLst>
              </p:cNvPr>
              <p:cNvCxnSpPr>
                <a:cxnSpLocks/>
                <a:stCxn id="643" idx="3"/>
                <a:endCxn id="650" idx="0"/>
              </p:cNvCxnSpPr>
              <p:nvPr/>
            </p:nvCxnSpPr>
            <p:spPr>
              <a:xfrm flipH="1">
                <a:off x="5464373" y="1365466"/>
                <a:ext cx="107922" cy="1345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2" name="Oval 641">
                <a:extLst>
                  <a:ext uri="{FF2B5EF4-FFF2-40B4-BE49-F238E27FC236}">
                    <a16:creationId xmlns:a16="http://schemas.microsoft.com/office/drawing/2014/main" id="{680D97F1-6031-35FC-E610-BF0ADA5D27E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3" name="Oval 642">
                <a:extLst>
                  <a:ext uri="{FF2B5EF4-FFF2-40B4-BE49-F238E27FC236}">
                    <a16:creationId xmlns:a16="http://schemas.microsoft.com/office/drawing/2014/main" id="{9D42830C-B8D1-7FA7-A93C-6D234A76880B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45" name="Straight Arrow Connector 644">
                <a:extLst>
                  <a:ext uri="{FF2B5EF4-FFF2-40B4-BE49-F238E27FC236}">
                    <a16:creationId xmlns:a16="http://schemas.microsoft.com/office/drawing/2014/main" id="{178E3799-CF56-F947-EA17-5AF10C8CC9CD}"/>
                  </a:ext>
                </a:extLst>
              </p:cNvPr>
              <p:cNvCxnSpPr>
                <a:cxnSpLocks/>
                <a:stCxn id="642" idx="3"/>
                <a:endCxn id="643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6" name="Group 645">
                <a:extLst>
                  <a:ext uri="{FF2B5EF4-FFF2-40B4-BE49-F238E27FC236}">
                    <a16:creationId xmlns:a16="http://schemas.microsoft.com/office/drawing/2014/main" id="{2F6375C0-76E4-63E0-E957-DC8DE06458C8}"/>
                  </a:ext>
                </a:extLst>
              </p:cNvPr>
              <p:cNvGrpSpPr/>
              <p:nvPr/>
            </p:nvGrpSpPr>
            <p:grpSpPr>
              <a:xfrm>
                <a:off x="5379785" y="1194888"/>
                <a:ext cx="666811" cy="479056"/>
                <a:chOff x="4157734" y="955470"/>
                <a:chExt cx="666811" cy="479056"/>
              </a:xfrm>
            </p:grpSpPr>
            <p:sp>
              <p:nvSpPr>
                <p:cNvPr id="648" name="Oval 647">
                  <a:extLst>
                    <a:ext uri="{FF2B5EF4-FFF2-40B4-BE49-F238E27FC236}">
                      <a16:creationId xmlns:a16="http://schemas.microsoft.com/office/drawing/2014/main" id="{5FC286EB-DA3F-ADD4-F272-AAFEBBF81A91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649" name="Oval 648">
                  <a:extLst>
                    <a:ext uri="{FF2B5EF4-FFF2-40B4-BE49-F238E27FC236}">
                      <a16:creationId xmlns:a16="http://schemas.microsoft.com/office/drawing/2014/main" id="{E12E11B9-FE52-2B28-DB96-2790BE5090BA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50" name="Oval 649">
                  <a:extLst>
                    <a:ext uri="{FF2B5EF4-FFF2-40B4-BE49-F238E27FC236}">
                      <a16:creationId xmlns:a16="http://schemas.microsoft.com/office/drawing/2014/main" id="{5FB00384-3313-C545-BA59-25E0619644C2}"/>
                    </a:ext>
                  </a:extLst>
                </p:cNvPr>
                <p:cNvSpPr/>
                <p:nvPr/>
              </p:nvSpPr>
              <p:spPr>
                <a:xfrm>
                  <a:off x="4157734" y="126056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638" name="Straight Arrow Connector 637">
              <a:extLst>
                <a:ext uri="{FF2B5EF4-FFF2-40B4-BE49-F238E27FC236}">
                  <a16:creationId xmlns:a16="http://schemas.microsoft.com/office/drawing/2014/main" id="{A7F4B9B7-276A-43CC-2ECC-A0B9DCA0C441}"/>
                </a:ext>
              </a:extLst>
            </p:cNvPr>
            <p:cNvCxnSpPr>
              <a:cxnSpLocks/>
              <a:stCxn id="642" idx="5"/>
              <a:endCxn id="648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Arrow Connector 638">
              <a:extLst>
                <a:ext uri="{FF2B5EF4-FFF2-40B4-BE49-F238E27FC236}">
                  <a16:creationId xmlns:a16="http://schemas.microsoft.com/office/drawing/2014/main" id="{891C2757-AC6C-7843-C29B-475B040CD015}"/>
                </a:ext>
              </a:extLst>
            </p:cNvPr>
            <p:cNvCxnSpPr>
              <a:cxnSpLocks/>
              <a:stCxn id="643" idx="5"/>
              <a:endCxn id="649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3" name="Oval 652">
            <a:extLst>
              <a:ext uri="{FF2B5EF4-FFF2-40B4-BE49-F238E27FC236}">
                <a16:creationId xmlns:a16="http://schemas.microsoft.com/office/drawing/2014/main" id="{2C65004E-611D-A20C-E044-7254767A5429}"/>
              </a:ext>
            </a:extLst>
          </p:cNvPr>
          <p:cNvSpPr/>
          <p:nvPr/>
        </p:nvSpPr>
        <p:spPr>
          <a:xfrm>
            <a:off x="5716457" y="1947711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A294F2BC-19EE-6AA6-A6E9-E68C3356A8F8}"/>
              </a:ext>
            </a:extLst>
          </p:cNvPr>
          <p:cNvSpPr/>
          <p:nvPr/>
        </p:nvSpPr>
        <p:spPr>
          <a:xfrm>
            <a:off x="5242383" y="16384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62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E0F2B4-49D0-50EC-F34B-AD98A00C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96D8333F-E815-0685-479E-6BD88401C441}"/>
              </a:ext>
            </a:extLst>
          </p:cNvPr>
          <p:cNvSpPr/>
          <p:nvPr/>
        </p:nvSpPr>
        <p:spPr>
          <a:xfrm>
            <a:off x="5458863" y="1377134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7E90B969-25CA-695B-F127-7D88856F3021}"/>
              </a:ext>
            </a:extLst>
          </p:cNvPr>
          <p:cNvSpPr/>
          <p:nvPr/>
        </p:nvSpPr>
        <p:spPr>
          <a:xfrm>
            <a:off x="4303414" y="1109701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57EADC1-11AC-489C-006E-808331C3C695}"/>
              </a:ext>
            </a:extLst>
          </p:cNvPr>
          <p:cNvCxnSpPr/>
          <p:nvPr/>
        </p:nvCxnSpPr>
        <p:spPr>
          <a:xfrm flipV="1">
            <a:off x="2030653" y="114363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7FA8FCC8-2778-60C7-F97F-77BB1C40ECCF}"/>
              </a:ext>
            </a:extLst>
          </p:cNvPr>
          <p:cNvCxnSpPr/>
          <p:nvPr/>
        </p:nvCxnSpPr>
        <p:spPr>
          <a:xfrm flipV="1">
            <a:off x="2031001" y="14204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79D676A-F7D3-8335-832E-32A8F1927E86}"/>
              </a:ext>
            </a:extLst>
          </p:cNvPr>
          <p:cNvCxnSpPr/>
          <p:nvPr/>
        </p:nvCxnSpPr>
        <p:spPr>
          <a:xfrm flipV="1">
            <a:off x="2030653" y="172919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9DC7904-C0CE-684B-8EC9-FBFE27334B7E}"/>
              </a:ext>
            </a:extLst>
          </p:cNvPr>
          <p:cNvCxnSpPr/>
          <p:nvPr/>
        </p:nvCxnSpPr>
        <p:spPr>
          <a:xfrm flipV="1">
            <a:off x="2024685" y="203145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492A36-C6E3-B75E-15AA-0E999561898F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4AC77-220A-60F8-BD4F-7A70736EA4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08C7A-D020-B9F7-668E-29018CAC3683}"/>
              </a:ext>
            </a:extLst>
          </p:cNvPr>
          <p:cNvSpPr txBox="1"/>
          <p:nvPr/>
        </p:nvSpPr>
        <p:spPr>
          <a:xfrm>
            <a:off x="5047994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2BC1428D-46A8-7CAC-C0BC-2EC0B0762B1C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169E8E0-2821-211F-05EE-5E8584029672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E9C0B211-6DB7-5473-74F5-8C5C1FA56D34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70E7274A-30BC-1E09-5147-34E7B0363F4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3FD8E88-B058-A053-46F3-9444532E8ABF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22EED172-55CA-5C32-0C60-72D416BCBDEA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C825BDD9-1DC8-82BA-3A5D-304167A51056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30E48C3-5669-3717-74D9-87DE11FFCD9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BA138E5-DB9E-EF8C-0A1C-0DDDBB0C43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C638E0F8-8AEB-8081-69EA-89782773D1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A831CB9-49E9-2145-414C-E001A3E526E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E837A238-0D65-3BAF-1C90-129DEE5B35EB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95011393-02F5-8BA2-D120-CDD10D07C28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22D9865A-8CD4-EC00-4EB2-FFAE5D12A3DB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48870650-B3CC-8E67-BBC3-C86081865FD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A7233A7B-AD77-23C7-87ED-BD4FDD2AA481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F2657DF-7960-9F12-F2C0-CD4F2D265C3E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6AA86EBE-9DBF-5DAF-0A64-F0F1E56C4DB2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986F9BE-0B8D-579B-DFD6-9068076BEFDD}"/>
              </a:ext>
            </a:extLst>
          </p:cNvPr>
          <p:cNvGrpSpPr/>
          <p:nvPr/>
        </p:nvGrpSpPr>
        <p:grpSpPr>
          <a:xfrm>
            <a:off x="2064638" y="90991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3AF9203A-D9F2-AEFE-60D5-2850E942ED5F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DA0B6E42-096D-A7F7-B645-6332858A9DFC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8D6A9C80-1BB7-4A81-8F6C-A1D3C25365EC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AF9D4E48-3585-A2A3-1CDE-4CD28C25035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466E58E8-EA7E-E7A5-AB72-0DBF219A49F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4CB7A9A8-CD6F-9BC8-B02A-69A21C4DDDF9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92771D3A-BD4E-7B62-41E0-D4C15C4EA488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61D7E3E-F38E-48CF-4859-C2348373769B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5F41B682-C826-D95B-9C7B-3C0DD4FF9900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F4F0E9B-EEF1-5F21-4D23-FF8EFA92B714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7FB745F-0A86-DB6C-1968-B9DD5CF118F3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0501017F-62F0-4490-6BE8-3AE263AA1D5E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0E1DFF6B-28AA-B272-9C2E-AF411450E44F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2E6F779F-C8CC-FA4C-0E3E-61B55A3A76FA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0091378E-B99E-8F8F-1A6B-DDF08E072DA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46EE2FE1-5642-B38B-DBF4-B670ECD66C12}"/>
              </a:ext>
            </a:extLst>
          </p:cNvPr>
          <p:cNvGrpSpPr/>
          <p:nvPr/>
        </p:nvGrpSpPr>
        <p:grpSpPr>
          <a:xfrm>
            <a:off x="4447053" y="876835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FB1BA023-6FAF-56C0-F51D-B78AEAD75FE5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D39B884-271E-3921-6269-5A5FAB63CF9E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21E1EF43-9ABA-C0B5-ECDB-2B6531E37946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852A664C-47BE-9509-B2B8-66A62950C898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D2313264-2F62-5EC0-F965-309BFFB7D8C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6D42A4DD-65C9-23C0-EA2E-04FE0B4C719F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8911D7F6-8666-67F6-6EF6-3D6EB1629FD7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EDD99336-6EA1-B2E2-139E-380F8C2B2C84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B08AF92-CA71-4C3C-264F-84E4235BB294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69061BAC-C894-79EF-5F44-44714E57B88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42CFBBCE-E78E-6340-B33F-B637F4092522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9B17A0E-ECBA-18DC-E494-183167875B55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57EFD8D5-A625-062C-89C1-ABEF21322E4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E5D6356D-956C-C190-F6A1-047BC401B888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25D1107-1CDE-D8A3-22C0-C5390B3BA57A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83560CBD-B3CE-9C9A-9932-570EDC189587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B0E95906-9898-834F-6133-64C49B7134F1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2119B748-4F22-0228-ED16-0BA8866F24B0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88A3C80E-DD2B-44F1-9C43-3A833EBB6119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49EF79C4-6B88-FB33-9DC7-E5416DFE4BDF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2A09DFE5-2392-0A33-2EE9-8E8991E7DB4F}"/>
              </a:ext>
            </a:extLst>
          </p:cNvPr>
          <p:cNvSpPr/>
          <p:nvPr/>
        </p:nvSpPr>
        <p:spPr>
          <a:xfrm>
            <a:off x="2957436" y="12239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77D4D718-2933-F1A2-9ACD-27E586BAD8E6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>
            <a:off x="3042024" y="1392659"/>
            <a:ext cx="0" cy="15016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B083D07F-DB43-3D92-D847-3246213F6E25}"/>
              </a:ext>
            </a:extLst>
          </p:cNvPr>
          <p:cNvSpPr/>
          <p:nvPr/>
        </p:nvSpPr>
        <p:spPr>
          <a:xfrm>
            <a:off x="2957436" y="91685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AE6673AB-4E29-EF03-5ADE-B0C45E27488B}"/>
              </a:ext>
            </a:extLst>
          </p:cNvPr>
          <p:cNvSpPr/>
          <p:nvPr/>
        </p:nvSpPr>
        <p:spPr>
          <a:xfrm>
            <a:off x="2957436" y="154282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9072C435-AE7A-F674-427B-DF84A3EBB0A0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3042024" y="108561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4C3C8B1D-2D38-6D96-F970-F00BA9007738}"/>
              </a:ext>
            </a:extLst>
          </p:cNvPr>
          <p:cNvSpPr/>
          <p:nvPr/>
        </p:nvSpPr>
        <p:spPr>
          <a:xfrm>
            <a:off x="5489791" y="175609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13F4324D-09B2-8749-371D-7BD302DE3746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5574379" y="1924848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4C0755BE-F9AC-95E8-97C3-293230A04E8A}"/>
              </a:ext>
            </a:extLst>
          </p:cNvPr>
          <p:cNvSpPr/>
          <p:nvPr/>
        </p:nvSpPr>
        <p:spPr>
          <a:xfrm>
            <a:off x="5490823" y="142729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8585AA3A-586E-CE39-77BC-0E79FA37E03A}"/>
              </a:ext>
            </a:extLst>
          </p:cNvPr>
          <p:cNvSpPr/>
          <p:nvPr/>
        </p:nvSpPr>
        <p:spPr>
          <a:xfrm>
            <a:off x="5489791" y="210067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18E8F44F-A1F5-75AF-974B-1EE0749C8628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5574379" y="1596057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CE91CDE7-BE6B-D601-49E1-7453DD272212}"/>
              </a:ext>
            </a:extLst>
          </p:cNvPr>
          <p:cNvSpPr txBox="1"/>
          <p:nvPr/>
        </p:nvSpPr>
        <p:spPr>
          <a:xfrm>
            <a:off x="3413541" y="991907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F21A6CB-11A4-34E0-23F3-1FB604D15DA6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5489791" y="1511677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59562F83-CB74-EF96-2FE7-7C2EED27FEB2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658966" y="1511678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BD4C9E25-C8A9-9CCE-EEDF-09C5FF5FD5E6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447052" y="1240885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2125F868-4E42-7BFA-B766-A05534E59D4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452215" y="1774303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86D90CEC-588E-829E-3B44-1C2446AE9281}"/>
              </a:ext>
            </a:extLst>
          </p:cNvPr>
          <p:cNvSpPr/>
          <p:nvPr/>
        </p:nvSpPr>
        <p:spPr>
          <a:xfrm>
            <a:off x="4738575" y="1697084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B4B0D693-C6FC-4B13-A7B4-BD42FF6B52CD}"/>
              </a:ext>
            </a:extLst>
          </p:cNvPr>
          <p:cNvSpPr/>
          <p:nvPr/>
        </p:nvSpPr>
        <p:spPr>
          <a:xfrm>
            <a:off x="5168534" y="1700389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09F8C951-0039-105F-4D30-DDD317DDBD48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5B3FEC5F-811B-50BE-B780-E1DF1858B57C}"/>
              </a:ext>
            </a:extLst>
          </p:cNvPr>
          <p:cNvSpPr/>
          <p:nvPr/>
        </p:nvSpPr>
        <p:spPr>
          <a:xfrm>
            <a:off x="3623572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D269E361-11AA-5703-19F8-574A235364C7}"/>
              </a:ext>
            </a:extLst>
          </p:cNvPr>
          <p:cNvSpPr/>
          <p:nvPr/>
        </p:nvSpPr>
        <p:spPr>
          <a:xfrm>
            <a:off x="6117666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006977-0DD0-B75E-3365-B06FCF337294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508AB3C-A335-CA66-6AD6-9ECBC8BC303E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B61AA5F-631B-320F-4483-608149EFDAD4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E795327-B83A-01F8-2D9A-524DBB6FCD7D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DD2C262-7308-59D9-B052-D6D955764BA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B10D50B-3A84-A58D-D7C1-BAC610E0463B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F50B2A-AAEA-0EEF-A8A2-6D0B2F8F91E7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6512575-8D92-C25A-0E85-24C4B8619EB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B18FB61-4AEC-B71E-8E90-281FBAA5B7C4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C5B017EC-0114-8E2A-9A13-4ED28CB3BBC1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9F007FC1-3F8A-579E-1DD7-4DBC57E66003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9B8B317-2E24-BB41-8EBE-64176DD51170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C33A072-429A-7F78-3323-66E843AAE8A2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6D10245E-3E7C-3291-61B2-B82E64360789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813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5E84B5-E9A1-D2E6-7C9E-9E6CF3F5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A214287F-0EE4-65BC-F70C-9411965CA157}"/>
              </a:ext>
            </a:extLst>
          </p:cNvPr>
          <p:cNvSpPr/>
          <p:nvPr/>
        </p:nvSpPr>
        <p:spPr>
          <a:xfrm>
            <a:off x="4841568" y="1314746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03299A75-149A-09F9-B907-4E1E3CB7C4B2}"/>
              </a:ext>
            </a:extLst>
          </p:cNvPr>
          <p:cNvSpPr/>
          <p:nvPr/>
        </p:nvSpPr>
        <p:spPr>
          <a:xfrm>
            <a:off x="3788479" y="104692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1169F51A-58C3-0C93-CBFC-A45719367035}"/>
              </a:ext>
            </a:extLst>
          </p:cNvPr>
          <p:cNvCxnSpPr/>
          <p:nvPr/>
        </p:nvCxnSpPr>
        <p:spPr>
          <a:xfrm flipV="1">
            <a:off x="1934803" y="117010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B66E77EC-AC6D-D1FE-F8AD-B9EA785ABFB0}"/>
              </a:ext>
            </a:extLst>
          </p:cNvPr>
          <p:cNvCxnSpPr/>
          <p:nvPr/>
        </p:nvCxnSpPr>
        <p:spPr>
          <a:xfrm flipV="1">
            <a:off x="1935151" y="144692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8F0E251E-802C-E1EB-64D9-4C0375A31865}"/>
              </a:ext>
            </a:extLst>
          </p:cNvPr>
          <p:cNvCxnSpPr/>
          <p:nvPr/>
        </p:nvCxnSpPr>
        <p:spPr>
          <a:xfrm flipV="1">
            <a:off x="1934803" y="175566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A2B641E-B831-29A2-5798-C030325CF043}"/>
              </a:ext>
            </a:extLst>
          </p:cNvPr>
          <p:cNvCxnSpPr/>
          <p:nvPr/>
        </p:nvCxnSpPr>
        <p:spPr>
          <a:xfrm flipV="1">
            <a:off x="1928835" y="205792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DE992A-7E04-A69F-1E37-BD5D152A7CCC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1A7F4-726F-0E30-839F-B3B365E1DF3A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FC0CE-7179-1A37-E023-D7C8025F9AB5}"/>
              </a:ext>
            </a:extLst>
          </p:cNvPr>
          <p:cNvSpPr txBox="1"/>
          <p:nvPr/>
        </p:nvSpPr>
        <p:spPr>
          <a:xfrm>
            <a:off x="4932283" y="2603859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E442860-93BF-890E-E223-0384909B8E4F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74EF1E59-647D-0A48-2627-D50891B2BD0E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55B340-C261-960F-CFD0-1BBDB837B343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3F588438-051D-A570-AD2E-C30CD20909C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6F49237C-1B0D-D46C-4FA4-F9FEDA36DCEB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8FDF28E-4A80-8973-6659-001EDDAC6A0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FE8B6FA3-33D1-DDA4-F5BF-1FDBB94C577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9DC8842-F92C-07CA-728D-32AF4DC07C0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5853B00-9414-0D44-7AE9-9956196F78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D445ED1-6C22-21B5-2D78-2AEC2C887B2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6F659F05-9E57-D2F9-A897-A83D395FF010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A41C1FEE-5A10-3F8B-8387-8759811569E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F35CA027-06CC-F579-47DC-EE10BA5D0B9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ACF38677-7F26-666C-A751-BE56BB79E45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CCEDFFFA-19FA-08B3-895E-1E203AA54FA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A6E2F79-95F0-1490-4355-6B32910CA939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8EC6369-EF48-2683-97A5-0CE83195FFAA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A100EE74-3E9B-4B71-CDF1-77A6C0FF5F67}"/>
                </a:ext>
              </a:extLst>
            </p:cNvPr>
            <p:cNvCxnSpPr>
              <a:cxnSpLocks/>
              <a:stCxn id="187" idx="0"/>
              <a:endCxn id="136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07BA7F9B-FFD7-C36A-DBF4-054F73B05BD4}"/>
              </a:ext>
            </a:extLst>
          </p:cNvPr>
          <p:cNvGrpSpPr/>
          <p:nvPr/>
        </p:nvGrpSpPr>
        <p:grpSpPr>
          <a:xfrm>
            <a:off x="1968788" y="93638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72C146E2-BA9B-C56D-2480-640A2866AABE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4B35D2D-2B18-C64D-297D-140238B09135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D439FB72-5A67-511D-19E6-68793F4E0E37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0235CA57-966F-E54C-C371-7602B848841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2C8CF7E-BD54-4C7E-DB87-91E27C20FA33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36C589A3-3F49-73BB-601B-411D0B2AE63F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BA37F177-DC39-B734-5116-7A1906220DAE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89C7781-2BEC-17F6-24B6-19CAF1ECA8BE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66EF7DCE-6BA6-4FFF-A9C5-4803E8AAAB03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93755A5-4E42-D26B-0785-AE9D99DF70F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8259C2E-F7D7-8063-447E-713B4A253A0B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8DA01F53-25D3-7779-CB96-FA73DD2CF27A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8FEA275E-E616-6C5B-32EF-ECBF4E276EA1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AC73322D-2792-C4A3-87E0-E19AACA4E9AB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290F618E-CC1F-3F1D-CD77-7263ED536A09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977DCB21-157E-ACC4-299C-5C4F5CA7E129}"/>
              </a:ext>
            </a:extLst>
          </p:cNvPr>
          <p:cNvGrpSpPr/>
          <p:nvPr/>
        </p:nvGrpSpPr>
        <p:grpSpPr>
          <a:xfrm>
            <a:off x="3932118" y="81405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C942A2F1-FC39-95E3-3919-F53A08183362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82D55721-AD17-10F4-028C-75CB473CE1EA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CFC41887-600C-B188-DE9A-CDAA084F59B0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E93DB4F4-0C58-DA12-9023-6C70EDEBDD92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167B1AF1-F74E-271D-2EFE-A03BABFEB5B8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730D7278-5A29-C95E-3BA1-5E1684E7A106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15BCD325-16CD-533B-825F-D2AB7EDC21E6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7E0FB16-A607-A04F-AE26-62087F774976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A2D97F1E-02EA-2684-CC78-DD99F571A49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AB21AD52-24B1-0065-573D-FB2540231F20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7FF83A51-F175-2B4E-910D-0B01ACA8224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C89A7BC-AFB4-4050-A65C-B4B78845E968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A8B0BE5C-AE2F-B1E0-4B9A-5253D27FC57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7743ABDE-2C26-5187-68EE-F5EB6ED92ACF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BF6F794-878B-0F0A-BD58-1B8BC822E805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6EB8A339-71FE-8D57-2FB0-37E7652B3553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77A141A0-367F-D9DB-2BB8-AFD7701FF8DA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DD08A269-3DA0-408D-3C87-A1C4A2CB5933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43EA1906-4CAD-530E-872E-2374829AB5BF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10402296-34DC-EDBB-53C1-8A396DBD4D96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9CA7467D-C351-0E04-E213-112F80DC7B2D}"/>
              </a:ext>
            </a:extLst>
          </p:cNvPr>
          <p:cNvSpPr/>
          <p:nvPr/>
        </p:nvSpPr>
        <p:spPr>
          <a:xfrm>
            <a:off x="2861586" y="125037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C5E6168-7A86-8A90-9DFF-7339E859CED4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946173" y="1419129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FAE47B5B-EAA7-4E80-892E-2BA746FCD20A}"/>
              </a:ext>
            </a:extLst>
          </p:cNvPr>
          <p:cNvSpPr/>
          <p:nvPr/>
        </p:nvSpPr>
        <p:spPr>
          <a:xfrm>
            <a:off x="2861586" y="9433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C7EA4399-3B49-676C-B528-BD6471D42310}"/>
              </a:ext>
            </a:extLst>
          </p:cNvPr>
          <p:cNvSpPr/>
          <p:nvPr/>
        </p:nvSpPr>
        <p:spPr>
          <a:xfrm>
            <a:off x="2861585" y="155803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5468CBF6-6BB7-34CF-EC0C-2110D7E8680D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946174" y="111208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B374B05D-ADC3-70AB-210E-013DADF0C970}"/>
              </a:ext>
            </a:extLst>
          </p:cNvPr>
          <p:cNvSpPr/>
          <p:nvPr/>
        </p:nvSpPr>
        <p:spPr>
          <a:xfrm>
            <a:off x="4885848" y="169955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0F440FD3-A5E7-DE59-27F1-4B0E44181C44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970436" y="1868314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031D3D37-24B4-77D0-C4DF-E19B99415956}"/>
              </a:ext>
            </a:extLst>
          </p:cNvPr>
          <p:cNvSpPr/>
          <p:nvPr/>
        </p:nvSpPr>
        <p:spPr>
          <a:xfrm>
            <a:off x="4886880" y="137076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37C7991F-E967-29E7-3441-3CF3571DB9FF}"/>
              </a:ext>
            </a:extLst>
          </p:cNvPr>
          <p:cNvSpPr/>
          <p:nvPr/>
        </p:nvSpPr>
        <p:spPr>
          <a:xfrm>
            <a:off x="4885848" y="20441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6EBBD909-7155-8E2C-DC5D-17BB29D5273B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970436" y="1539523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1CD09448-0D37-9789-3AAD-94EB1D0FA164}"/>
              </a:ext>
            </a:extLst>
          </p:cNvPr>
          <p:cNvSpPr txBox="1"/>
          <p:nvPr/>
        </p:nvSpPr>
        <p:spPr>
          <a:xfrm>
            <a:off x="4635012" y="65801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40337DF-7799-62E3-D4AC-DF14AD92E6BF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885848" y="1455143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AD6C114A-4842-418B-B07A-D15D01D833B3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055023" y="14551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88614E57-4B8C-8D2F-357C-E0C857F1C8BA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932117" y="117810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319B2AD4-C7BF-DE9A-E842-E4B1DC6289D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937280" y="171152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FA15D559-6D85-7F55-7DDE-1BFB51A00BDE}"/>
              </a:ext>
            </a:extLst>
          </p:cNvPr>
          <p:cNvSpPr/>
          <p:nvPr/>
        </p:nvSpPr>
        <p:spPr>
          <a:xfrm>
            <a:off x="4223640" y="163430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C1168726-1A47-FE54-4C84-7E01C2CF8313}"/>
              </a:ext>
            </a:extLst>
          </p:cNvPr>
          <p:cNvSpPr/>
          <p:nvPr/>
        </p:nvSpPr>
        <p:spPr>
          <a:xfrm>
            <a:off x="4564591" y="1643855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3029D359-C54C-76B6-58DA-08A3DCBE06C5}"/>
              </a:ext>
            </a:extLst>
          </p:cNvPr>
          <p:cNvSpPr/>
          <p:nvPr/>
        </p:nvSpPr>
        <p:spPr>
          <a:xfrm>
            <a:off x="1597041" y="1537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7143D02F-BE4A-6125-1F9F-CE8D564F8E76}"/>
              </a:ext>
            </a:extLst>
          </p:cNvPr>
          <p:cNvSpPr/>
          <p:nvPr/>
        </p:nvSpPr>
        <p:spPr>
          <a:xfrm>
            <a:off x="3462062" y="155915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44C68879-4D73-C812-943A-AEC2136AA891}"/>
              </a:ext>
            </a:extLst>
          </p:cNvPr>
          <p:cNvGrpSpPr/>
          <p:nvPr/>
        </p:nvGrpSpPr>
        <p:grpSpPr>
          <a:xfrm>
            <a:off x="6146943" y="799619"/>
            <a:ext cx="655143" cy="1389292"/>
            <a:chOff x="128081" y="973192"/>
            <a:chExt cx="655143" cy="1389292"/>
          </a:xfrm>
        </p:grpSpPr>
        <p:cxnSp>
          <p:nvCxnSpPr>
            <p:cNvPr id="545" name="Straight Arrow Connector 544">
              <a:extLst>
                <a:ext uri="{FF2B5EF4-FFF2-40B4-BE49-F238E27FC236}">
                  <a16:creationId xmlns:a16="http://schemas.microsoft.com/office/drawing/2014/main" id="{86F8E6F4-A064-3F37-B52B-6B037327372A}"/>
                </a:ext>
              </a:extLst>
            </p:cNvPr>
            <p:cNvCxnSpPr>
              <a:cxnSpLocks/>
              <a:stCxn id="550" idx="4"/>
              <a:endCxn id="553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8ECE4F09-E2F9-319D-7DCC-399233D5676B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549" name="Straight Arrow Connector 548">
                <a:extLst>
                  <a:ext uri="{FF2B5EF4-FFF2-40B4-BE49-F238E27FC236}">
                    <a16:creationId xmlns:a16="http://schemas.microsoft.com/office/drawing/2014/main" id="{6CED11A4-6269-4C06-E4A1-F4AD8C409B06}"/>
                  </a:ext>
                </a:extLst>
              </p:cNvPr>
              <p:cNvCxnSpPr>
                <a:cxnSpLocks/>
                <a:stCxn id="552" idx="3"/>
                <a:endCxn id="550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0" name="Oval 549">
                <a:extLst>
                  <a:ext uri="{FF2B5EF4-FFF2-40B4-BE49-F238E27FC236}">
                    <a16:creationId xmlns:a16="http://schemas.microsoft.com/office/drawing/2014/main" id="{D1EB7018-FA39-6FD7-C7E8-EB5F45F1A33D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D131114F-E58B-02D9-BE01-DBFDB9F9B3D1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2" name="Oval 551">
                <a:extLst>
                  <a:ext uri="{FF2B5EF4-FFF2-40B4-BE49-F238E27FC236}">
                    <a16:creationId xmlns:a16="http://schemas.microsoft.com/office/drawing/2014/main" id="{86756FFF-DECD-C258-6A82-D02F03B5CE2D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3" name="Oval 552">
                <a:extLst>
                  <a:ext uri="{FF2B5EF4-FFF2-40B4-BE49-F238E27FC236}">
                    <a16:creationId xmlns:a16="http://schemas.microsoft.com/office/drawing/2014/main" id="{D8F5DF98-9957-42B9-9C9C-55F69A7C7161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554" name="Straight Arrow Connector 553">
                <a:extLst>
                  <a:ext uri="{FF2B5EF4-FFF2-40B4-BE49-F238E27FC236}">
                    <a16:creationId xmlns:a16="http://schemas.microsoft.com/office/drawing/2014/main" id="{339765CE-0278-2327-BE51-18D6E4864B05}"/>
                  </a:ext>
                </a:extLst>
              </p:cNvPr>
              <p:cNvCxnSpPr>
                <a:cxnSpLocks/>
                <a:stCxn id="551" idx="3"/>
                <a:endCxn id="552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88A51A57-1CD9-D063-AD55-8955E42BCDAA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556" name="Straight Arrow Connector 555">
                  <a:extLst>
                    <a:ext uri="{FF2B5EF4-FFF2-40B4-BE49-F238E27FC236}">
                      <a16:creationId xmlns:a16="http://schemas.microsoft.com/office/drawing/2014/main" id="{83B2A365-4D00-2E13-932F-783C8DF1D35C}"/>
                    </a:ext>
                  </a:extLst>
                </p:cNvPr>
                <p:cNvCxnSpPr>
                  <a:cxnSpLocks/>
                  <a:stCxn id="553" idx="4"/>
                  <a:endCxn id="559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7" name="Oval 556">
                  <a:extLst>
                    <a:ext uri="{FF2B5EF4-FFF2-40B4-BE49-F238E27FC236}">
                      <a16:creationId xmlns:a16="http://schemas.microsoft.com/office/drawing/2014/main" id="{EDED7F55-C4D8-CC4B-EAD5-3D4AD84FD95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558" name="Oval 557">
                  <a:extLst>
                    <a:ext uri="{FF2B5EF4-FFF2-40B4-BE49-F238E27FC236}">
                      <a16:creationId xmlns:a16="http://schemas.microsoft.com/office/drawing/2014/main" id="{8F863248-5243-86E4-DE71-6991DCC00DF2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559" name="Oval 558">
                  <a:extLst>
                    <a:ext uri="{FF2B5EF4-FFF2-40B4-BE49-F238E27FC236}">
                      <a16:creationId xmlns:a16="http://schemas.microsoft.com/office/drawing/2014/main" id="{8B3DCE53-5AF9-8D01-BD06-28BD12F23ED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8892D761-8CFE-E900-E56C-B501F228452F}"/>
                </a:ext>
              </a:extLst>
            </p:cNvPr>
            <p:cNvCxnSpPr>
              <a:cxnSpLocks/>
              <a:stCxn id="551" idx="5"/>
              <a:endCxn id="557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B27C6650-FD6A-B535-DA3B-07EE7B227477}"/>
                </a:ext>
              </a:extLst>
            </p:cNvPr>
            <p:cNvCxnSpPr>
              <a:cxnSpLocks/>
              <a:stCxn id="552" idx="5"/>
              <a:endCxn id="558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0" name="Oval 559">
            <a:extLst>
              <a:ext uri="{FF2B5EF4-FFF2-40B4-BE49-F238E27FC236}">
                <a16:creationId xmlns:a16="http://schemas.microsoft.com/office/drawing/2014/main" id="{6A4F8405-631A-53B1-551C-1BD308741028}"/>
              </a:ext>
            </a:extLst>
          </p:cNvPr>
          <p:cNvSpPr/>
          <p:nvPr/>
        </p:nvSpPr>
        <p:spPr>
          <a:xfrm>
            <a:off x="7100673" y="168511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0BA4FC83-5AD5-FE41-DD5C-9A4D45AD7BCB}"/>
              </a:ext>
            </a:extLst>
          </p:cNvPr>
          <p:cNvCxnSpPr>
            <a:cxnSpLocks/>
            <a:stCxn id="560" idx="4"/>
            <a:endCxn id="563" idx="0"/>
          </p:cNvCxnSpPr>
          <p:nvPr/>
        </p:nvCxnSpPr>
        <p:spPr>
          <a:xfrm>
            <a:off x="7185261" y="1853876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2" name="Oval 561">
            <a:extLst>
              <a:ext uri="{FF2B5EF4-FFF2-40B4-BE49-F238E27FC236}">
                <a16:creationId xmlns:a16="http://schemas.microsoft.com/office/drawing/2014/main" id="{3C51DC58-C4D5-B63E-CD3C-20012ED5129E}"/>
              </a:ext>
            </a:extLst>
          </p:cNvPr>
          <p:cNvSpPr/>
          <p:nvPr/>
        </p:nvSpPr>
        <p:spPr>
          <a:xfrm>
            <a:off x="7101705" y="135632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BE43CC26-CC13-43CD-6193-84812A4C5D0F}"/>
              </a:ext>
            </a:extLst>
          </p:cNvPr>
          <p:cNvSpPr/>
          <p:nvPr/>
        </p:nvSpPr>
        <p:spPr>
          <a:xfrm>
            <a:off x="7100673" y="2029702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4" name="Straight Arrow Connector 563">
            <a:extLst>
              <a:ext uri="{FF2B5EF4-FFF2-40B4-BE49-F238E27FC236}">
                <a16:creationId xmlns:a16="http://schemas.microsoft.com/office/drawing/2014/main" id="{A45DDADA-2A13-8384-2597-8D918FC2E0E0}"/>
              </a:ext>
            </a:extLst>
          </p:cNvPr>
          <p:cNvCxnSpPr>
            <a:cxnSpLocks/>
            <a:stCxn id="562" idx="4"/>
            <a:endCxn id="560" idx="0"/>
          </p:cNvCxnSpPr>
          <p:nvPr/>
        </p:nvCxnSpPr>
        <p:spPr>
          <a:xfrm flipH="1">
            <a:off x="7185261" y="1525085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E2CD62-FD4A-3E30-FAA1-78CBA0AC8F8E}"/>
              </a:ext>
            </a:extLst>
          </p:cNvPr>
          <p:cNvSpPr txBox="1"/>
          <p:nvPr/>
        </p:nvSpPr>
        <p:spPr>
          <a:xfrm>
            <a:off x="6900943" y="69043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b,d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786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46590A-D19A-DC47-8BA9-F74C29F4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CADEF58C-7AE3-765C-9C1B-722375F384E3}"/>
              </a:ext>
            </a:extLst>
          </p:cNvPr>
          <p:cNvSpPr/>
          <p:nvPr/>
        </p:nvSpPr>
        <p:spPr>
          <a:xfrm>
            <a:off x="4623557" y="111070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09033B5B-1797-F22C-E38D-5BAED9FEEE55}"/>
              </a:ext>
            </a:extLst>
          </p:cNvPr>
          <p:cNvCxnSpPr>
            <a:cxnSpLocks/>
          </p:cNvCxnSpPr>
          <p:nvPr/>
        </p:nvCxnSpPr>
        <p:spPr>
          <a:xfrm flipV="1">
            <a:off x="2264245" y="1136126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6930C8C1-C2E6-7A68-64FD-75D2CBA7C8CC}"/>
              </a:ext>
            </a:extLst>
          </p:cNvPr>
          <p:cNvCxnSpPr/>
          <p:nvPr/>
        </p:nvCxnSpPr>
        <p:spPr>
          <a:xfrm flipV="1">
            <a:off x="2264593" y="141295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B189677-D2C2-4CD4-91F0-58D685E46DF1}"/>
              </a:ext>
            </a:extLst>
          </p:cNvPr>
          <p:cNvCxnSpPr/>
          <p:nvPr/>
        </p:nvCxnSpPr>
        <p:spPr>
          <a:xfrm flipV="1">
            <a:off x="2264245" y="172169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DC64A50C-9C0C-1C5E-6A09-1A347549AFF1}"/>
              </a:ext>
            </a:extLst>
          </p:cNvPr>
          <p:cNvCxnSpPr/>
          <p:nvPr/>
        </p:nvCxnSpPr>
        <p:spPr>
          <a:xfrm flipV="1">
            <a:off x="2258277" y="2023948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E86C0A-68E2-A830-C420-D8A225B5CB1B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F7DEB-41AB-BB1E-011B-D6D677C9ECE6}"/>
              </a:ext>
            </a:extLst>
          </p:cNvPr>
          <p:cNvSpPr txBox="1"/>
          <p:nvPr/>
        </p:nvSpPr>
        <p:spPr>
          <a:xfrm>
            <a:off x="1749547" y="255837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911E3-0C1A-ABA9-F101-A8C1FD419C8B}"/>
              </a:ext>
            </a:extLst>
          </p:cNvPr>
          <p:cNvSpPr txBox="1"/>
          <p:nvPr/>
        </p:nvSpPr>
        <p:spPr>
          <a:xfrm>
            <a:off x="5337751" y="2551344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60354947-3205-7CE1-C13D-C4D8F43911AD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80126C04-D472-C33C-FDAD-474FCF9C7D39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7AD7FFF-9EC6-AFB5-515B-D177E6AFE880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FC6D161C-AF54-CDF2-F51B-8CC68ED8C069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12CAAA1-0363-53FE-0848-DC983DF6E0C8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BF18B15-54E3-90D1-E882-76C272C8306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4BD13FCC-2C29-EC79-55B2-FC1E96C8634C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502301C2-1311-4601-4C10-4357585EE1D5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C8555513-7CD0-5185-EF29-4DDF3C716A9D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62220E0-D224-245E-9A02-7E43B079630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1FC9A2B5-1847-8FAB-62FA-3C2AEAE4A17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5D309A52-D589-C4B2-461D-14A6C3597B7C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1ACA7B74-DFAE-37D4-AC2E-A4C7E727C08B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5B96330-1216-710F-58E7-AA000C4D2C30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A4B36750-447E-CED0-8572-E3B38114BD3D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8C7D0D67-6F8C-8BB6-E59F-8D4224CF8FD8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AEBEAE4A-A28F-2A19-48E0-BA8CF72889D1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4E6103CC-EC29-2909-8F0A-D35FA543C240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73E4E4A2-E299-4C44-5D2D-972B80048626}"/>
              </a:ext>
            </a:extLst>
          </p:cNvPr>
          <p:cNvGrpSpPr/>
          <p:nvPr/>
        </p:nvGrpSpPr>
        <p:grpSpPr>
          <a:xfrm>
            <a:off x="2298230" y="902413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FFCDF84-B312-82F5-384F-A15BDCD45400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FCAB3E-EBEB-7954-55A3-86D34A3A6B43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2AE60A95-7E9A-FCE1-05DA-CCE41275DD35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897266BA-2F38-8FA8-12DE-45411F88C07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959C4AD2-B226-2C55-28A9-6D533DC22C1F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8AE8392B-3842-D8E8-7525-0000D0B0C526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8FC33A9F-86F5-CD83-2D13-BB3844E93615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85DBE152-A7DA-0E3E-15EA-C3303B5229A0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24FF4D94-8A1F-A80B-52D4-C68C55462F0B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672D60FA-D854-1E14-5E0E-23DCDD37D99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6AA534D1-A0F1-C152-BD19-2C85FDC83A48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EF1E43BD-8C44-365C-1F00-92CBC8F9D8BF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FA462421-08AC-6BE8-25A2-163CCF55DCD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71DA88B9-F3BA-E9F9-FC65-C2395914E953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DEEC8513-4D10-901E-77CF-43DF3EDEE45D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0DEE5883-8674-0B43-07F1-0CABB40C7001}"/>
              </a:ext>
            </a:extLst>
          </p:cNvPr>
          <p:cNvGrpSpPr/>
          <p:nvPr/>
        </p:nvGrpSpPr>
        <p:grpSpPr>
          <a:xfrm>
            <a:off x="4767196" y="87783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9D1D4154-8B93-38C6-0763-E4DE47077E6B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B6EFDE0A-1C55-D8DF-962D-682A571CB7BD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B50A1B2-478E-85AF-A295-7C29632F3CD8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0B497B0D-72D2-E256-E743-F8156F09CF1A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253A3034-6EBE-E72C-B924-4699D1E83DA7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D790A187-28A7-ED10-9E16-46E73DB47D69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372E94D9-BF45-ED26-E257-FF350585834E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CB1D81CD-6CC7-A138-7163-3BB31181B527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5E64199-7C43-0505-8F50-EDB0FEF7C4C9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AE7B48B-B444-1E32-C5A3-785B21C1109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C3A0BB16-0E83-088F-F1AA-0347957FAA0F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33EF04F5-459B-FE93-DDB0-FE756D312EF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1420A736-1A5D-6499-1CEA-16A85DF1808E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11B7FBAC-023D-4CFD-EF24-E02E024F8D95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0B1F5D7-1F4E-8B08-94AC-21CA91C060D0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7" name="TextBox 446">
            <a:extLst>
              <a:ext uri="{FF2B5EF4-FFF2-40B4-BE49-F238E27FC236}">
                <a16:creationId xmlns:a16="http://schemas.microsoft.com/office/drawing/2014/main" id="{49704744-749A-EEB7-65DF-016F3E6BC7C9}"/>
              </a:ext>
            </a:extLst>
          </p:cNvPr>
          <p:cNvSpPr txBox="1"/>
          <p:nvPr/>
        </p:nvSpPr>
        <p:spPr>
          <a:xfrm>
            <a:off x="3428186" y="960856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E8359E8D-4AE9-27BB-0A0A-A1537977A3ED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767195" y="124188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71C2FE05-61B8-5C36-E8B2-BF5298750E2E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772358" y="177530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21C14DAF-8F61-91A1-00DC-ADFB77485C21}"/>
              </a:ext>
            </a:extLst>
          </p:cNvPr>
          <p:cNvSpPr/>
          <p:nvPr/>
        </p:nvSpPr>
        <p:spPr>
          <a:xfrm>
            <a:off x="5058718" y="169808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F39F1939-0993-C6B5-B047-039CF3838E90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E7A81B24-A470-B35D-2E61-2AB8DA082B17}"/>
              </a:ext>
            </a:extLst>
          </p:cNvPr>
          <p:cNvSpPr/>
          <p:nvPr/>
        </p:nvSpPr>
        <p:spPr>
          <a:xfrm>
            <a:off x="3743464" y="161282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2EEF90C8-ED92-ED39-F2F9-3C86D3214121}"/>
              </a:ext>
            </a:extLst>
          </p:cNvPr>
          <p:cNvSpPr/>
          <p:nvPr/>
        </p:nvSpPr>
        <p:spPr>
          <a:xfrm>
            <a:off x="5899616" y="161088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4679F-A2F3-1449-F2F3-5AA1AD064557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4920CDD-DCE3-B9F5-ED7A-5CB4814B8181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9928B87-1BA3-A157-2698-1BD06F4D8B33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6FBCC2B-DD1B-85AA-A85D-87DDCE8827F9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D54829B-4514-D11C-F7C9-58EC1359451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D470604-87B4-EBCD-FBC4-2448446F2FF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9E6BB02-40B2-9A30-B14A-5F3DFA7392DE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7EBF3ECA-1BCA-5C16-A8B4-BC3E748C79C8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31BBF150-0253-43B9-773F-256CFBF9485A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D02C4DC5-D52A-DC83-AAF9-864CDEDCB35A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4808D305-3DC5-094D-02C7-D52661845401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5F98EED-D4B7-B63E-1C0F-69732B59A4A9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5200E7F-ED13-FF01-A620-CF1A5E4B75F6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621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FF9919-1475-9B08-54E0-354B1F61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A64A86E2-3381-36D3-5172-D371B8DE8C2F}"/>
              </a:ext>
            </a:extLst>
          </p:cNvPr>
          <p:cNvSpPr/>
          <p:nvPr/>
        </p:nvSpPr>
        <p:spPr>
          <a:xfrm>
            <a:off x="4096210" y="748884"/>
            <a:ext cx="752916" cy="17691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AE0F30E4-3945-B660-86BD-CF66C737B8B0}"/>
              </a:ext>
            </a:extLst>
          </p:cNvPr>
          <p:cNvSpPr/>
          <p:nvPr/>
        </p:nvSpPr>
        <p:spPr>
          <a:xfrm>
            <a:off x="2767391" y="748885"/>
            <a:ext cx="1220057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A2C27-A2BE-72D0-C613-0D1EFA45627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B3D8201-AB72-341C-5314-E4F13BD44994}"/>
              </a:ext>
            </a:extLst>
          </p:cNvPr>
          <p:cNvCxnSpPr>
            <a:cxnSpLocks/>
            <a:stCxn id="55" idx="3"/>
            <a:endCxn id="3" idx="0"/>
          </p:cNvCxnSpPr>
          <p:nvPr/>
        </p:nvCxnSpPr>
        <p:spPr>
          <a:xfrm flipH="1">
            <a:off x="731712" y="887480"/>
            <a:ext cx="421345" cy="21632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014B0386-0146-DCFE-2764-001DE503AD21}"/>
              </a:ext>
            </a:extLst>
          </p:cNvPr>
          <p:cNvSpPr/>
          <p:nvPr/>
        </p:nvSpPr>
        <p:spPr>
          <a:xfrm>
            <a:off x="1121391" y="707845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94BB676B-262E-C6A4-0417-AE957657E38B}"/>
              </a:ext>
            </a:extLst>
          </p:cNvPr>
          <p:cNvSpPr/>
          <p:nvPr/>
        </p:nvSpPr>
        <p:spPr>
          <a:xfrm>
            <a:off x="465306" y="1501886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037F2D93-86B3-61D7-DD15-23DF1473FBEA}"/>
              </a:ext>
            </a:extLst>
          </p:cNvPr>
          <p:cNvCxnSpPr>
            <a:cxnSpLocks/>
            <a:stCxn id="55" idx="4"/>
            <a:endCxn id="4" idx="0"/>
          </p:cNvCxnSpPr>
          <p:nvPr/>
        </p:nvCxnSpPr>
        <p:spPr>
          <a:xfrm flipH="1">
            <a:off x="1208728" y="918300"/>
            <a:ext cx="20776" cy="1906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BCDE7695-2619-1A14-77F6-F49347DA5DFA}"/>
              </a:ext>
            </a:extLst>
          </p:cNvPr>
          <p:cNvSpPr/>
          <p:nvPr/>
        </p:nvSpPr>
        <p:spPr>
          <a:xfrm>
            <a:off x="1611968" y="110917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F2BC078F-44CC-2A77-5861-2FA51518E0E2}"/>
              </a:ext>
            </a:extLst>
          </p:cNvPr>
          <p:cNvCxnSpPr>
            <a:cxnSpLocks/>
            <a:stCxn id="3" idx="2"/>
            <a:endCxn id="448" idx="0"/>
          </p:cNvCxnSpPr>
          <p:nvPr/>
        </p:nvCxnSpPr>
        <p:spPr>
          <a:xfrm flipH="1">
            <a:off x="573419" y="1314259"/>
            <a:ext cx="158293" cy="18762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1E718D67-8A3B-A4B9-AFA5-A6CEB41096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05951" y="887480"/>
            <a:ext cx="414130" cy="22169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6CFAB20E-32ED-EB62-F19A-50CBFBC959B4}"/>
              </a:ext>
            </a:extLst>
          </p:cNvPr>
          <p:cNvCxnSpPr>
            <a:cxnSpLocks/>
            <a:stCxn id="456" idx="3"/>
            <a:endCxn id="17" idx="0"/>
          </p:cNvCxnSpPr>
          <p:nvPr/>
        </p:nvCxnSpPr>
        <p:spPr>
          <a:xfrm flipH="1">
            <a:off x="1461138" y="1288813"/>
            <a:ext cx="182496" cy="2168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C2CC83E5-0F26-DA4E-0AF9-3772B1FBCB11}"/>
              </a:ext>
            </a:extLst>
          </p:cNvPr>
          <p:cNvSpPr/>
          <p:nvPr/>
        </p:nvSpPr>
        <p:spPr>
          <a:xfrm>
            <a:off x="4314912" y="913359"/>
            <a:ext cx="619614" cy="2616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EA127A38-BA1F-CF17-CF7E-C5B2F109F6E1}"/>
              </a:ext>
            </a:extLst>
          </p:cNvPr>
          <p:cNvSpPr/>
          <p:nvPr/>
        </p:nvSpPr>
        <p:spPr>
          <a:xfrm>
            <a:off x="4319789" y="1449213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0B4538A5-F8CF-50E1-4497-7BC38BBF0AF4}"/>
              </a:ext>
            </a:extLst>
          </p:cNvPr>
          <p:cNvSpPr/>
          <p:nvPr/>
        </p:nvSpPr>
        <p:spPr>
          <a:xfrm>
            <a:off x="4319789" y="179708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A31D47DC-FB1C-95F0-701C-2A54DD16F2F6}"/>
              </a:ext>
            </a:extLst>
          </p:cNvPr>
          <p:cNvSpPr/>
          <p:nvPr/>
        </p:nvSpPr>
        <p:spPr>
          <a:xfrm>
            <a:off x="4314912" y="215719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F8BDBE3B-088E-B153-D053-F70CD7935639}"/>
              </a:ext>
            </a:extLst>
          </p:cNvPr>
          <p:cNvSpPr/>
          <p:nvPr/>
        </p:nvSpPr>
        <p:spPr>
          <a:xfrm>
            <a:off x="3386586" y="9324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834E76B0-CC78-0B97-E148-ECD3634D2948}"/>
              </a:ext>
            </a:extLst>
          </p:cNvPr>
          <p:cNvSpPr/>
          <p:nvPr/>
        </p:nvSpPr>
        <p:spPr>
          <a:xfrm>
            <a:off x="3386586" y="1179305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B622062A-CC47-0607-7AEB-FF534DDC2D14}"/>
              </a:ext>
            </a:extLst>
          </p:cNvPr>
          <p:cNvSpPr/>
          <p:nvPr/>
        </p:nvSpPr>
        <p:spPr>
          <a:xfrm>
            <a:off x="3386586" y="14261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C6EE560E-7297-EFD1-786B-AD77124D5CF6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 flipV="1">
            <a:off x="3655110" y="1044164"/>
            <a:ext cx="659802" cy="11697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C503EB57-F625-0BF2-D0D5-C815D3711D23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3655110" y="1055861"/>
            <a:ext cx="664679" cy="51679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979B80CF-A207-F596-BBA1-BFC2D532C79A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3655109" y="1302749"/>
            <a:ext cx="664680" cy="617782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28074C05-CE9D-1145-1048-72A1E40E970E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3655110" y="1549637"/>
            <a:ext cx="659802" cy="731003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4EB17933-8897-B4B0-D605-250400F76B6B}"/>
              </a:ext>
            </a:extLst>
          </p:cNvPr>
          <p:cNvSpPr/>
          <p:nvPr/>
        </p:nvSpPr>
        <p:spPr>
          <a:xfrm>
            <a:off x="4944773" y="724315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6026C198-8627-C84B-6D6C-E75ECF7E530C}"/>
              </a:ext>
            </a:extLst>
          </p:cNvPr>
          <p:cNvSpPr txBox="1"/>
          <p:nvPr/>
        </p:nvSpPr>
        <p:spPr>
          <a:xfrm>
            <a:off x="2729466" y="729645"/>
            <a:ext cx="14353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 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level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49492106-72F2-8A03-F294-58FBD1BF2DA0}"/>
              </a:ext>
            </a:extLst>
          </p:cNvPr>
          <p:cNvSpPr txBox="1"/>
          <p:nvPr/>
        </p:nvSpPr>
        <p:spPr>
          <a:xfrm>
            <a:off x="4043615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6A173A12-5D62-91FB-62AB-7F8AA844F27D}"/>
              </a:ext>
            </a:extLst>
          </p:cNvPr>
          <p:cNvSpPr txBox="1"/>
          <p:nvPr/>
        </p:nvSpPr>
        <p:spPr>
          <a:xfrm>
            <a:off x="5106350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F942660C-A0F8-1B82-CFCA-8BA51379F454}"/>
              </a:ext>
            </a:extLst>
          </p:cNvPr>
          <p:cNvSpPr/>
          <p:nvPr/>
        </p:nvSpPr>
        <p:spPr>
          <a:xfrm>
            <a:off x="5002273" y="1034170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79029ADF-F671-B820-C2E7-6F74D334D7DF}"/>
              </a:ext>
            </a:extLst>
          </p:cNvPr>
          <p:cNvSpPr/>
          <p:nvPr/>
        </p:nvSpPr>
        <p:spPr>
          <a:xfrm>
            <a:off x="5002273" y="1375469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03312662-77A1-3EB8-C2E0-2CCDA6BAA0DB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136535" y="128105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08224AD2-57CF-F276-1873-775108F446DA}"/>
              </a:ext>
            </a:extLst>
          </p:cNvPr>
          <p:cNvSpPr/>
          <p:nvPr/>
        </p:nvSpPr>
        <p:spPr>
          <a:xfrm>
            <a:off x="5007610" y="1716918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3C9610DC-A5C0-C729-8104-3976B6C03B66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136535" y="1622357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2A77A097-BFC3-67AE-4D68-DFD87AE43232}"/>
              </a:ext>
            </a:extLst>
          </p:cNvPr>
          <p:cNvSpPr/>
          <p:nvPr/>
        </p:nvSpPr>
        <p:spPr>
          <a:xfrm>
            <a:off x="5348984" y="1036803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C6C04D07-28B8-70F7-0B6D-750E708DFB59}"/>
              </a:ext>
            </a:extLst>
          </p:cNvPr>
          <p:cNvSpPr/>
          <p:nvPr/>
        </p:nvSpPr>
        <p:spPr>
          <a:xfrm>
            <a:off x="5695695" y="1034454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442C6090-9DD7-EFD4-1A5D-09078D83A95A}"/>
              </a:ext>
            </a:extLst>
          </p:cNvPr>
          <p:cNvSpPr/>
          <p:nvPr/>
        </p:nvSpPr>
        <p:spPr>
          <a:xfrm>
            <a:off x="5695695" y="138191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908E00F0-091A-B0BC-29C9-8A792C71C3BB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5829957" y="1283691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" name="TextBox 569">
            <a:extLst>
              <a:ext uri="{FF2B5EF4-FFF2-40B4-BE49-F238E27FC236}">
                <a16:creationId xmlns:a16="http://schemas.microsoft.com/office/drawing/2014/main" id="{827D7D1A-FA2C-46DA-A80C-1929D53161F4}"/>
              </a:ext>
            </a:extLst>
          </p:cNvPr>
          <p:cNvSpPr txBox="1"/>
          <p:nvPr/>
        </p:nvSpPr>
        <p:spPr>
          <a:xfrm>
            <a:off x="4202875" y="256771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14157A-0C45-CDC0-D619-C8AE6E198EFF}"/>
              </a:ext>
            </a:extLst>
          </p:cNvPr>
          <p:cNvSpPr/>
          <p:nvPr/>
        </p:nvSpPr>
        <p:spPr>
          <a:xfrm>
            <a:off x="623599" y="1103804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66CEF-EC4E-C3B0-1518-B3F7DC2FD0AE}"/>
              </a:ext>
            </a:extLst>
          </p:cNvPr>
          <p:cNvSpPr/>
          <p:nvPr/>
        </p:nvSpPr>
        <p:spPr>
          <a:xfrm>
            <a:off x="1100615" y="1108933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DDF762-1DBD-7250-4D56-D4C557977EAE}"/>
              </a:ext>
            </a:extLst>
          </p:cNvPr>
          <p:cNvSpPr/>
          <p:nvPr/>
        </p:nvSpPr>
        <p:spPr>
          <a:xfrm>
            <a:off x="1353025" y="1505668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82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6EDA5A-EC26-CFEE-FE84-B9F3736D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9C37C146-8F77-17E6-5262-BADB17BA15D6}"/>
              </a:ext>
            </a:extLst>
          </p:cNvPr>
          <p:cNvSpPr/>
          <p:nvPr/>
        </p:nvSpPr>
        <p:spPr>
          <a:xfrm>
            <a:off x="4704651" y="634708"/>
            <a:ext cx="752916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3427432A-33EA-3136-548D-CD7CBE9CF0B1}"/>
              </a:ext>
            </a:extLst>
          </p:cNvPr>
          <p:cNvSpPr/>
          <p:nvPr/>
        </p:nvSpPr>
        <p:spPr>
          <a:xfrm>
            <a:off x="3764786" y="634708"/>
            <a:ext cx="831103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CBEA4-C92A-22B5-302F-C4F295540F6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6FA8E85-ECCE-B24E-C135-8F5DC43A2A0B}"/>
              </a:ext>
            </a:extLst>
          </p:cNvPr>
          <p:cNvCxnSpPr>
            <a:cxnSpLocks/>
            <a:stCxn id="55" idx="3"/>
            <a:endCxn id="54" idx="0"/>
          </p:cNvCxnSpPr>
          <p:nvPr/>
        </p:nvCxnSpPr>
        <p:spPr>
          <a:xfrm flipH="1">
            <a:off x="815628" y="814343"/>
            <a:ext cx="345870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FD38596-D5DC-044E-9497-D1A6B49A1F00}"/>
              </a:ext>
            </a:extLst>
          </p:cNvPr>
          <p:cNvSpPr/>
          <p:nvPr/>
        </p:nvSpPr>
        <p:spPr>
          <a:xfrm>
            <a:off x="707515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24A3DAC-7419-9B2F-9FDD-06D8EBF4389A}"/>
              </a:ext>
            </a:extLst>
          </p:cNvPr>
          <p:cNvSpPr/>
          <p:nvPr/>
        </p:nvSpPr>
        <p:spPr>
          <a:xfrm>
            <a:off x="1129832" y="63470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3CA05B4-2C78-776C-EE4C-924A0EEC61EF}"/>
              </a:ext>
            </a:extLst>
          </p:cNvPr>
          <p:cNvSpPr/>
          <p:nvPr/>
        </p:nvSpPr>
        <p:spPr>
          <a:xfrm>
            <a:off x="1129832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8A6FBFFE-70B3-2198-45B3-5E8F2B776043}"/>
              </a:ext>
            </a:extLst>
          </p:cNvPr>
          <p:cNvSpPr/>
          <p:nvPr/>
        </p:nvSpPr>
        <p:spPr>
          <a:xfrm>
            <a:off x="575821" y="1586824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8C9844E6-B70C-E3EE-EB7F-1F934642CF67}"/>
              </a:ext>
            </a:extLst>
          </p:cNvPr>
          <p:cNvCxnSpPr>
            <a:cxnSpLocks/>
            <a:stCxn id="55" idx="4"/>
            <a:endCxn id="62" idx="0"/>
          </p:cNvCxnSpPr>
          <p:nvPr/>
        </p:nvCxnSpPr>
        <p:spPr>
          <a:xfrm>
            <a:off x="1237945" y="845163"/>
            <a:ext cx="0" cy="3107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Oval 454">
            <a:extLst>
              <a:ext uri="{FF2B5EF4-FFF2-40B4-BE49-F238E27FC236}">
                <a16:creationId xmlns:a16="http://schemas.microsoft.com/office/drawing/2014/main" id="{C41EBD9B-1553-99D7-84F4-FC8CD9E8BFDA}"/>
              </a:ext>
            </a:extLst>
          </p:cNvPr>
          <p:cNvSpPr/>
          <p:nvPr/>
        </p:nvSpPr>
        <p:spPr>
          <a:xfrm>
            <a:off x="1419556" y="1602742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b4</a:t>
            </a: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887A8537-CBE6-3140-562E-B23DE3000CF2}"/>
              </a:ext>
            </a:extLst>
          </p:cNvPr>
          <p:cNvSpPr/>
          <p:nvPr/>
        </p:nvSpPr>
        <p:spPr>
          <a:xfrm>
            <a:off x="1546451" y="1155929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097FD6B1-7FD6-566B-5766-4C50EBEFCE91}"/>
              </a:ext>
            </a:extLst>
          </p:cNvPr>
          <p:cNvCxnSpPr>
            <a:cxnSpLocks/>
            <a:stCxn id="54" idx="3"/>
            <a:endCxn id="448" idx="0"/>
          </p:cNvCxnSpPr>
          <p:nvPr/>
        </p:nvCxnSpPr>
        <p:spPr>
          <a:xfrm flipH="1">
            <a:off x="683934" y="1335564"/>
            <a:ext cx="55247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570F03C-3627-6D88-B00A-C9033E3270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14392" y="814343"/>
            <a:ext cx="340172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8ADBA2B2-BDBD-D468-363F-1359A8C1A8B9}"/>
              </a:ext>
            </a:extLst>
          </p:cNvPr>
          <p:cNvCxnSpPr>
            <a:cxnSpLocks/>
            <a:stCxn id="456" idx="3"/>
            <a:endCxn id="455" idx="0"/>
          </p:cNvCxnSpPr>
          <p:nvPr/>
        </p:nvCxnSpPr>
        <p:spPr>
          <a:xfrm flipH="1">
            <a:off x="1527669" y="1335564"/>
            <a:ext cx="50448" cy="26717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Oval 492">
            <a:extLst>
              <a:ext uri="{FF2B5EF4-FFF2-40B4-BE49-F238E27FC236}">
                <a16:creationId xmlns:a16="http://schemas.microsoft.com/office/drawing/2014/main" id="{F2F74E0B-7CCD-B750-BB63-C8E5D57ACBEE}"/>
              </a:ext>
            </a:extLst>
          </p:cNvPr>
          <p:cNvSpPr/>
          <p:nvPr/>
        </p:nvSpPr>
        <p:spPr>
          <a:xfrm>
            <a:off x="467708" y="201771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cxnSp>
        <p:nvCxnSpPr>
          <p:cNvPr id="494" name="Straight Arrow Connector 493">
            <a:extLst>
              <a:ext uri="{FF2B5EF4-FFF2-40B4-BE49-F238E27FC236}">
                <a16:creationId xmlns:a16="http://schemas.microsoft.com/office/drawing/2014/main" id="{2F5E658F-D8F8-B885-4A27-BD3AB23ECDCE}"/>
              </a:ext>
            </a:extLst>
          </p:cNvPr>
          <p:cNvCxnSpPr>
            <a:cxnSpLocks/>
            <a:stCxn id="448" idx="3"/>
            <a:endCxn id="493" idx="0"/>
          </p:cNvCxnSpPr>
          <p:nvPr/>
        </p:nvCxnSpPr>
        <p:spPr>
          <a:xfrm flipH="1">
            <a:off x="575821" y="1766459"/>
            <a:ext cx="31666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2" name="Rectangle 501">
            <a:extLst>
              <a:ext uri="{FF2B5EF4-FFF2-40B4-BE49-F238E27FC236}">
                <a16:creationId xmlns:a16="http://schemas.microsoft.com/office/drawing/2014/main" id="{45AF07DA-1BEB-D899-BF9C-147A69FA4780}"/>
              </a:ext>
            </a:extLst>
          </p:cNvPr>
          <p:cNvSpPr/>
          <p:nvPr/>
        </p:nvSpPr>
        <p:spPr>
          <a:xfrm>
            <a:off x="2189551" y="621293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Find rooted nodes</a:t>
            </a: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858F09F9-E153-5DAB-3D47-EAE64D765616}"/>
              </a:ext>
            </a:extLst>
          </p:cNvPr>
          <p:cNvSpPr/>
          <p:nvPr/>
        </p:nvSpPr>
        <p:spPr>
          <a:xfrm>
            <a:off x="2189551" y="1126459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Parallel traversal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9E6A00C3-94A0-A8D8-3B28-A179D3DA36EB}"/>
              </a:ext>
            </a:extLst>
          </p:cNvPr>
          <p:cNvSpPr/>
          <p:nvPr/>
        </p:nvSpPr>
        <p:spPr>
          <a:xfrm>
            <a:off x="2189551" y="1643015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Revision results</a:t>
            </a:r>
          </a:p>
        </p:txBody>
      </p: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73C55B35-2692-8FB5-61DF-B347FC988154}"/>
              </a:ext>
            </a:extLst>
          </p:cNvPr>
          <p:cNvCxnSpPr>
            <a:cxnSpLocks/>
            <a:stCxn id="502" idx="2"/>
            <a:endCxn id="503" idx="0"/>
          </p:cNvCxnSpPr>
          <p:nvPr/>
        </p:nvCxnSpPr>
        <p:spPr>
          <a:xfrm>
            <a:off x="2766581" y="868181"/>
            <a:ext cx="0" cy="25827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70A47E31-48C0-AF3A-8281-D24BEE1CB165}"/>
              </a:ext>
            </a:extLst>
          </p:cNvPr>
          <p:cNvCxnSpPr>
            <a:cxnSpLocks/>
            <a:stCxn id="503" idx="2"/>
            <a:endCxn id="504" idx="0"/>
          </p:cNvCxnSpPr>
          <p:nvPr/>
        </p:nvCxnSpPr>
        <p:spPr>
          <a:xfrm>
            <a:off x="2766581" y="1373347"/>
            <a:ext cx="0" cy="26966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427FDB62-C18E-1A7B-7951-0F7551DEC125}"/>
              </a:ext>
            </a:extLst>
          </p:cNvPr>
          <p:cNvSpPr/>
          <p:nvPr/>
        </p:nvSpPr>
        <p:spPr>
          <a:xfrm>
            <a:off x="4928230" y="81824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4A384403-95AB-3380-1394-003E5FC0523A}"/>
              </a:ext>
            </a:extLst>
          </p:cNvPr>
          <p:cNvSpPr/>
          <p:nvPr/>
        </p:nvSpPr>
        <p:spPr>
          <a:xfrm>
            <a:off x="4928230" y="1065129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DE00467-FB52-9299-0CED-DF7048A43ABA}"/>
              </a:ext>
            </a:extLst>
          </p:cNvPr>
          <p:cNvSpPr/>
          <p:nvPr/>
        </p:nvSpPr>
        <p:spPr>
          <a:xfrm>
            <a:off x="4928230" y="131201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C4E8890B-99C8-D38B-21DC-FFBDAA35BE6C}"/>
              </a:ext>
            </a:extLst>
          </p:cNvPr>
          <p:cNvSpPr/>
          <p:nvPr/>
        </p:nvSpPr>
        <p:spPr>
          <a:xfrm>
            <a:off x="4928230" y="1558905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4DA089FF-B080-D80C-D25A-8BDD8E557579}"/>
              </a:ext>
            </a:extLst>
          </p:cNvPr>
          <p:cNvSpPr/>
          <p:nvPr/>
        </p:nvSpPr>
        <p:spPr>
          <a:xfrm>
            <a:off x="3995027" y="818241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37930AAB-73DC-6134-4D2A-7DE169E3839F}"/>
              </a:ext>
            </a:extLst>
          </p:cNvPr>
          <p:cNvSpPr/>
          <p:nvPr/>
        </p:nvSpPr>
        <p:spPr>
          <a:xfrm>
            <a:off x="3995027" y="1065129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A8B1053D-0F0E-1563-3A61-D09F9F65C174}"/>
              </a:ext>
            </a:extLst>
          </p:cNvPr>
          <p:cNvSpPr/>
          <p:nvPr/>
        </p:nvSpPr>
        <p:spPr>
          <a:xfrm>
            <a:off x="3995027" y="13120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64DF0E09-0F98-3BF6-3D96-322324023FF3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>
            <a:off x="4263551" y="941685"/>
            <a:ext cx="664679" cy="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F2E7B81E-E551-42DD-5156-A09EDBF8FABD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4263551" y="941685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C17189CA-7DC5-E0EA-8F45-3C73EC56F0A5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4263550" y="1188573"/>
            <a:ext cx="664680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0CBDAC1F-8F4E-AFF0-D2D8-A6E9F006ABC4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4263551" y="1435461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61E553E4-37EE-CD62-7FCE-032090D190C7}"/>
              </a:ext>
            </a:extLst>
          </p:cNvPr>
          <p:cNvSpPr/>
          <p:nvPr/>
        </p:nvSpPr>
        <p:spPr>
          <a:xfrm>
            <a:off x="5535753" y="634708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F61FAB0F-5891-4466-C39C-D751CCA9F6F8}"/>
              </a:ext>
            </a:extLst>
          </p:cNvPr>
          <p:cNvSpPr txBox="1"/>
          <p:nvPr/>
        </p:nvSpPr>
        <p:spPr>
          <a:xfrm>
            <a:off x="3740655" y="604242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258E4614-D8FF-CBA9-49B9-7250C3F04539}"/>
              </a:ext>
            </a:extLst>
          </p:cNvPr>
          <p:cNvSpPr txBox="1"/>
          <p:nvPr/>
        </p:nvSpPr>
        <p:spPr>
          <a:xfrm>
            <a:off x="4652056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D83F9A28-7A0C-8E6A-88B9-ACC5BAFE5472}"/>
              </a:ext>
            </a:extLst>
          </p:cNvPr>
          <p:cNvSpPr txBox="1"/>
          <p:nvPr/>
        </p:nvSpPr>
        <p:spPr>
          <a:xfrm>
            <a:off x="5714791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97209118-5230-8665-44E5-15E67F37FCFD}"/>
              </a:ext>
            </a:extLst>
          </p:cNvPr>
          <p:cNvSpPr/>
          <p:nvPr/>
        </p:nvSpPr>
        <p:spPr>
          <a:xfrm>
            <a:off x="5610714" y="919994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0AA8F0B-D92D-503A-7939-A45F815E18A9}"/>
              </a:ext>
            </a:extLst>
          </p:cNvPr>
          <p:cNvSpPr/>
          <p:nvPr/>
        </p:nvSpPr>
        <p:spPr>
          <a:xfrm>
            <a:off x="5610714" y="12612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EB72BDF3-EECD-25CE-7929-D0F9B11A413A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744976" y="1166882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1B387219-A247-437F-F93E-6E7CBAF28168}"/>
              </a:ext>
            </a:extLst>
          </p:cNvPr>
          <p:cNvSpPr/>
          <p:nvPr/>
        </p:nvSpPr>
        <p:spPr>
          <a:xfrm>
            <a:off x="5616051" y="1602742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268737BE-C735-A2DC-18A6-1F1641226607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744976" y="1508181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E8305DDA-E1A1-2D40-2991-3016575CBA94}"/>
              </a:ext>
            </a:extLst>
          </p:cNvPr>
          <p:cNvSpPr/>
          <p:nvPr/>
        </p:nvSpPr>
        <p:spPr>
          <a:xfrm>
            <a:off x="5957425" y="92262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380CC55-86A5-C928-AAA0-8378C7BBCBA8}"/>
              </a:ext>
            </a:extLst>
          </p:cNvPr>
          <p:cNvSpPr/>
          <p:nvPr/>
        </p:nvSpPr>
        <p:spPr>
          <a:xfrm>
            <a:off x="6304136" y="920278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3FEDD257-3ED8-668D-D6CB-10A9480A6D71}"/>
              </a:ext>
            </a:extLst>
          </p:cNvPr>
          <p:cNvSpPr/>
          <p:nvPr/>
        </p:nvSpPr>
        <p:spPr>
          <a:xfrm>
            <a:off x="6304136" y="1267735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4FACC93D-F5D3-B3F8-9C88-5E760644585A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6438398" y="1169515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082284A5-17DE-AB8B-DB8A-97D0D5F3B09A}"/>
              </a:ext>
            </a:extLst>
          </p:cNvPr>
          <p:cNvSpPr txBox="1"/>
          <p:nvPr/>
        </p:nvSpPr>
        <p:spPr>
          <a:xfrm>
            <a:off x="2189551" y="2443268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W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ork flow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4884DEDB-D78F-B62D-151B-34485496FBA2}"/>
              </a:ext>
            </a:extLst>
          </p:cNvPr>
          <p:cNvSpPr txBox="1"/>
          <p:nvPr/>
        </p:nvSpPr>
        <p:spPr>
          <a:xfrm>
            <a:off x="4811316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Detailed work flow</a:t>
            </a:r>
          </a:p>
        </p:txBody>
      </p:sp>
    </p:spTree>
    <p:extLst>
      <p:ext uri="{BB962C8B-B14F-4D97-AF65-F5344CB8AC3E}">
        <p14:creationId xmlns:p14="http://schemas.microsoft.com/office/powerpoint/2010/main" val="2847893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CE675A-8675-FD92-5683-9B300834D634}"/>
              </a:ext>
            </a:extLst>
          </p:cNvPr>
          <p:cNvSpPr txBox="1"/>
          <p:nvPr/>
        </p:nvSpPr>
        <p:spPr>
          <a:xfrm>
            <a:off x="1634253" y="282419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0637DB-461B-5125-B2ED-3CE4249012EC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1889273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0775A27-EA76-E51F-0143-B3ABC5465D34}"/>
              </a:ext>
            </a:extLst>
          </p:cNvPr>
          <p:cNvSpPr/>
          <p:nvPr/>
        </p:nvSpPr>
        <p:spPr>
          <a:xfrm>
            <a:off x="2197780" y="1643493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E8E119-94C1-C064-1723-FBA980233287}"/>
              </a:ext>
            </a:extLst>
          </p:cNvPr>
          <p:cNvSpPr/>
          <p:nvPr/>
        </p:nvSpPr>
        <p:spPr>
          <a:xfrm>
            <a:off x="1781160" y="2403664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6598B3-96C6-CAF5-1091-12E3AC7CEFB7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2305892" y="1853947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0577E92-851E-EC8F-A89F-68A5124249EB}"/>
              </a:ext>
            </a:extLst>
          </p:cNvPr>
          <p:cNvSpPr/>
          <p:nvPr/>
        </p:nvSpPr>
        <p:spPr>
          <a:xfrm>
            <a:off x="2614399" y="199953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B5524C-485A-F291-741F-CFFDCE999928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1889273" y="2209989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DCCD99-437B-A2AB-7603-D1A68AF75120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2382338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AD7CCF-B808-0FAD-CA69-584F3E8D8671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2722510" y="2209989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FBAE84-C11A-6C09-85F9-DCCE5C8DED20}"/>
              </a:ext>
            </a:extLst>
          </p:cNvPr>
          <p:cNvSpPr txBox="1"/>
          <p:nvPr/>
        </p:nvSpPr>
        <p:spPr>
          <a:xfrm>
            <a:off x="3514946" y="282238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906E57-3B59-C790-B51C-69617DE2BC44}"/>
              </a:ext>
            </a:extLst>
          </p:cNvPr>
          <p:cNvSpPr/>
          <p:nvPr/>
        </p:nvSpPr>
        <p:spPr>
          <a:xfrm>
            <a:off x="178116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294F24-B5DA-12EE-D697-BB6E0AE216FF}"/>
              </a:ext>
            </a:extLst>
          </p:cNvPr>
          <p:cNvSpPr/>
          <p:nvPr/>
        </p:nvSpPr>
        <p:spPr>
          <a:xfrm>
            <a:off x="219778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BEFDAA-77FA-2573-306B-749D2ADE727A}"/>
              </a:ext>
            </a:extLst>
          </p:cNvPr>
          <p:cNvSpPr/>
          <p:nvPr/>
        </p:nvSpPr>
        <p:spPr>
          <a:xfrm>
            <a:off x="2614399" y="2386391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28B254-33EB-DBE1-A412-1702D0FDFB50}"/>
              </a:ext>
            </a:extLst>
          </p:cNvPr>
          <p:cNvSpPr/>
          <p:nvPr/>
        </p:nvSpPr>
        <p:spPr>
          <a:xfrm>
            <a:off x="3839673" y="1522972"/>
            <a:ext cx="695191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6273D1-462D-4865-40AD-31947C2BCD30}"/>
              </a:ext>
            </a:extLst>
          </p:cNvPr>
          <p:cNvSpPr/>
          <p:nvPr/>
        </p:nvSpPr>
        <p:spPr>
          <a:xfrm>
            <a:off x="3013376" y="1521479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B7BF4D-7742-E02D-87BD-C7FED3B11048}"/>
              </a:ext>
            </a:extLst>
          </p:cNvPr>
          <p:cNvSpPr/>
          <p:nvPr/>
        </p:nvSpPr>
        <p:spPr>
          <a:xfrm>
            <a:off x="3989560" y="1819342"/>
            <a:ext cx="266132" cy="261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0CE068-9643-87C8-DC66-E38F8353EF9B}"/>
              </a:ext>
            </a:extLst>
          </p:cNvPr>
          <p:cNvSpPr/>
          <p:nvPr/>
        </p:nvSpPr>
        <p:spPr>
          <a:xfrm>
            <a:off x="3987168" y="2150120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0F3319-2426-C97D-BC1E-94F6ECE3D8A5}"/>
              </a:ext>
            </a:extLst>
          </p:cNvPr>
          <p:cNvSpPr/>
          <p:nvPr/>
        </p:nvSpPr>
        <p:spPr>
          <a:xfrm>
            <a:off x="3987169" y="2454810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88A478-1744-B582-26B6-C4BD6F98C089}"/>
              </a:ext>
            </a:extLst>
          </p:cNvPr>
          <p:cNvCxnSpPr>
            <a:cxnSpLocks/>
            <a:stCxn id="33" idx="6"/>
            <a:endCxn id="19" idx="1"/>
          </p:cNvCxnSpPr>
          <p:nvPr/>
        </p:nvCxnSpPr>
        <p:spPr>
          <a:xfrm>
            <a:off x="3578312" y="1942787"/>
            <a:ext cx="411247" cy="73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561C25-7F81-9A03-3AC5-524D0FFCEE55}"/>
              </a:ext>
            </a:extLst>
          </p:cNvPr>
          <p:cNvCxnSpPr>
            <a:cxnSpLocks/>
            <a:stCxn id="33" idx="6"/>
            <a:endCxn id="20" idx="1"/>
          </p:cNvCxnSpPr>
          <p:nvPr/>
        </p:nvCxnSpPr>
        <p:spPr>
          <a:xfrm>
            <a:off x="3578312" y="1942786"/>
            <a:ext cx="408857" cy="330779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94034E-468F-8D0E-3BB6-8E6390CF3A39}"/>
              </a:ext>
            </a:extLst>
          </p:cNvPr>
          <p:cNvCxnSpPr>
            <a:cxnSpLocks/>
            <a:stCxn id="35" idx="6"/>
            <a:endCxn id="21" idx="1"/>
          </p:cNvCxnSpPr>
          <p:nvPr/>
        </p:nvCxnSpPr>
        <p:spPr>
          <a:xfrm flipV="1">
            <a:off x="3578312" y="2578253"/>
            <a:ext cx="408857" cy="400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433D5B3-4598-7349-BE1F-3BC3E4F28FEE}"/>
              </a:ext>
            </a:extLst>
          </p:cNvPr>
          <p:cNvSpPr/>
          <p:nvPr/>
        </p:nvSpPr>
        <p:spPr>
          <a:xfrm>
            <a:off x="4559269" y="1529626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1D36C2-64CD-6218-149A-63EB6D476746}"/>
              </a:ext>
            </a:extLst>
          </p:cNvPr>
          <p:cNvSpPr txBox="1"/>
          <p:nvPr/>
        </p:nvSpPr>
        <p:spPr>
          <a:xfrm>
            <a:off x="2946896" y="1515328"/>
            <a:ext cx="1435335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BA6018-63E7-031B-D667-CD687EAF65D2}"/>
              </a:ext>
            </a:extLst>
          </p:cNvPr>
          <p:cNvSpPr txBox="1"/>
          <p:nvPr/>
        </p:nvSpPr>
        <p:spPr>
          <a:xfrm>
            <a:off x="3761543" y="1530376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D87CC9-4F17-EFEF-950F-152221B294FF}"/>
              </a:ext>
            </a:extLst>
          </p:cNvPr>
          <p:cNvSpPr txBox="1"/>
          <p:nvPr/>
        </p:nvSpPr>
        <p:spPr>
          <a:xfrm>
            <a:off x="4671927" y="151556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2D95DD-C985-D54F-5C8D-ABED60958840}"/>
              </a:ext>
            </a:extLst>
          </p:cNvPr>
          <p:cNvSpPr/>
          <p:nvPr/>
        </p:nvSpPr>
        <p:spPr>
          <a:xfrm>
            <a:off x="4605739" y="18232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7192A0-D976-34C3-788A-129198D02FF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740001" y="2070153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6EA7B-EC9E-46B8-9B01-2A3F65702396}"/>
              </a:ext>
            </a:extLst>
          </p:cNvPr>
          <p:cNvSpPr/>
          <p:nvPr/>
        </p:nvSpPr>
        <p:spPr>
          <a:xfrm>
            <a:off x="4909861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D3FA3E-5821-127E-B17C-4332078045C5}"/>
              </a:ext>
            </a:extLst>
          </p:cNvPr>
          <p:cNvSpPr/>
          <p:nvPr/>
        </p:nvSpPr>
        <p:spPr>
          <a:xfrm>
            <a:off x="5224856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337EDF-986F-EC7D-1B94-B658D5A14BE6}"/>
              </a:ext>
            </a:extLst>
          </p:cNvPr>
          <p:cNvSpPr/>
          <p:nvPr/>
        </p:nvSpPr>
        <p:spPr>
          <a:xfrm>
            <a:off x="3362086" y="183755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F303B70-B622-9AF5-4F6D-505DD11DEF47}"/>
              </a:ext>
            </a:extLst>
          </p:cNvPr>
          <p:cNvSpPr/>
          <p:nvPr/>
        </p:nvSpPr>
        <p:spPr>
          <a:xfrm>
            <a:off x="3364062" y="214344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DDC9A0E-16DF-D16B-965D-4F549BDEB02B}"/>
              </a:ext>
            </a:extLst>
          </p:cNvPr>
          <p:cNvSpPr/>
          <p:nvPr/>
        </p:nvSpPr>
        <p:spPr>
          <a:xfrm>
            <a:off x="3362086" y="247703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E5F02D-A825-B052-B800-49641BEEEF40}"/>
              </a:ext>
            </a:extLst>
          </p:cNvPr>
          <p:cNvSpPr/>
          <p:nvPr/>
        </p:nvSpPr>
        <p:spPr>
          <a:xfrm>
            <a:off x="2355788" y="1745819"/>
            <a:ext cx="45720" cy="457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897259-F8C2-E72F-0C3F-616295B676C8}"/>
              </a:ext>
            </a:extLst>
          </p:cNvPr>
          <p:cNvSpPr txBox="1"/>
          <p:nvPr/>
        </p:nvSpPr>
        <p:spPr>
          <a:xfrm>
            <a:off x="2366413" y="1638098"/>
            <a:ext cx="497079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A12664-BA36-0798-62BA-DA50A046C9B3}"/>
              </a:ext>
            </a:extLst>
          </p:cNvPr>
          <p:cNvSpPr/>
          <p:nvPr/>
        </p:nvSpPr>
        <p:spPr>
          <a:xfrm>
            <a:off x="4631888" y="217593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7485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D6D6B986D93D44AE059D834731ACAB" ma:contentTypeVersion="10" ma:contentTypeDescription="Create a new document." ma:contentTypeScope="" ma:versionID="429286b672c98727de9d1a6a3c960e66">
  <xsd:schema xmlns:xsd="http://www.w3.org/2001/XMLSchema" xmlns:xs="http://www.w3.org/2001/XMLSchema" xmlns:p="http://schemas.microsoft.com/office/2006/metadata/properties" xmlns:ns3="48332375-0823-46b1-9656-30fa6c0cb3da" targetNamespace="http://schemas.microsoft.com/office/2006/metadata/properties" ma:root="true" ma:fieldsID="544b028affb2ab729c533cc26a1e0811" ns3:_="">
    <xsd:import namespace="48332375-0823-46b1-9656-30fa6c0cb3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32375-0823-46b1-9656-30fa6c0cb3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8332375-0823-46b1-9656-30fa6c0cb3da" xsi:nil="true"/>
  </documentManagement>
</p:properties>
</file>

<file path=customXml/itemProps1.xml><?xml version="1.0" encoding="utf-8"?>
<ds:datastoreItem xmlns:ds="http://schemas.openxmlformats.org/officeDocument/2006/customXml" ds:itemID="{E8BE63E2-FDB2-49B5-A5D7-9A27EEBC71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332375-0823-46b1-9656-30fa6c0cb3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B959E2-F2EA-4A7D-BF55-2771371467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FD2822-2804-4A88-ACFD-82293BAB37C6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48332375-0823-46b1-9656-30fa6c0cb3d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4379</TotalTime>
  <Words>1746</Words>
  <Application>Microsoft Macintosh PowerPoint</Application>
  <PresentationFormat>Custom</PresentationFormat>
  <Paragraphs>1164</Paragraphs>
  <Slides>24</Slides>
  <Notes>11</Notes>
  <HiddenSlides>21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Ji, Yuede</dc:creator>
  <cp:lastModifiedBy>Ji, Yuede</cp:lastModifiedBy>
  <cp:revision>256</cp:revision>
  <cp:lastPrinted>2020-01-23T16:13:37Z</cp:lastPrinted>
  <dcterms:created xsi:type="dcterms:W3CDTF">2016-10-10T21:02:48Z</dcterms:created>
  <dcterms:modified xsi:type="dcterms:W3CDTF">2025-07-16T00:13:14Z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0x01010013D6D6B986D93D44AE059D834731ACAB</vt:lpwstr>
  </property>
</Properties>
</file>